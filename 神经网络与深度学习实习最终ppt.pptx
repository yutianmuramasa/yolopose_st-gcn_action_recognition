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2" userDrawn="1">
          <p15:clr>
            <a:srgbClr val="A4A3A4"/>
          </p15:clr>
        </p15:guide>
        <p15:guide id="2" pos="21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95" d="100"/>
          <a:sy n="95" d="100"/>
        </p:scale>
        <p:origin x="892" y="64"/>
      </p:cViewPr>
      <p:guideLst>
        <p:guide orient="horz" pos="2882"/>
        <p:guide pos="212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61187" y="7199376"/>
            <a:ext cx="9982200" cy="10795"/>
          </a:xfrm>
          <a:custGeom>
            <a:avLst/>
            <a:gdLst/>
            <a:ahLst/>
            <a:cxnLst/>
            <a:rect l="l" t="t" r="r" b="b"/>
            <a:pathLst>
              <a:path w="9982200" h="10795">
                <a:moveTo>
                  <a:pt x="9982200" y="10667"/>
                </a:moveTo>
                <a:lnTo>
                  <a:pt x="0" y="10667"/>
                </a:lnTo>
                <a:lnTo>
                  <a:pt x="0" y="0"/>
                </a:lnTo>
                <a:lnTo>
                  <a:pt x="9982200" y="0"/>
                </a:lnTo>
                <a:lnTo>
                  <a:pt x="9982200" y="10667"/>
                </a:lnTo>
                <a:close/>
              </a:path>
            </a:pathLst>
          </a:custGeom>
          <a:solidFill>
            <a:srgbClr val="E4E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8387" y="1661160"/>
            <a:ext cx="9075420" cy="10795"/>
          </a:xfrm>
          <a:custGeom>
            <a:avLst/>
            <a:gdLst/>
            <a:ahLst/>
            <a:cxnLst/>
            <a:rect l="l" t="t" r="r" b="b"/>
            <a:pathLst>
              <a:path w="9075420" h="10794">
                <a:moveTo>
                  <a:pt x="9075419" y="10668"/>
                </a:moveTo>
                <a:lnTo>
                  <a:pt x="0" y="10668"/>
                </a:lnTo>
                <a:lnTo>
                  <a:pt x="0" y="0"/>
                </a:lnTo>
                <a:lnTo>
                  <a:pt x="9075419" y="0"/>
                </a:lnTo>
                <a:lnTo>
                  <a:pt x="9075419" y="10668"/>
                </a:lnTo>
                <a:close/>
              </a:path>
            </a:pathLst>
          </a:custGeom>
          <a:solidFill>
            <a:srgbClr val="D1D4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image" Target="../media/image3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10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44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image" Target="../media/image10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31" Type="http://schemas.openxmlformats.org/officeDocument/2006/relationships/image" Target="../media/image72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10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image" Target="../media/image73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image" Target="../media/image10.png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jpeg"/><Relationship Id="rId3" Type="http://schemas.openxmlformats.org/officeDocument/2006/relationships/image" Target="../media/image10.png"/><Relationship Id="rId7" Type="http://schemas.openxmlformats.org/officeDocument/2006/relationships/image" Target="../media/image109.jpe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3" Type="http://schemas.openxmlformats.org/officeDocument/2006/relationships/image" Target="../media/image10.png"/><Relationship Id="rId7" Type="http://schemas.openxmlformats.org/officeDocument/2006/relationships/image" Target="../media/image115.png"/><Relationship Id="rId12" Type="http://schemas.openxmlformats.org/officeDocument/2006/relationships/image" Target="../media/image12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4.png"/><Relationship Id="rId11" Type="http://schemas.openxmlformats.org/officeDocument/2006/relationships/image" Target="../media/image119.png"/><Relationship Id="rId5" Type="http://schemas.openxmlformats.org/officeDocument/2006/relationships/image" Target="../media/image113.png"/><Relationship Id="rId10" Type="http://schemas.openxmlformats.org/officeDocument/2006/relationships/image" Target="../media/image118.png"/><Relationship Id="rId4" Type="http://schemas.openxmlformats.org/officeDocument/2006/relationships/image" Target="../media/image112.png"/><Relationship Id="rId9" Type="http://schemas.openxmlformats.org/officeDocument/2006/relationships/image" Target="../media/image1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3" Type="http://schemas.openxmlformats.org/officeDocument/2006/relationships/image" Target="../media/image10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" Type="http://schemas.openxmlformats.org/officeDocument/2006/relationships/image" Target="../media/image122.png"/><Relationship Id="rId16" Type="http://schemas.openxmlformats.org/officeDocument/2006/relationships/image" Target="../media/image1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10" Type="http://schemas.openxmlformats.org/officeDocument/2006/relationships/image" Target="../media/image129.png"/><Relationship Id="rId19" Type="http://schemas.openxmlformats.org/officeDocument/2006/relationships/image" Target="../media/image138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18" Type="http://schemas.openxmlformats.org/officeDocument/2006/relationships/image" Target="../media/image155.png"/><Relationship Id="rId26" Type="http://schemas.openxmlformats.org/officeDocument/2006/relationships/image" Target="../media/image163.png"/><Relationship Id="rId3" Type="http://schemas.openxmlformats.org/officeDocument/2006/relationships/image" Target="../media/image140.png"/><Relationship Id="rId21" Type="http://schemas.openxmlformats.org/officeDocument/2006/relationships/image" Target="../media/image158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17" Type="http://schemas.openxmlformats.org/officeDocument/2006/relationships/image" Target="../media/image154.png"/><Relationship Id="rId25" Type="http://schemas.openxmlformats.org/officeDocument/2006/relationships/image" Target="../media/image162.png"/><Relationship Id="rId2" Type="http://schemas.openxmlformats.org/officeDocument/2006/relationships/image" Target="../media/image139.png"/><Relationship Id="rId16" Type="http://schemas.openxmlformats.org/officeDocument/2006/relationships/image" Target="../media/image153.png"/><Relationship Id="rId20" Type="http://schemas.openxmlformats.org/officeDocument/2006/relationships/image" Target="../media/image157.png"/><Relationship Id="rId29" Type="http://schemas.openxmlformats.org/officeDocument/2006/relationships/image" Target="../media/image1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24" Type="http://schemas.openxmlformats.org/officeDocument/2006/relationships/image" Target="../media/image161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23" Type="http://schemas.openxmlformats.org/officeDocument/2006/relationships/image" Target="../media/image160.png"/><Relationship Id="rId28" Type="http://schemas.openxmlformats.org/officeDocument/2006/relationships/image" Target="../media/image165.png"/><Relationship Id="rId10" Type="http://schemas.openxmlformats.org/officeDocument/2006/relationships/image" Target="../media/image147.png"/><Relationship Id="rId19" Type="http://schemas.openxmlformats.org/officeDocument/2006/relationships/image" Target="../media/image156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Relationship Id="rId22" Type="http://schemas.openxmlformats.org/officeDocument/2006/relationships/image" Target="../media/image159.png"/><Relationship Id="rId27" Type="http://schemas.openxmlformats.org/officeDocument/2006/relationships/image" Target="../media/image164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7.png"/><Relationship Id="rId18" Type="http://schemas.openxmlformats.org/officeDocument/2006/relationships/image" Target="../media/image182.png"/><Relationship Id="rId26" Type="http://schemas.openxmlformats.org/officeDocument/2006/relationships/image" Target="../media/image190.png"/><Relationship Id="rId39" Type="http://schemas.openxmlformats.org/officeDocument/2006/relationships/image" Target="../media/image203.png"/><Relationship Id="rId21" Type="http://schemas.openxmlformats.org/officeDocument/2006/relationships/image" Target="../media/image185.png"/><Relationship Id="rId34" Type="http://schemas.openxmlformats.org/officeDocument/2006/relationships/image" Target="../media/image198.png"/><Relationship Id="rId42" Type="http://schemas.openxmlformats.org/officeDocument/2006/relationships/image" Target="../media/image206.png"/><Relationship Id="rId7" Type="http://schemas.openxmlformats.org/officeDocument/2006/relationships/image" Target="../media/image171.png"/><Relationship Id="rId2" Type="http://schemas.openxmlformats.org/officeDocument/2006/relationships/image" Target="../media/image167.png"/><Relationship Id="rId16" Type="http://schemas.openxmlformats.org/officeDocument/2006/relationships/image" Target="../media/image180.png"/><Relationship Id="rId20" Type="http://schemas.openxmlformats.org/officeDocument/2006/relationships/image" Target="../media/image184.png"/><Relationship Id="rId29" Type="http://schemas.openxmlformats.org/officeDocument/2006/relationships/image" Target="../media/image193.png"/><Relationship Id="rId41" Type="http://schemas.openxmlformats.org/officeDocument/2006/relationships/image" Target="../media/image205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0.png"/><Relationship Id="rId11" Type="http://schemas.openxmlformats.org/officeDocument/2006/relationships/image" Target="../media/image175.png"/><Relationship Id="rId24" Type="http://schemas.openxmlformats.org/officeDocument/2006/relationships/image" Target="../media/image188.png"/><Relationship Id="rId32" Type="http://schemas.openxmlformats.org/officeDocument/2006/relationships/image" Target="../media/image196.png"/><Relationship Id="rId37" Type="http://schemas.openxmlformats.org/officeDocument/2006/relationships/image" Target="../media/image201.png"/><Relationship Id="rId40" Type="http://schemas.openxmlformats.org/officeDocument/2006/relationships/image" Target="../media/image204.png"/><Relationship Id="rId5" Type="http://schemas.openxmlformats.org/officeDocument/2006/relationships/image" Target="../media/image170.png"/><Relationship Id="rId15" Type="http://schemas.openxmlformats.org/officeDocument/2006/relationships/image" Target="../media/image179.png"/><Relationship Id="rId23" Type="http://schemas.openxmlformats.org/officeDocument/2006/relationships/image" Target="../media/image187.png"/><Relationship Id="rId28" Type="http://schemas.openxmlformats.org/officeDocument/2006/relationships/image" Target="../media/image192.png"/><Relationship Id="rId36" Type="http://schemas.openxmlformats.org/officeDocument/2006/relationships/image" Target="../media/image200.png"/><Relationship Id="rId10" Type="http://schemas.openxmlformats.org/officeDocument/2006/relationships/image" Target="../media/image174.png"/><Relationship Id="rId19" Type="http://schemas.openxmlformats.org/officeDocument/2006/relationships/image" Target="../media/image183.png"/><Relationship Id="rId31" Type="http://schemas.openxmlformats.org/officeDocument/2006/relationships/image" Target="../media/image195.png"/><Relationship Id="rId44" Type="http://schemas.openxmlformats.org/officeDocument/2006/relationships/image" Target="../media/image208.png"/><Relationship Id="rId4" Type="http://schemas.openxmlformats.org/officeDocument/2006/relationships/image" Target="../media/image169.png"/><Relationship Id="rId9" Type="http://schemas.openxmlformats.org/officeDocument/2006/relationships/image" Target="../media/image173.png"/><Relationship Id="rId14" Type="http://schemas.openxmlformats.org/officeDocument/2006/relationships/image" Target="../media/image178.png"/><Relationship Id="rId22" Type="http://schemas.openxmlformats.org/officeDocument/2006/relationships/image" Target="../media/image186.png"/><Relationship Id="rId27" Type="http://schemas.openxmlformats.org/officeDocument/2006/relationships/image" Target="../media/image191.png"/><Relationship Id="rId30" Type="http://schemas.openxmlformats.org/officeDocument/2006/relationships/image" Target="../media/image194.png"/><Relationship Id="rId35" Type="http://schemas.openxmlformats.org/officeDocument/2006/relationships/image" Target="../media/image199.png"/><Relationship Id="rId43" Type="http://schemas.openxmlformats.org/officeDocument/2006/relationships/image" Target="../media/image207.png"/><Relationship Id="rId8" Type="http://schemas.openxmlformats.org/officeDocument/2006/relationships/image" Target="../media/image172.png"/><Relationship Id="rId3" Type="http://schemas.openxmlformats.org/officeDocument/2006/relationships/image" Target="../media/image168.png"/><Relationship Id="rId12" Type="http://schemas.openxmlformats.org/officeDocument/2006/relationships/image" Target="../media/image176.png"/><Relationship Id="rId17" Type="http://schemas.openxmlformats.org/officeDocument/2006/relationships/image" Target="../media/image181.png"/><Relationship Id="rId25" Type="http://schemas.openxmlformats.org/officeDocument/2006/relationships/image" Target="../media/image189.png"/><Relationship Id="rId33" Type="http://schemas.openxmlformats.org/officeDocument/2006/relationships/image" Target="../media/image197.png"/><Relationship Id="rId38" Type="http://schemas.openxmlformats.org/officeDocument/2006/relationships/image" Target="../media/image20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3" Type="http://schemas.openxmlformats.org/officeDocument/2006/relationships/image" Target="../media/image140.png"/><Relationship Id="rId7" Type="http://schemas.openxmlformats.org/officeDocument/2006/relationships/image" Target="../media/image212.png"/><Relationship Id="rId12" Type="http://schemas.openxmlformats.org/officeDocument/2006/relationships/image" Target="../media/image217.png"/><Relationship Id="rId2" Type="http://schemas.openxmlformats.org/officeDocument/2006/relationships/image" Target="../media/image209.png"/><Relationship Id="rId16" Type="http://schemas.openxmlformats.org/officeDocument/2006/relationships/image" Target="../media/image22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1.png"/><Relationship Id="rId11" Type="http://schemas.openxmlformats.org/officeDocument/2006/relationships/image" Target="../media/image216.png"/><Relationship Id="rId5" Type="http://schemas.openxmlformats.org/officeDocument/2006/relationships/image" Target="../media/image210.png"/><Relationship Id="rId15" Type="http://schemas.openxmlformats.org/officeDocument/2006/relationships/image" Target="../media/image220.png"/><Relationship Id="rId10" Type="http://schemas.openxmlformats.org/officeDocument/2006/relationships/image" Target="../media/image215.png"/><Relationship Id="rId4" Type="http://schemas.openxmlformats.org/officeDocument/2006/relationships/image" Target="../media/image14.png"/><Relationship Id="rId9" Type="http://schemas.openxmlformats.org/officeDocument/2006/relationships/image" Target="../media/image214.png"/><Relationship Id="rId14" Type="http://schemas.openxmlformats.org/officeDocument/2006/relationships/image" Target="../media/image219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2.png"/><Relationship Id="rId18" Type="http://schemas.openxmlformats.org/officeDocument/2006/relationships/image" Target="../media/image237.png"/><Relationship Id="rId26" Type="http://schemas.openxmlformats.org/officeDocument/2006/relationships/image" Target="../media/image245.png"/><Relationship Id="rId3" Type="http://schemas.openxmlformats.org/officeDocument/2006/relationships/image" Target="../media/image223.png"/><Relationship Id="rId21" Type="http://schemas.openxmlformats.org/officeDocument/2006/relationships/image" Target="../media/image240.png"/><Relationship Id="rId34" Type="http://schemas.openxmlformats.org/officeDocument/2006/relationships/image" Target="../media/image253.png"/><Relationship Id="rId7" Type="http://schemas.openxmlformats.org/officeDocument/2006/relationships/image" Target="../media/image226.png"/><Relationship Id="rId12" Type="http://schemas.openxmlformats.org/officeDocument/2006/relationships/image" Target="../media/image231.png"/><Relationship Id="rId17" Type="http://schemas.openxmlformats.org/officeDocument/2006/relationships/image" Target="../media/image236.png"/><Relationship Id="rId25" Type="http://schemas.openxmlformats.org/officeDocument/2006/relationships/image" Target="../media/image244.png"/><Relationship Id="rId33" Type="http://schemas.openxmlformats.org/officeDocument/2006/relationships/image" Target="../media/image252.png"/><Relationship Id="rId2" Type="http://schemas.openxmlformats.org/officeDocument/2006/relationships/image" Target="../media/image222.png"/><Relationship Id="rId16" Type="http://schemas.openxmlformats.org/officeDocument/2006/relationships/image" Target="../media/image235.png"/><Relationship Id="rId20" Type="http://schemas.openxmlformats.org/officeDocument/2006/relationships/image" Target="../media/image239.png"/><Relationship Id="rId29" Type="http://schemas.openxmlformats.org/officeDocument/2006/relationships/image" Target="../media/image2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0.png"/><Relationship Id="rId11" Type="http://schemas.openxmlformats.org/officeDocument/2006/relationships/image" Target="../media/image230.png"/><Relationship Id="rId24" Type="http://schemas.openxmlformats.org/officeDocument/2006/relationships/image" Target="../media/image243.png"/><Relationship Id="rId32" Type="http://schemas.openxmlformats.org/officeDocument/2006/relationships/image" Target="../media/image251.png"/><Relationship Id="rId5" Type="http://schemas.openxmlformats.org/officeDocument/2006/relationships/image" Target="../media/image225.png"/><Relationship Id="rId15" Type="http://schemas.openxmlformats.org/officeDocument/2006/relationships/image" Target="../media/image234.png"/><Relationship Id="rId23" Type="http://schemas.openxmlformats.org/officeDocument/2006/relationships/image" Target="../media/image242.png"/><Relationship Id="rId28" Type="http://schemas.openxmlformats.org/officeDocument/2006/relationships/image" Target="../media/image247.png"/><Relationship Id="rId10" Type="http://schemas.openxmlformats.org/officeDocument/2006/relationships/image" Target="../media/image229.png"/><Relationship Id="rId19" Type="http://schemas.openxmlformats.org/officeDocument/2006/relationships/image" Target="../media/image238.png"/><Relationship Id="rId31" Type="http://schemas.openxmlformats.org/officeDocument/2006/relationships/image" Target="../media/image250.png"/><Relationship Id="rId4" Type="http://schemas.openxmlformats.org/officeDocument/2006/relationships/image" Target="../media/image224.png"/><Relationship Id="rId9" Type="http://schemas.openxmlformats.org/officeDocument/2006/relationships/image" Target="../media/image228.png"/><Relationship Id="rId14" Type="http://schemas.openxmlformats.org/officeDocument/2006/relationships/image" Target="../media/image233.png"/><Relationship Id="rId22" Type="http://schemas.openxmlformats.org/officeDocument/2006/relationships/image" Target="../media/image241.png"/><Relationship Id="rId27" Type="http://schemas.openxmlformats.org/officeDocument/2006/relationships/image" Target="../media/image246.png"/><Relationship Id="rId30" Type="http://schemas.openxmlformats.org/officeDocument/2006/relationships/image" Target="../media/image249.png"/><Relationship Id="rId8" Type="http://schemas.openxmlformats.org/officeDocument/2006/relationships/image" Target="../media/image2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13" Type="http://schemas.openxmlformats.org/officeDocument/2006/relationships/image" Target="../media/image262.png"/><Relationship Id="rId3" Type="http://schemas.openxmlformats.org/officeDocument/2006/relationships/image" Target="../media/image140.png"/><Relationship Id="rId7" Type="http://schemas.openxmlformats.org/officeDocument/2006/relationships/image" Target="../media/image257.png"/><Relationship Id="rId12" Type="http://schemas.openxmlformats.org/officeDocument/2006/relationships/image" Target="../media/image72.png"/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6.png"/><Relationship Id="rId11" Type="http://schemas.openxmlformats.org/officeDocument/2006/relationships/image" Target="../media/image261.png"/><Relationship Id="rId5" Type="http://schemas.openxmlformats.org/officeDocument/2006/relationships/image" Target="../media/image255.png"/><Relationship Id="rId10" Type="http://schemas.openxmlformats.org/officeDocument/2006/relationships/image" Target="../media/image260.png"/><Relationship Id="rId4" Type="http://schemas.openxmlformats.org/officeDocument/2006/relationships/image" Target="../media/image44.png"/><Relationship Id="rId9" Type="http://schemas.openxmlformats.org/officeDocument/2006/relationships/image" Target="../media/image259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3.png"/><Relationship Id="rId18" Type="http://schemas.openxmlformats.org/officeDocument/2006/relationships/image" Target="../media/image278.png"/><Relationship Id="rId26" Type="http://schemas.openxmlformats.org/officeDocument/2006/relationships/image" Target="../media/image286.png"/><Relationship Id="rId21" Type="http://schemas.openxmlformats.org/officeDocument/2006/relationships/image" Target="../media/image281.png"/><Relationship Id="rId34" Type="http://schemas.openxmlformats.org/officeDocument/2006/relationships/image" Target="../media/image294.png"/><Relationship Id="rId7" Type="http://schemas.openxmlformats.org/officeDocument/2006/relationships/image" Target="../media/image267.png"/><Relationship Id="rId12" Type="http://schemas.openxmlformats.org/officeDocument/2006/relationships/image" Target="../media/image272.png"/><Relationship Id="rId17" Type="http://schemas.openxmlformats.org/officeDocument/2006/relationships/image" Target="../media/image277.png"/><Relationship Id="rId25" Type="http://schemas.openxmlformats.org/officeDocument/2006/relationships/image" Target="../media/image285.png"/><Relationship Id="rId33" Type="http://schemas.openxmlformats.org/officeDocument/2006/relationships/image" Target="../media/image293.png"/><Relationship Id="rId38" Type="http://schemas.openxmlformats.org/officeDocument/2006/relationships/image" Target="../media/image298.png"/><Relationship Id="rId2" Type="http://schemas.openxmlformats.org/officeDocument/2006/relationships/image" Target="../media/image140.png"/><Relationship Id="rId16" Type="http://schemas.openxmlformats.org/officeDocument/2006/relationships/image" Target="../media/image276.png"/><Relationship Id="rId20" Type="http://schemas.openxmlformats.org/officeDocument/2006/relationships/image" Target="../media/image280.png"/><Relationship Id="rId29" Type="http://schemas.openxmlformats.org/officeDocument/2006/relationships/image" Target="../media/image2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6.png"/><Relationship Id="rId11" Type="http://schemas.openxmlformats.org/officeDocument/2006/relationships/image" Target="../media/image271.png"/><Relationship Id="rId24" Type="http://schemas.openxmlformats.org/officeDocument/2006/relationships/image" Target="../media/image284.png"/><Relationship Id="rId32" Type="http://schemas.openxmlformats.org/officeDocument/2006/relationships/image" Target="../media/image292.png"/><Relationship Id="rId37" Type="http://schemas.openxmlformats.org/officeDocument/2006/relationships/image" Target="../media/image297.png"/><Relationship Id="rId5" Type="http://schemas.openxmlformats.org/officeDocument/2006/relationships/image" Target="../media/image265.png"/><Relationship Id="rId15" Type="http://schemas.openxmlformats.org/officeDocument/2006/relationships/image" Target="../media/image275.png"/><Relationship Id="rId23" Type="http://schemas.openxmlformats.org/officeDocument/2006/relationships/image" Target="../media/image283.png"/><Relationship Id="rId28" Type="http://schemas.openxmlformats.org/officeDocument/2006/relationships/image" Target="../media/image288.png"/><Relationship Id="rId36" Type="http://schemas.openxmlformats.org/officeDocument/2006/relationships/image" Target="../media/image296.png"/><Relationship Id="rId10" Type="http://schemas.openxmlformats.org/officeDocument/2006/relationships/image" Target="../media/image270.png"/><Relationship Id="rId19" Type="http://schemas.openxmlformats.org/officeDocument/2006/relationships/image" Target="../media/image279.png"/><Relationship Id="rId31" Type="http://schemas.openxmlformats.org/officeDocument/2006/relationships/image" Target="../media/image291.png"/><Relationship Id="rId4" Type="http://schemas.openxmlformats.org/officeDocument/2006/relationships/image" Target="../media/image264.png"/><Relationship Id="rId9" Type="http://schemas.openxmlformats.org/officeDocument/2006/relationships/image" Target="../media/image269.png"/><Relationship Id="rId14" Type="http://schemas.openxmlformats.org/officeDocument/2006/relationships/image" Target="../media/image274.png"/><Relationship Id="rId22" Type="http://schemas.openxmlformats.org/officeDocument/2006/relationships/image" Target="../media/image282.png"/><Relationship Id="rId27" Type="http://schemas.openxmlformats.org/officeDocument/2006/relationships/image" Target="../media/image287.png"/><Relationship Id="rId30" Type="http://schemas.openxmlformats.org/officeDocument/2006/relationships/image" Target="../media/image290.png"/><Relationship Id="rId35" Type="http://schemas.openxmlformats.org/officeDocument/2006/relationships/image" Target="../media/image295.png"/><Relationship Id="rId8" Type="http://schemas.openxmlformats.org/officeDocument/2006/relationships/image" Target="../media/image268.png"/><Relationship Id="rId3" Type="http://schemas.openxmlformats.org/officeDocument/2006/relationships/image" Target="../media/image2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png"/><Relationship Id="rId13" Type="http://schemas.openxmlformats.org/officeDocument/2006/relationships/image" Target="../media/image309.png"/><Relationship Id="rId3" Type="http://schemas.openxmlformats.org/officeDocument/2006/relationships/image" Target="../media/image140.png"/><Relationship Id="rId7" Type="http://schemas.openxmlformats.org/officeDocument/2006/relationships/image" Target="../media/image303.png"/><Relationship Id="rId12" Type="http://schemas.openxmlformats.org/officeDocument/2006/relationships/image" Target="../media/image308.png"/><Relationship Id="rId2" Type="http://schemas.openxmlformats.org/officeDocument/2006/relationships/image" Target="../media/image29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2.png"/><Relationship Id="rId11" Type="http://schemas.openxmlformats.org/officeDocument/2006/relationships/image" Target="../media/image307.png"/><Relationship Id="rId5" Type="http://schemas.openxmlformats.org/officeDocument/2006/relationships/image" Target="../media/image301.png"/><Relationship Id="rId15" Type="http://schemas.openxmlformats.org/officeDocument/2006/relationships/image" Target="../media/image311.png"/><Relationship Id="rId10" Type="http://schemas.openxmlformats.org/officeDocument/2006/relationships/image" Target="../media/image306.png"/><Relationship Id="rId4" Type="http://schemas.openxmlformats.org/officeDocument/2006/relationships/image" Target="../media/image300.png"/><Relationship Id="rId9" Type="http://schemas.openxmlformats.org/officeDocument/2006/relationships/image" Target="../media/image305.png"/><Relationship Id="rId14" Type="http://schemas.openxmlformats.org/officeDocument/2006/relationships/image" Target="../media/image3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png"/><Relationship Id="rId3" Type="http://schemas.openxmlformats.org/officeDocument/2006/relationships/image" Target="../media/image140.png"/><Relationship Id="rId7" Type="http://schemas.openxmlformats.org/officeDocument/2006/relationships/image" Target="../media/image315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4.png"/><Relationship Id="rId11" Type="http://schemas.openxmlformats.org/officeDocument/2006/relationships/image" Target="../media/image108.png"/><Relationship Id="rId5" Type="http://schemas.openxmlformats.org/officeDocument/2006/relationships/image" Target="../media/image313.png"/><Relationship Id="rId10" Type="http://schemas.openxmlformats.org/officeDocument/2006/relationships/image" Target="../media/image318.png"/><Relationship Id="rId4" Type="http://schemas.openxmlformats.org/officeDocument/2006/relationships/image" Target="../media/image106.png"/><Relationship Id="rId9" Type="http://schemas.openxmlformats.org/officeDocument/2006/relationships/image" Target="../media/image31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3.png"/><Relationship Id="rId13" Type="http://schemas.openxmlformats.org/officeDocument/2006/relationships/image" Target="../media/image328.png"/><Relationship Id="rId18" Type="http://schemas.openxmlformats.org/officeDocument/2006/relationships/image" Target="../media/image333.png"/><Relationship Id="rId26" Type="http://schemas.openxmlformats.org/officeDocument/2006/relationships/image" Target="../media/image341.jpeg"/><Relationship Id="rId3" Type="http://schemas.openxmlformats.org/officeDocument/2006/relationships/image" Target="../media/image123.png"/><Relationship Id="rId21" Type="http://schemas.openxmlformats.org/officeDocument/2006/relationships/image" Target="../media/image336.png"/><Relationship Id="rId7" Type="http://schemas.openxmlformats.org/officeDocument/2006/relationships/image" Target="../media/image322.png"/><Relationship Id="rId12" Type="http://schemas.openxmlformats.org/officeDocument/2006/relationships/image" Target="../media/image327.png"/><Relationship Id="rId17" Type="http://schemas.openxmlformats.org/officeDocument/2006/relationships/image" Target="../media/image332.png"/><Relationship Id="rId25" Type="http://schemas.openxmlformats.org/officeDocument/2006/relationships/image" Target="../media/image340.jpeg"/><Relationship Id="rId2" Type="http://schemas.openxmlformats.org/officeDocument/2006/relationships/image" Target="../media/image140.png"/><Relationship Id="rId16" Type="http://schemas.openxmlformats.org/officeDocument/2006/relationships/image" Target="../media/image331.png"/><Relationship Id="rId20" Type="http://schemas.openxmlformats.org/officeDocument/2006/relationships/image" Target="../media/image3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1.png"/><Relationship Id="rId11" Type="http://schemas.openxmlformats.org/officeDocument/2006/relationships/image" Target="../media/image326.png"/><Relationship Id="rId24" Type="http://schemas.openxmlformats.org/officeDocument/2006/relationships/image" Target="../media/image339.jpeg"/><Relationship Id="rId5" Type="http://schemas.openxmlformats.org/officeDocument/2006/relationships/image" Target="../media/image320.png"/><Relationship Id="rId15" Type="http://schemas.openxmlformats.org/officeDocument/2006/relationships/image" Target="../media/image330.png"/><Relationship Id="rId23" Type="http://schemas.openxmlformats.org/officeDocument/2006/relationships/image" Target="../media/image338.jpeg"/><Relationship Id="rId10" Type="http://schemas.openxmlformats.org/officeDocument/2006/relationships/image" Target="../media/image325.png"/><Relationship Id="rId19" Type="http://schemas.openxmlformats.org/officeDocument/2006/relationships/image" Target="../media/image334.png"/><Relationship Id="rId4" Type="http://schemas.openxmlformats.org/officeDocument/2006/relationships/image" Target="../media/image319.png"/><Relationship Id="rId9" Type="http://schemas.openxmlformats.org/officeDocument/2006/relationships/image" Target="../media/image324.png"/><Relationship Id="rId14" Type="http://schemas.openxmlformats.org/officeDocument/2006/relationships/image" Target="../media/image329.png"/><Relationship Id="rId22" Type="http://schemas.openxmlformats.org/officeDocument/2006/relationships/image" Target="../media/image3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png"/><Relationship Id="rId13" Type="http://schemas.openxmlformats.org/officeDocument/2006/relationships/image" Target="../media/image352.png"/><Relationship Id="rId18" Type="http://schemas.openxmlformats.org/officeDocument/2006/relationships/image" Target="../media/image357.png"/><Relationship Id="rId3" Type="http://schemas.openxmlformats.org/officeDocument/2006/relationships/image" Target="../media/image342.png"/><Relationship Id="rId21" Type="http://schemas.openxmlformats.org/officeDocument/2006/relationships/image" Target="../media/image360.png"/><Relationship Id="rId7" Type="http://schemas.openxmlformats.org/officeDocument/2006/relationships/image" Target="../media/image346.png"/><Relationship Id="rId12" Type="http://schemas.openxmlformats.org/officeDocument/2006/relationships/image" Target="../media/image351.png"/><Relationship Id="rId17" Type="http://schemas.openxmlformats.org/officeDocument/2006/relationships/image" Target="../media/image356.png"/><Relationship Id="rId2" Type="http://schemas.openxmlformats.org/officeDocument/2006/relationships/image" Target="../media/image140.png"/><Relationship Id="rId16" Type="http://schemas.openxmlformats.org/officeDocument/2006/relationships/image" Target="../media/image355.png"/><Relationship Id="rId20" Type="http://schemas.openxmlformats.org/officeDocument/2006/relationships/image" Target="../media/image35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5.png"/><Relationship Id="rId11" Type="http://schemas.openxmlformats.org/officeDocument/2006/relationships/image" Target="../media/image350.png"/><Relationship Id="rId5" Type="http://schemas.openxmlformats.org/officeDocument/2006/relationships/image" Target="../media/image344.png"/><Relationship Id="rId15" Type="http://schemas.openxmlformats.org/officeDocument/2006/relationships/image" Target="../media/image354.png"/><Relationship Id="rId10" Type="http://schemas.openxmlformats.org/officeDocument/2006/relationships/image" Target="../media/image349.png"/><Relationship Id="rId19" Type="http://schemas.openxmlformats.org/officeDocument/2006/relationships/image" Target="../media/image358.png"/><Relationship Id="rId4" Type="http://schemas.openxmlformats.org/officeDocument/2006/relationships/image" Target="../media/image343.png"/><Relationship Id="rId9" Type="http://schemas.openxmlformats.org/officeDocument/2006/relationships/image" Target="../media/image348.png"/><Relationship Id="rId14" Type="http://schemas.openxmlformats.org/officeDocument/2006/relationships/image" Target="../media/image353.png"/><Relationship Id="rId22" Type="http://schemas.openxmlformats.org/officeDocument/2006/relationships/image" Target="../media/image3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7.png"/><Relationship Id="rId13" Type="http://schemas.openxmlformats.org/officeDocument/2006/relationships/image" Target="../media/image372.png"/><Relationship Id="rId3" Type="http://schemas.openxmlformats.org/officeDocument/2006/relationships/image" Target="../media/image362.png"/><Relationship Id="rId7" Type="http://schemas.openxmlformats.org/officeDocument/2006/relationships/image" Target="../media/image366.png"/><Relationship Id="rId12" Type="http://schemas.openxmlformats.org/officeDocument/2006/relationships/image" Target="../media/image37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5.png"/><Relationship Id="rId11" Type="http://schemas.openxmlformats.org/officeDocument/2006/relationships/image" Target="../media/image370.png"/><Relationship Id="rId5" Type="http://schemas.openxmlformats.org/officeDocument/2006/relationships/image" Target="../media/image364.png"/><Relationship Id="rId10" Type="http://schemas.openxmlformats.org/officeDocument/2006/relationships/image" Target="../media/image369.png"/><Relationship Id="rId4" Type="http://schemas.openxmlformats.org/officeDocument/2006/relationships/image" Target="../media/image363.png"/><Relationship Id="rId9" Type="http://schemas.openxmlformats.org/officeDocument/2006/relationships/image" Target="../media/image3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60297"/>
            <a:ext cx="561340" cy="270510"/>
          </a:xfrm>
          <a:custGeom>
            <a:avLst/>
            <a:gdLst/>
            <a:ahLst/>
            <a:cxnLst/>
            <a:rect l="l" t="t" r="r" b="b"/>
            <a:pathLst>
              <a:path w="561340" h="270509">
                <a:moveTo>
                  <a:pt x="279082" y="201358"/>
                </a:moveTo>
                <a:lnTo>
                  <a:pt x="264210" y="195059"/>
                </a:lnTo>
                <a:lnTo>
                  <a:pt x="258648" y="192214"/>
                </a:lnTo>
                <a:lnTo>
                  <a:pt x="249313" y="187452"/>
                </a:lnTo>
                <a:lnTo>
                  <a:pt x="234429" y="178435"/>
                </a:lnTo>
                <a:lnTo>
                  <a:pt x="219544" y="167830"/>
                </a:lnTo>
                <a:lnTo>
                  <a:pt x="274510" y="167830"/>
                </a:lnTo>
                <a:lnTo>
                  <a:pt x="274510" y="138785"/>
                </a:lnTo>
                <a:lnTo>
                  <a:pt x="227164" y="138785"/>
                </a:lnTo>
                <a:lnTo>
                  <a:pt x="227164" y="125069"/>
                </a:lnTo>
                <a:lnTo>
                  <a:pt x="227164" y="103733"/>
                </a:lnTo>
                <a:lnTo>
                  <a:pt x="227164" y="90017"/>
                </a:lnTo>
                <a:lnTo>
                  <a:pt x="227164" y="67157"/>
                </a:lnTo>
                <a:lnTo>
                  <a:pt x="227164" y="53340"/>
                </a:lnTo>
                <a:lnTo>
                  <a:pt x="266890" y="53340"/>
                </a:lnTo>
                <a:lnTo>
                  <a:pt x="266890" y="24384"/>
                </a:lnTo>
                <a:lnTo>
                  <a:pt x="227164" y="24384"/>
                </a:lnTo>
                <a:lnTo>
                  <a:pt x="227164" y="0"/>
                </a:lnTo>
                <a:lnTo>
                  <a:pt x="204304" y="0"/>
                </a:lnTo>
                <a:lnTo>
                  <a:pt x="204304" y="192214"/>
                </a:lnTo>
                <a:lnTo>
                  <a:pt x="158584" y="192214"/>
                </a:lnTo>
                <a:lnTo>
                  <a:pt x="158584" y="173926"/>
                </a:lnTo>
                <a:lnTo>
                  <a:pt x="120484" y="173926"/>
                </a:lnTo>
                <a:lnTo>
                  <a:pt x="120484" y="192214"/>
                </a:lnTo>
                <a:lnTo>
                  <a:pt x="74676" y="192214"/>
                </a:lnTo>
                <a:lnTo>
                  <a:pt x="81267" y="186486"/>
                </a:lnTo>
                <a:lnTo>
                  <a:pt x="87439" y="180594"/>
                </a:lnTo>
                <a:lnTo>
                  <a:pt x="93319" y="174434"/>
                </a:lnTo>
                <a:lnTo>
                  <a:pt x="99060" y="167830"/>
                </a:lnTo>
                <a:lnTo>
                  <a:pt x="178396" y="167830"/>
                </a:lnTo>
                <a:lnTo>
                  <a:pt x="191350" y="181165"/>
                </a:lnTo>
                <a:lnTo>
                  <a:pt x="197688" y="187121"/>
                </a:lnTo>
                <a:lnTo>
                  <a:pt x="204304" y="192214"/>
                </a:lnTo>
                <a:lnTo>
                  <a:pt x="204304" y="0"/>
                </a:lnTo>
                <a:lnTo>
                  <a:pt x="189064" y="0"/>
                </a:lnTo>
                <a:lnTo>
                  <a:pt x="189064" y="24384"/>
                </a:lnTo>
                <a:lnTo>
                  <a:pt x="189064" y="53340"/>
                </a:lnTo>
                <a:lnTo>
                  <a:pt x="189064" y="138785"/>
                </a:lnTo>
                <a:lnTo>
                  <a:pt x="89916" y="138785"/>
                </a:lnTo>
                <a:lnTo>
                  <a:pt x="89916" y="125069"/>
                </a:lnTo>
                <a:lnTo>
                  <a:pt x="189064" y="125069"/>
                </a:lnTo>
                <a:lnTo>
                  <a:pt x="189064" y="103733"/>
                </a:lnTo>
                <a:lnTo>
                  <a:pt x="89916" y="103733"/>
                </a:lnTo>
                <a:lnTo>
                  <a:pt x="89916" y="90017"/>
                </a:lnTo>
                <a:lnTo>
                  <a:pt x="189064" y="90017"/>
                </a:lnTo>
                <a:lnTo>
                  <a:pt x="189064" y="67157"/>
                </a:lnTo>
                <a:lnTo>
                  <a:pt x="89916" y="67157"/>
                </a:lnTo>
                <a:lnTo>
                  <a:pt x="89916" y="53340"/>
                </a:lnTo>
                <a:lnTo>
                  <a:pt x="189064" y="53340"/>
                </a:lnTo>
                <a:lnTo>
                  <a:pt x="189064" y="24384"/>
                </a:lnTo>
                <a:lnTo>
                  <a:pt x="89916" y="24384"/>
                </a:lnTo>
                <a:lnTo>
                  <a:pt x="89916" y="0"/>
                </a:lnTo>
                <a:lnTo>
                  <a:pt x="51816" y="0"/>
                </a:lnTo>
                <a:lnTo>
                  <a:pt x="51816" y="24384"/>
                </a:lnTo>
                <a:lnTo>
                  <a:pt x="10668" y="24384"/>
                </a:lnTo>
                <a:lnTo>
                  <a:pt x="10668" y="53340"/>
                </a:lnTo>
                <a:lnTo>
                  <a:pt x="51816" y="53340"/>
                </a:lnTo>
                <a:lnTo>
                  <a:pt x="51816" y="138785"/>
                </a:lnTo>
                <a:lnTo>
                  <a:pt x="3048" y="138785"/>
                </a:lnTo>
                <a:lnTo>
                  <a:pt x="3048" y="167830"/>
                </a:lnTo>
                <a:lnTo>
                  <a:pt x="57912" y="167830"/>
                </a:lnTo>
                <a:lnTo>
                  <a:pt x="45643" y="177571"/>
                </a:lnTo>
                <a:lnTo>
                  <a:pt x="31813" y="186309"/>
                </a:lnTo>
                <a:lnTo>
                  <a:pt x="16548" y="194195"/>
                </a:lnTo>
                <a:lnTo>
                  <a:pt x="0" y="201358"/>
                </a:lnTo>
                <a:lnTo>
                  <a:pt x="5664" y="209981"/>
                </a:lnTo>
                <a:lnTo>
                  <a:pt x="11049" y="217741"/>
                </a:lnTo>
                <a:lnTo>
                  <a:pt x="15862" y="224942"/>
                </a:lnTo>
                <a:lnTo>
                  <a:pt x="19812" y="231838"/>
                </a:lnTo>
                <a:lnTo>
                  <a:pt x="31000" y="225818"/>
                </a:lnTo>
                <a:lnTo>
                  <a:pt x="41529" y="219265"/>
                </a:lnTo>
                <a:lnTo>
                  <a:pt x="51523" y="212128"/>
                </a:lnTo>
                <a:lnTo>
                  <a:pt x="60960" y="204406"/>
                </a:lnTo>
                <a:lnTo>
                  <a:pt x="60960" y="221170"/>
                </a:lnTo>
                <a:lnTo>
                  <a:pt x="120484" y="221170"/>
                </a:lnTo>
                <a:lnTo>
                  <a:pt x="120484" y="239458"/>
                </a:lnTo>
                <a:lnTo>
                  <a:pt x="19812" y="239458"/>
                </a:lnTo>
                <a:lnTo>
                  <a:pt x="19812" y="268516"/>
                </a:lnTo>
                <a:lnTo>
                  <a:pt x="259270" y="268516"/>
                </a:lnTo>
                <a:lnTo>
                  <a:pt x="259270" y="239458"/>
                </a:lnTo>
                <a:lnTo>
                  <a:pt x="158584" y="239458"/>
                </a:lnTo>
                <a:lnTo>
                  <a:pt x="158584" y="221170"/>
                </a:lnTo>
                <a:lnTo>
                  <a:pt x="216496" y="221170"/>
                </a:lnTo>
                <a:lnTo>
                  <a:pt x="216496" y="204406"/>
                </a:lnTo>
                <a:lnTo>
                  <a:pt x="216496" y="202882"/>
                </a:lnTo>
                <a:lnTo>
                  <a:pt x="226148" y="211480"/>
                </a:lnTo>
                <a:lnTo>
                  <a:pt x="236512" y="219075"/>
                </a:lnTo>
                <a:lnTo>
                  <a:pt x="247192" y="225818"/>
                </a:lnTo>
                <a:lnTo>
                  <a:pt x="257746" y="231838"/>
                </a:lnTo>
                <a:lnTo>
                  <a:pt x="262585" y="224726"/>
                </a:lnTo>
                <a:lnTo>
                  <a:pt x="267843" y="217170"/>
                </a:lnTo>
                <a:lnTo>
                  <a:pt x="273392" y="209346"/>
                </a:lnTo>
                <a:lnTo>
                  <a:pt x="277990" y="202882"/>
                </a:lnTo>
                <a:lnTo>
                  <a:pt x="279082" y="201358"/>
                </a:lnTo>
                <a:close/>
              </a:path>
              <a:path w="561340" h="270509">
                <a:moveTo>
                  <a:pt x="561213" y="111353"/>
                </a:moveTo>
                <a:lnTo>
                  <a:pt x="449859" y="111353"/>
                </a:lnTo>
                <a:lnTo>
                  <a:pt x="449859" y="56388"/>
                </a:lnTo>
                <a:lnTo>
                  <a:pt x="541299" y="56388"/>
                </a:lnTo>
                <a:lnTo>
                  <a:pt x="541299" y="16764"/>
                </a:lnTo>
                <a:lnTo>
                  <a:pt x="309562" y="16764"/>
                </a:lnTo>
                <a:lnTo>
                  <a:pt x="309562" y="56388"/>
                </a:lnTo>
                <a:lnTo>
                  <a:pt x="407187" y="56388"/>
                </a:lnTo>
                <a:lnTo>
                  <a:pt x="407187" y="111353"/>
                </a:lnTo>
                <a:lnTo>
                  <a:pt x="289750" y="111353"/>
                </a:lnTo>
                <a:lnTo>
                  <a:pt x="289750" y="150977"/>
                </a:lnTo>
                <a:lnTo>
                  <a:pt x="407187" y="150977"/>
                </a:lnTo>
                <a:lnTo>
                  <a:pt x="407187" y="207454"/>
                </a:lnTo>
                <a:lnTo>
                  <a:pt x="405752" y="217462"/>
                </a:lnTo>
                <a:lnTo>
                  <a:pt x="401434" y="224599"/>
                </a:lnTo>
                <a:lnTo>
                  <a:pt x="394258" y="228892"/>
                </a:lnTo>
                <a:lnTo>
                  <a:pt x="384238" y="230314"/>
                </a:lnTo>
                <a:lnTo>
                  <a:pt x="371932" y="230060"/>
                </a:lnTo>
                <a:lnTo>
                  <a:pt x="360045" y="229362"/>
                </a:lnTo>
                <a:lnTo>
                  <a:pt x="336994" y="227266"/>
                </a:lnTo>
                <a:lnTo>
                  <a:pt x="339280" y="238442"/>
                </a:lnTo>
                <a:lnTo>
                  <a:pt x="346138" y="270040"/>
                </a:lnTo>
                <a:lnTo>
                  <a:pt x="405663" y="270040"/>
                </a:lnTo>
                <a:lnTo>
                  <a:pt x="442798" y="246964"/>
                </a:lnTo>
                <a:lnTo>
                  <a:pt x="449859" y="212026"/>
                </a:lnTo>
                <a:lnTo>
                  <a:pt x="449859" y="150977"/>
                </a:lnTo>
                <a:lnTo>
                  <a:pt x="561213" y="150977"/>
                </a:lnTo>
                <a:lnTo>
                  <a:pt x="561213" y="111353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76279" y="878586"/>
            <a:ext cx="1459865" cy="224790"/>
            <a:chOff x="1476279" y="878586"/>
            <a:chExt cx="1459865" cy="2247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6279" y="878586"/>
              <a:ext cx="401097" cy="22421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3953" y="878586"/>
              <a:ext cx="346233" cy="2242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6763" y="883157"/>
              <a:ext cx="329374" cy="2196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3569" y="941165"/>
              <a:ext cx="282130" cy="16163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3033331" y="867917"/>
            <a:ext cx="264160" cy="267335"/>
          </a:xfrm>
          <a:custGeom>
            <a:avLst/>
            <a:gdLst/>
            <a:ahLst/>
            <a:cxnLst/>
            <a:rect l="l" t="t" r="r" b="b"/>
            <a:pathLst>
              <a:path w="264160" h="267334">
                <a:moveTo>
                  <a:pt x="12192" y="45720"/>
                </a:moveTo>
                <a:lnTo>
                  <a:pt x="11071" y="38481"/>
                </a:lnTo>
                <a:lnTo>
                  <a:pt x="9906" y="30098"/>
                </a:lnTo>
                <a:lnTo>
                  <a:pt x="8763" y="21288"/>
                </a:lnTo>
                <a:lnTo>
                  <a:pt x="7620" y="12191"/>
                </a:lnTo>
                <a:lnTo>
                  <a:pt x="39043" y="9644"/>
                </a:lnTo>
                <a:lnTo>
                  <a:pt x="69199" y="6667"/>
                </a:lnTo>
                <a:lnTo>
                  <a:pt x="97925" y="3405"/>
                </a:lnTo>
                <a:lnTo>
                  <a:pt x="125063" y="0"/>
                </a:lnTo>
                <a:lnTo>
                  <a:pt x="131159" y="35052"/>
                </a:lnTo>
                <a:lnTo>
                  <a:pt x="88487" y="39624"/>
                </a:lnTo>
                <a:lnTo>
                  <a:pt x="88487" y="42672"/>
                </a:lnTo>
                <a:lnTo>
                  <a:pt x="51816" y="42672"/>
                </a:lnTo>
                <a:lnTo>
                  <a:pt x="41552" y="43791"/>
                </a:lnTo>
                <a:lnTo>
                  <a:pt x="31432" y="44767"/>
                </a:lnTo>
                <a:lnTo>
                  <a:pt x="21597" y="45458"/>
                </a:lnTo>
                <a:lnTo>
                  <a:pt x="12192" y="45720"/>
                </a:lnTo>
                <a:close/>
              </a:path>
              <a:path w="264160" h="267334">
                <a:moveTo>
                  <a:pt x="88487" y="73247"/>
                </a:moveTo>
                <a:lnTo>
                  <a:pt x="51816" y="73247"/>
                </a:lnTo>
                <a:lnTo>
                  <a:pt x="51816" y="42672"/>
                </a:lnTo>
                <a:lnTo>
                  <a:pt x="88487" y="42672"/>
                </a:lnTo>
                <a:lnTo>
                  <a:pt x="88487" y="73247"/>
                </a:lnTo>
                <a:close/>
              </a:path>
              <a:path w="264160" h="267334">
                <a:moveTo>
                  <a:pt x="132683" y="109823"/>
                </a:moveTo>
                <a:lnTo>
                  <a:pt x="3048" y="109823"/>
                </a:lnTo>
                <a:lnTo>
                  <a:pt x="3048" y="73247"/>
                </a:lnTo>
                <a:lnTo>
                  <a:pt x="132683" y="73247"/>
                </a:lnTo>
                <a:lnTo>
                  <a:pt x="132683" y="109823"/>
                </a:lnTo>
                <a:close/>
              </a:path>
              <a:path w="264160" h="267334">
                <a:moveTo>
                  <a:pt x="15240" y="224218"/>
                </a:moveTo>
                <a:lnTo>
                  <a:pt x="12644" y="214526"/>
                </a:lnTo>
                <a:lnTo>
                  <a:pt x="9334" y="203835"/>
                </a:lnTo>
                <a:lnTo>
                  <a:pt x="5167" y="192285"/>
                </a:lnTo>
                <a:lnTo>
                  <a:pt x="0" y="180022"/>
                </a:lnTo>
                <a:lnTo>
                  <a:pt x="14001" y="164553"/>
                </a:lnTo>
                <a:lnTo>
                  <a:pt x="26289" y="147780"/>
                </a:lnTo>
                <a:lnTo>
                  <a:pt x="36861" y="129578"/>
                </a:lnTo>
                <a:lnTo>
                  <a:pt x="45720" y="109823"/>
                </a:lnTo>
                <a:lnTo>
                  <a:pt x="88487" y="109823"/>
                </a:lnTo>
                <a:lnTo>
                  <a:pt x="88487" y="141827"/>
                </a:lnTo>
                <a:lnTo>
                  <a:pt x="112687" y="141827"/>
                </a:lnTo>
                <a:lnTo>
                  <a:pt x="119538" y="147363"/>
                </a:lnTo>
                <a:lnTo>
                  <a:pt x="129373" y="155845"/>
                </a:lnTo>
                <a:lnTo>
                  <a:pt x="138779" y="164782"/>
                </a:lnTo>
                <a:lnTo>
                  <a:pt x="137495" y="166306"/>
                </a:lnTo>
                <a:lnTo>
                  <a:pt x="51816" y="166306"/>
                </a:lnTo>
                <a:lnTo>
                  <a:pt x="43529" y="181998"/>
                </a:lnTo>
                <a:lnTo>
                  <a:pt x="34671" y="196977"/>
                </a:lnTo>
                <a:lnTo>
                  <a:pt x="25241" y="211097"/>
                </a:lnTo>
                <a:lnTo>
                  <a:pt x="15240" y="224218"/>
                </a:lnTo>
                <a:close/>
              </a:path>
              <a:path w="264160" h="267334">
                <a:moveTo>
                  <a:pt x="112687" y="141827"/>
                </a:moveTo>
                <a:lnTo>
                  <a:pt x="88487" y="141827"/>
                </a:lnTo>
                <a:lnTo>
                  <a:pt x="99155" y="131159"/>
                </a:lnTo>
                <a:lnTo>
                  <a:pt x="109418" y="139185"/>
                </a:lnTo>
                <a:lnTo>
                  <a:pt x="112687" y="141827"/>
                </a:lnTo>
                <a:close/>
              </a:path>
              <a:path w="264160" h="267334">
                <a:moveTo>
                  <a:pt x="88487" y="266985"/>
                </a:moveTo>
                <a:lnTo>
                  <a:pt x="51816" y="266985"/>
                </a:lnTo>
                <a:lnTo>
                  <a:pt x="51816" y="166306"/>
                </a:lnTo>
                <a:lnTo>
                  <a:pt x="88487" y="166306"/>
                </a:lnTo>
                <a:lnTo>
                  <a:pt x="88487" y="266985"/>
                </a:lnTo>
                <a:close/>
              </a:path>
              <a:path w="264160" h="267334">
                <a:moveTo>
                  <a:pt x="114395" y="193738"/>
                </a:moveTo>
                <a:lnTo>
                  <a:pt x="107775" y="186023"/>
                </a:lnTo>
                <a:lnTo>
                  <a:pt x="101441" y="178879"/>
                </a:lnTo>
                <a:lnTo>
                  <a:pt x="95107" y="172307"/>
                </a:lnTo>
                <a:lnTo>
                  <a:pt x="88487" y="166306"/>
                </a:lnTo>
                <a:lnTo>
                  <a:pt x="137495" y="166306"/>
                </a:lnTo>
                <a:lnTo>
                  <a:pt x="114395" y="193738"/>
                </a:lnTo>
                <a:close/>
              </a:path>
              <a:path w="264160" h="267334">
                <a:moveTo>
                  <a:pt x="178403" y="256317"/>
                </a:moveTo>
                <a:lnTo>
                  <a:pt x="141827" y="256317"/>
                </a:lnTo>
                <a:lnTo>
                  <a:pt x="141827" y="16764"/>
                </a:lnTo>
                <a:lnTo>
                  <a:pt x="263842" y="16764"/>
                </a:lnTo>
                <a:lnTo>
                  <a:pt x="263842" y="53340"/>
                </a:lnTo>
                <a:lnTo>
                  <a:pt x="178403" y="53340"/>
                </a:lnTo>
                <a:lnTo>
                  <a:pt x="178403" y="192214"/>
                </a:lnTo>
                <a:lnTo>
                  <a:pt x="263842" y="192214"/>
                </a:lnTo>
                <a:lnTo>
                  <a:pt x="263842" y="230314"/>
                </a:lnTo>
                <a:lnTo>
                  <a:pt x="178403" y="230314"/>
                </a:lnTo>
                <a:lnTo>
                  <a:pt x="178403" y="256317"/>
                </a:lnTo>
                <a:close/>
              </a:path>
              <a:path w="264160" h="267334">
                <a:moveTo>
                  <a:pt x="263842" y="192214"/>
                </a:moveTo>
                <a:lnTo>
                  <a:pt x="227266" y="192214"/>
                </a:lnTo>
                <a:lnTo>
                  <a:pt x="227266" y="53340"/>
                </a:lnTo>
                <a:lnTo>
                  <a:pt x="263842" y="53340"/>
                </a:lnTo>
                <a:lnTo>
                  <a:pt x="263842" y="192214"/>
                </a:lnTo>
                <a:close/>
              </a:path>
              <a:path w="264160" h="267334">
                <a:moveTo>
                  <a:pt x="263842" y="254793"/>
                </a:moveTo>
                <a:lnTo>
                  <a:pt x="227266" y="254793"/>
                </a:lnTo>
                <a:lnTo>
                  <a:pt x="227266" y="230314"/>
                </a:lnTo>
                <a:lnTo>
                  <a:pt x="263842" y="230314"/>
                </a:lnTo>
                <a:lnTo>
                  <a:pt x="263842" y="254793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3414617" y="878586"/>
            <a:ext cx="1090930" cy="224790"/>
            <a:chOff x="3414617" y="878586"/>
            <a:chExt cx="1090930" cy="22479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14617" y="878586"/>
              <a:ext cx="332422" cy="22421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771899" y="1001268"/>
              <a:ext cx="83820" cy="32384"/>
            </a:xfrm>
            <a:custGeom>
              <a:avLst/>
              <a:gdLst/>
              <a:ahLst/>
              <a:cxnLst/>
              <a:rect l="l" t="t" r="r" b="b"/>
              <a:pathLst>
                <a:path w="83820" h="32384">
                  <a:moveTo>
                    <a:pt x="83819" y="32003"/>
                  </a:moveTo>
                  <a:lnTo>
                    <a:pt x="0" y="32003"/>
                  </a:lnTo>
                  <a:lnTo>
                    <a:pt x="0" y="0"/>
                  </a:lnTo>
                  <a:lnTo>
                    <a:pt x="83819" y="0"/>
                  </a:lnTo>
                  <a:lnTo>
                    <a:pt x="83819" y="32003"/>
                  </a:lnTo>
                  <a:close/>
                </a:path>
              </a:pathLst>
            </a:custGeom>
            <a:solidFill>
              <a:srgbClr val="1118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87342" y="878586"/>
              <a:ext cx="189071" cy="22421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5370" y="878586"/>
              <a:ext cx="167830" cy="22421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11300" y="883158"/>
              <a:ext cx="193643" cy="216598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30007" y="860297"/>
            <a:ext cx="1967864" cy="279400"/>
            <a:chOff x="4630007" y="860297"/>
            <a:chExt cx="1967864" cy="279400"/>
          </a:xfrm>
        </p:grpSpPr>
        <p:sp>
          <p:nvSpPr>
            <p:cNvPr id="16" name="object 16"/>
            <p:cNvSpPr/>
            <p:nvPr/>
          </p:nvSpPr>
          <p:spPr>
            <a:xfrm>
              <a:off x="4630007" y="861821"/>
              <a:ext cx="257810" cy="271780"/>
            </a:xfrm>
            <a:custGeom>
              <a:avLst/>
              <a:gdLst/>
              <a:ahLst/>
              <a:cxnLst/>
              <a:rect l="l" t="t" r="r" b="b"/>
              <a:pathLst>
                <a:path w="257810" h="271780">
                  <a:moveTo>
                    <a:pt x="68675" y="44196"/>
                  </a:moveTo>
                  <a:lnTo>
                    <a:pt x="28956" y="44196"/>
                  </a:lnTo>
                  <a:lnTo>
                    <a:pt x="32337" y="31289"/>
                  </a:lnTo>
                  <a:lnTo>
                    <a:pt x="35433" y="19812"/>
                  </a:lnTo>
                  <a:lnTo>
                    <a:pt x="37957" y="9477"/>
                  </a:lnTo>
                  <a:lnTo>
                    <a:pt x="39624" y="0"/>
                  </a:lnTo>
                  <a:lnTo>
                    <a:pt x="82391" y="6096"/>
                  </a:lnTo>
                  <a:lnTo>
                    <a:pt x="68675" y="44196"/>
                  </a:lnTo>
                  <a:close/>
                </a:path>
                <a:path w="257810" h="271780">
                  <a:moveTo>
                    <a:pt x="161335" y="99155"/>
                  </a:moveTo>
                  <a:lnTo>
                    <a:pt x="117443" y="99155"/>
                  </a:lnTo>
                  <a:lnTo>
                    <a:pt x="127968" y="79161"/>
                  </a:lnTo>
                  <a:lnTo>
                    <a:pt x="138779" y="55864"/>
                  </a:lnTo>
                  <a:lnTo>
                    <a:pt x="149590" y="29423"/>
                  </a:lnTo>
                  <a:lnTo>
                    <a:pt x="160115" y="0"/>
                  </a:lnTo>
                  <a:lnTo>
                    <a:pt x="198310" y="9144"/>
                  </a:lnTo>
                  <a:lnTo>
                    <a:pt x="194826" y="19145"/>
                  </a:lnTo>
                  <a:lnTo>
                    <a:pt x="191369" y="28575"/>
                  </a:lnTo>
                  <a:lnTo>
                    <a:pt x="187929" y="37433"/>
                  </a:lnTo>
                  <a:lnTo>
                    <a:pt x="184499" y="45720"/>
                  </a:lnTo>
                  <a:lnTo>
                    <a:pt x="257746" y="45720"/>
                  </a:lnTo>
                  <a:lnTo>
                    <a:pt x="257116" y="79161"/>
                  </a:lnTo>
                  <a:lnTo>
                    <a:pt x="257055" y="82391"/>
                  </a:lnTo>
                  <a:lnTo>
                    <a:pt x="169259" y="82391"/>
                  </a:lnTo>
                  <a:lnTo>
                    <a:pt x="164663" y="92416"/>
                  </a:lnTo>
                  <a:lnTo>
                    <a:pt x="161335" y="99155"/>
                  </a:lnTo>
                  <a:close/>
                </a:path>
                <a:path w="257810" h="271780">
                  <a:moveTo>
                    <a:pt x="38100" y="271557"/>
                  </a:moveTo>
                  <a:lnTo>
                    <a:pt x="0" y="271557"/>
                  </a:lnTo>
                  <a:lnTo>
                    <a:pt x="0" y="44196"/>
                  </a:lnTo>
                  <a:lnTo>
                    <a:pt x="117443" y="44196"/>
                  </a:lnTo>
                  <a:lnTo>
                    <a:pt x="117443" y="80867"/>
                  </a:lnTo>
                  <a:lnTo>
                    <a:pt x="38100" y="80867"/>
                  </a:lnTo>
                  <a:lnTo>
                    <a:pt x="38100" y="129635"/>
                  </a:lnTo>
                  <a:lnTo>
                    <a:pt x="117443" y="129635"/>
                  </a:lnTo>
                  <a:lnTo>
                    <a:pt x="117443" y="166258"/>
                  </a:lnTo>
                  <a:lnTo>
                    <a:pt x="38100" y="166258"/>
                  </a:lnTo>
                  <a:lnTo>
                    <a:pt x="38100" y="213550"/>
                  </a:lnTo>
                  <a:lnTo>
                    <a:pt x="117443" y="213550"/>
                  </a:lnTo>
                  <a:lnTo>
                    <a:pt x="117443" y="250126"/>
                  </a:lnTo>
                  <a:lnTo>
                    <a:pt x="38100" y="250126"/>
                  </a:lnTo>
                  <a:lnTo>
                    <a:pt x="38100" y="271557"/>
                  </a:lnTo>
                  <a:close/>
                </a:path>
                <a:path w="257810" h="271780">
                  <a:moveTo>
                    <a:pt x="117443" y="129635"/>
                  </a:moveTo>
                  <a:lnTo>
                    <a:pt x="77819" y="129635"/>
                  </a:lnTo>
                  <a:lnTo>
                    <a:pt x="77819" y="80867"/>
                  </a:lnTo>
                  <a:lnTo>
                    <a:pt x="117443" y="80867"/>
                  </a:lnTo>
                  <a:lnTo>
                    <a:pt x="117443" y="99155"/>
                  </a:lnTo>
                  <a:lnTo>
                    <a:pt x="161335" y="99155"/>
                  </a:lnTo>
                  <a:lnTo>
                    <a:pt x="159924" y="102012"/>
                  </a:lnTo>
                  <a:lnTo>
                    <a:pt x="158999" y="103727"/>
                  </a:lnTo>
                  <a:lnTo>
                    <a:pt x="117443" y="103727"/>
                  </a:lnTo>
                  <a:lnTo>
                    <a:pt x="117443" y="129635"/>
                  </a:lnTo>
                  <a:close/>
                </a:path>
                <a:path w="257810" h="271780">
                  <a:moveTo>
                    <a:pt x="252221" y="230290"/>
                  </a:moveTo>
                  <a:lnTo>
                    <a:pt x="198358" y="230290"/>
                  </a:lnTo>
                  <a:lnTo>
                    <a:pt x="201358" y="228790"/>
                  </a:lnTo>
                  <a:lnTo>
                    <a:pt x="205930" y="228790"/>
                  </a:lnTo>
                  <a:lnTo>
                    <a:pt x="213550" y="221170"/>
                  </a:lnTo>
                  <a:lnTo>
                    <a:pt x="213550" y="218122"/>
                  </a:lnTo>
                  <a:lnTo>
                    <a:pt x="214455" y="214360"/>
                  </a:lnTo>
                  <a:lnTo>
                    <a:pt x="215074" y="207454"/>
                  </a:lnTo>
                  <a:lnTo>
                    <a:pt x="215622" y="198310"/>
                  </a:lnTo>
                  <a:lnTo>
                    <a:pt x="216598" y="183070"/>
                  </a:lnTo>
                  <a:lnTo>
                    <a:pt x="216598" y="126587"/>
                  </a:lnTo>
                  <a:lnTo>
                    <a:pt x="218122" y="82391"/>
                  </a:lnTo>
                  <a:lnTo>
                    <a:pt x="257055" y="82391"/>
                  </a:lnTo>
                  <a:lnTo>
                    <a:pt x="254698" y="207454"/>
                  </a:lnTo>
                  <a:lnTo>
                    <a:pt x="252311" y="229671"/>
                  </a:lnTo>
                  <a:lnTo>
                    <a:pt x="252221" y="230290"/>
                  </a:lnTo>
                  <a:close/>
                </a:path>
                <a:path w="257810" h="271780">
                  <a:moveTo>
                    <a:pt x="149447" y="120491"/>
                  </a:moveTo>
                  <a:lnTo>
                    <a:pt x="142303" y="116800"/>
                  </a:lnTo>
                  <a:lnTo>
                    <a:pt x="126301" y="108275"/>
                  </a:lnTo>
                  <a:lnTo>
                    <a:pt x="117443" y="103727"/>
                  </a:lnTo>
                  <a:lnTo>
                    <a:pt x="158999" y="103727"/>
                  </a:lnTo>
                  <a:lnTo>
                    <a:pt x="154900" y="111323"/>
                  </a:lnTo>
                  <a:lnTo>
                    <a:pt x="149447" y="120491"/>
                  </a:lnTo>
                  <a:close/>
                </a:path>
                <a:path w="257810" h="271780">
                  <a:moveTo>
                    <a:pt x="169259" y="198310"/>
                  </a:moveTo>
                  <a:lnTo>
                    <a:pt x="158115" y="181722"/>
                  </a:lnTo>
                  <a:lnTo>
                    <a:pt x="147542" y="166258"/>
                  </a:lnTo>
                  <a:lnTo>
                    <a:pt x="137541" y="151938"/>
                  </a:lnTo>
                  <a:lnTo>
                    <a:pt x="128111" y="138779"/>
                  </a:lnTo>
                  <a:lnTo>
                    <a:pt x="160115" y="115919"/>
                  </a:lnTo>
                  <a:lnTo>
                    <a:pt x="170665" y="129065"/>
                  </a:lnTo>
                  <a:lnTo>
                    <a:pt x="181653" y="143363"/>
                  </a:lnTo>
                  <a:lnTo>
                    <a:pt x="192945" y="158821"/>
                  </a:lnTo>
                  <a:lnTo>
                    <a:pt x="204406" y="175450"/>
                  </a:lnTo>
                  <a:lnTo>
                    <a:pt x="169259" y="198310"/>
                  </a:lnTo>
                  <a:close/>
                </a:path>
                <a:path w="257810" h="271780">
                  <a:moveTo>
                    <a:pt x="117443" y="213550"/>
                  </a:moveTo>
                  <a:lnTo>
                    <a:pt x="77819" y="213550"/>
                  </a:lnTo>
                  <a:lnTo>
                    <a:pt x="77819" y="166258"/>
                  </a:lnTo>
                  <a:lnTo>
                    <a:pt x="117443" y="166258"/>
                  </a:lnTo>
                  <a:lnTo>
                    <a:pt x="117443" y="213550"/>
                  </a:lnTo>
                  <a:close/>
                </a:path>
                <a:path w="257810" h="271780">
                  <a:moveTo>
                    <a:pt x="157067" y="271557"/>
                  </a:moveTo>
                  <a:lnTo>
                    <a:pt x="146463" y="228981"/>
                  </a:lnTo>
                  <a:lnTo>
                    <a:pt x="146399" y="228790"/>
                  </a:lnTo>
                  <a:lnTo>
                    <a:pt x="156948" y="229671"/>
                  </a:lnTo>
                  <a:lnTo>
                    <a:pt x="167925" y="230124"/>
                  </a:lnTo>
                  <a:lnTo>
                    <a:pt x="179189" y="230290"/>
                  </a:lnTo>
                  <a:lnTo>
                    <a:pt x="252221" y="230290"/>
                  </a:lnTo>
                  <a:lnTo>
                    <a:pt x="251269" y="236815"/>
                  </a:lnTo>
                  <a:lnTo>
                    <a:pt x="225742" y="266985"/>
                  </a:lnTo>
                  <a:lnTo>
                    <a:pt x="177941" y="271295"/>
                  </a:lnTo>
                  <a:lnTo>
                    <a:pt x="157067" y="271557"/>
                  </a:lnTo>
                  <a:close/>
                </a:path>
                <a:path w="257810" h="271780">
                  <a:moveTo>
                    <a:pt x="117443" y="270033"/>
                  </a:moveTo>
                  <a:lnTo>
                    <a:pt x="77819" y="270033"/>
                  </a:lnTo>
                  <a:lnTo>
                    <a:pt x="77819" y="250126"/>
                  </a:lnTo>
                  <a:lnTo>
                    <a:pt x="117443" y="250126"/>
                  </a:lnTo>
                  <a:lnTo>
                    <a:pt x="117443" y="270033"/>
                  </a:lnTo>
                  <a:close/>
                </a:path>
              </a:pathLst>
            </a:custGeom>
            <a:solidFill>
              <a:srgbClr val="1118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15185" y="860297"/>
              <a:ext cx="1682115" cy="27917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9474993" y="935069"/>
            <a:ext cx="294640" cy="108585"/>
            <a:chOff x="9474993" y="935069"/>
            <a:chExt cx="294640" cy="108585"/>
          </a:xfrm>
        </p:grpSpPr>
        <p:sp>
          <p:nvSpPr>
            <p:cNvPr id="19" name="object 19"/>
            <p:cNvSpPr/>
            <p:nvPr/>
          </p:nvSpPr>
          <p:spPr>
            <a:xfrm>
              <a:off x="9474987" y="935735"/>
              <a:ext cx="92710" cy="107950"/>
            </a:xfrm>
            <a:custGeom>
              <a:avLst/>
              <a:gdLst/>
              <a:ahLst/>
              <a:cxnLst/>
              <a:rect l="l" t="t" r="r" b="b"/>
              <a:pathLst>
                <a:path w="92709" h="107950">
                  <a:moveTo>
                    <a:pt x="62484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5240" y="37439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8956" y="14579"/>
                  </a:lnTo>
                  <a:lnTo>
                    <a:pt x="44196" y="14579"/>
                  </a:lnTo>
                  <a:lnTo>
                    <a:pt x="51816" y="17627"/>
                  </a:lnTo>
                  <a:lnTo>
                    <a:pt x="57912" y="22199"/>
                  </a:lnTo>
                  <a:lnTo>
                    <a:pt x="57912" y="6959"/>
                  </a:lnTo>
                  <a:lnTo>
                    <a:pt x="53340" y="5435"/>
                  </a:lnTo>
                  <a:lnTo>
                    <a:pt x="45720" y="3911"/>
                  </a:lnTo>
                  <a:lnTo>
                    <a:pt x="35052" y="3911"/>
                  </a:lnTo>
                  <a:lnTo>
                    <a:pt x="28244" y="4241"/>
                  </a:lnTo>
                  <a:lnTo>
                    <a:pt x="21717" y="5435"/>
                  </a:lnTo>
                  <a:lnTo>
                    <a:pt x="15760" y="7772"/>
                  </a:lnTo>
                  <a:lnTo>
                    <a:pt x="10668" y="11531"/>
                  </a:lnTo>
                  <a:lnTo>
                    <a:pt x="3048" y="16103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5240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672" y="69443"/>
                  </a:lnTo>
                  <a:lnTo>
                    <a:pt x="44196" y="70967"/>
                  </a:lnTo>
                  <a:lnTo>
                    <a:pt x="45720" y="74015"/>
                  </a:lnTo>
                  <a:lnTo>
                    <a:pt x="47244" y="75539"/>
                  </a:lnTo>
                  <a:lnTo>
                    <a:pt x="48768" y="78587"/>
                  </a:lnTo>
                  <a:lnTo>
                    <a:pt x="48768" y="81635"/>
                  </a:lnTo>
                  <a:lnTo>
                    <a:pt x="47358" y="87934"/>
                  </a:lnTo>
                  <a:lnTo>
                    <a:pt x="43243" y="92773"/>
                  </a:lnTo>
                  <a:lnTo>
                    <a:pt x="36550" y="95872"/>
                  </a:lnTo>
                  <a:lnTo>
                    <a:pt x="27432" y="96964"/>
                  </a:lnTo>
                  <a:lnTo>
                    <a:pt x="22860" y="96964"/>
                  </a:lnTo>
                  <a:lnTo>
                    <a:pt x="16764" y="95440"/>
                  </a:lnTo>
                  <a:lnTo>
                    <a:pt x="7620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3048" y="104584"/>
                  </a:lnTo>
                  <a:lnTo>
                    <a:pt x="6096" y="104584"/>
                  </a:lnTo>
                  <a:lnTo>
                    <a:pt x="12192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2484" y="89344"/>
                  </a:lnTo>
                  <a:lnTo>
                    <a:pt x="62484" y="74015"/>
                  </a:lnTo>
                  <a:close/>
                </a:path>
                <a:path w="92709" h="107950">
                  <a:moveTo>
                    <a:pt x="92671" y="0"/>
                  </a:moveTo>
                  <a:lnTo>
                    <a:pt x="78955" y="0"/>
                  </a:lnTo>
                  <a:lnTo>
                    <a:pt x="78955" y="106680"/>
                  </a:lnTo>
                  <a:lnTo>
                    <a:pt x="92671" y="106680"/>
                  </a:lnTo>
                  <a:lnTo>
                    <a:pt x="92671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89389" y="935069"/>
              <a:ext cx="179927" cy="108299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9828752" y="938117"/>
            <a:ext cx="36830" cy="104139"/>
          </a:xfrm>
          <a:custGeom>
            <a:avLst/>
            <a:gdLst/>
            <a:ahLst/>
            <a:cxnLst/>
            <a:rect l="l" t="t" r="r" b="b"/>
            <a:pathLst>
              <a:path w="36829" h="104140">
                <a:moveTo>
                  <a:pt x="36575" y="103727"/>
                </a:moveTo>
                <a:lnTo>
                  <a:pt x="22859" y="103727"/>
                </a:lnTo>
                <a:lnTo>
                  <a:pt x="22859" y="18288"/>
                </a:lnTo>
                <a:lnTo>
                  <a:pt x="21335" y="19812"/>
                </a:lnTo>
                <a:lnTo>
                  <a:pt x="18287" y="21336"/>
                </a:lnTo>
                <a:lnTo>
                  <a:pt x="9143" y="27432"/>
                </a:lnTo>
                <a:lnTo>
                  <a:pt x="4571" y="28956"/>
                </a:lnTo>
                <a:lnTo>
                  <a:pt x="0" y="28956"/>
                </a:lnTo>
                <a:lnTo>
                  <a:pt x="0" y="16764"/>
                </a:lnTo>
                <a:lnTo>
                  <a:pt x="6095" y="15240"/>
                </a:lnTo>
                <a:lnTo>
                  <a:pt x="10667" y="13716"/>
                </a:lnTo>
                <a:lnTo>
                  <a:pt x="16763" y="9144"/>
                </a:lnTo>
                <a:lnTo>
                  <a:pt x="22859" y="6096"/>
                </a:lnTo>
                <a:lnTo>
                  <a:pt x="32003" y="0"/>
                </a:lnTo>
                <a:lnTo>
                  <a:pt x="36575" y="0"/>
                </a:lnTo>
                <a:lnTo>
                  <a:pt x="36575" y="103727"/>
                </a:lnTo>
                <a:close/>
              </a:path>
            </a:pathLst>
          </a:custGeom>
          <a:solidFill>
            <a:srgbClr val="23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2102" y="1281302"/>
            <a:ext cx="2853308" cy="187642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06990" y="7288720"/>
            <a:ext cx="169259" cy="74771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84935" y="2486025"/>
            <a:ext cx="7639050" cy="3419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144" y="861821"/>
            <a:ext cx="1134745" cy="278130"/>
          </a:xfrm>
          <a:custGeom>
            <a:avLst/>
            <a:gdLst/>
            <a:ahLst/>
            <a:cxnLst/>
            <a:rect l="l" t="t" r="r" b="b"/>
            <a:pathLst>
              <a:path w="1134745" h="278130">
                <a:moveTo>
                  <a:pt x="74676" y="51816"/>
                </a:moveTo>
                <a:lnTo>
                  <a:pt x="67297" y="39230"/>
                </a:lnTo>
                <a:lnTo>
                  <a:pt x="59055" y="26479"/>
                </a:lnTo>
                <a:lnTo>
                  <a:pt x="41148" y="0"/>
                </a:lnTo>
                <a:lnTo>
                  <a:pt x="9144" y="19812"/>
                </a:lnTo>
                <a:lnTo>
                  <a:pt x="18859" y="34150"/>
                </a:lnTo>
                <a:lnTo>
                  <a:pt x="27432" y="47637"/>
                </a:lnTo>
                <a:lnTo>
                  <a:pt x="34861" y="60579"/>
                </a:lnTo>
                <a:lnTo>
                  <a:pt x="41148" y="73253"/>
                </a:lnTo>
                <a:lnTo>
                  <a:pt x="74676" y="51816"/>
                </a:lnTo>
                <a:close/>
              </a:path>
              <a:path w="1134745" h="278130">
                <a:moveTo>
                  <a:pt x="85344" y="221170"/>
                </a:moveTo>
                <a:lnTo>
                  <a:pt x="85267" y="218770"/>
                </a:lnTo>
                <a:lnTo>
                  <a:pt x="85191" y="216509"/>
                </a:lnTo>
                <a:lnTo>
                  <a:pt x="85077" y="213106"/>
                </a:lnTo>
                <a:lnTo>
                  <a:pt x="84391" y="204597"/>
                </a:lnTo>
                <a:lnTo>
                  <a:pt x="84048" y="201358"/>
                </a:lnTo>
                <a:lnTo>
                  <a:pt x="82296" y="184594"/>
                </a:lnTo>
                <a:lnTo>
                  <a:pt x="77698" y="188937"/>
                </a:lnTo>
                <a:lnTo>
                  <a:pt x="72961" y="192976"/>
                </a:lnTo>
                <a:lnTo>
                  <a:pt x="67932" y="197027"/>
                </a:lnTo>
                <a:lnTo>
                  <a:pt x="62484" y="201358"/>
                </a:lnTo>
                <a:lnTo>
                  <a:pt x="62484" y="93065"/>
                </a:lnTo>
                <a:lnTo>
                  <a:pt x="0" y="93065"/>
                </a:lnTo>
                <a:lnTo>
                  <a:pt x="0" y="129641"/>
                </a:lnTo>
                <a:lnTo>
                  <a:pt x="25908" y="129641"/>
                </a:lnTo>
                <a:lnTo>
                  <a:pt x="25908" y="224218"/>
                </a:lnTo>
                <a:lnTo>
                  <a:pt x="22860" y="231838"/>
                </a:lnTo>
                <a:lnTo>
                  <a:pt x="18288" y="236410"/>
                </a:lnTo>
                <a:lnTo>
                  <a:pt x="38100" y="259372"/>
                </a:lnTo>
                <a:lnTo>
                  <a:pt x="47840" y="250786"/>
                </a:lnTo>
                <a:lnTo>
                  <a:pt x="58864" y="241376"/>
                </a:lnTo>
                <a:lnTo>
                  <a:pt x="71323" y="231419"/>
                </a:lnTo>
                <a:lnTo>
                  <a:pt x="85344" y="221170"/>
                </a:lnTo>
                <a:close/>
              </a:path>
              <a:path w="1134745" h="278130">
                <a:moveTo>
                  <a:pt x="279082" y="224218"/>
                </a:moveTo>
                <a:lnTo>
                  <a:pt x="259600" y="216509"/>
                </a:lnTo>
                <a:lnTo>
                  <a:pt x="242417" y="207073"/>
                </a:lnTo>
                <a:lnTo>
                  <a:pt x="234797" y="201358"/>
                </a:lnTo>
                <a:lnTo>
                  <a:pt x="232765" y="199834"/>
                </a:lnTo>
                <a:lnTo>
                  <a:pt x="227558" y="195935"/>
                </a:lnTo>
                <a:lnTo>
                  <a:pt x="214985" y="183070"/>
                </a:lnTo>
                <a:lnTo>
                  <a:pt x="272986" y="183070"/>
                </a:lnTo>
                <a:lnTo>
                  <a:pt x="272986" y="154025"/>
                </a:lnTo>
                <a:lnTo>
                  <a:pt x="193649" y="154025"/>
                </a:lnTo>
                <a:lnTo>
                  <a:pt x="193649" y="135737"/>
                </a:lnTo>
                <a:lnTo>
                  <a:pt x="262318" y="135737"/>
                </a:lnTo>
                <a:lnTo>
                  <a:pt x="262318" y="106781"/>
                </a:lnTo>
                <a:lnTo>
                  <a:pt x="262318" y="86969"/>
                </a:lnTo>
                <a:lnTo>
                  <a:pt x="262318" y="59436"/>
                </a:lnTo>
                <a:lnTo>
                  <a:pt x="262318" y="38100"/>
                </a:lnTo>
                <a:lnTo>
                  <a:pt x="262318" y="9144"/>
                </a:lnTo>
                <a:lnTo>
                  <a:pt x="225653" y="9144"/>
                </a:lnTo>
                <a:lnTo>
                  <a:pt x="225653" y="38100"/>
                </a:lnTo>
                <a:lnTo>
                  <a:pt x="225653" y="59436"/>
                </a:lnTo>
                <a:lnTo>
                  <a:pt x="225653" y="86969"/>
                </a:lnTo>
                <a:lnTo>
                  <a:pt x="225653" y="106781"/>
                </a:lnTo>
                <a:lnTo>
                  <a:pt x="193649" y="106781"/>
                </a:lnTo>
                <a:lnTo>
                  <a:pt x="193649" y="86969"/>
                </a:lnTo>
                <a:lnTo>
                  <a:pt x="225653" y="86969"/>
                </a:lnTo>
                <a:lnTo>
                  <a:pt x="225653" y="59436"/>
                </a:lnTo>
                <a:lnTo>
                  <a:pt x="193649" y="59436"/>
                </a:lnTo>
                <a:lnTo>
                  <a:pt x="193649" y="38100"/>
                </a:lnTo>
                <a:lnTo>
                  <a:pt x="225653" y="38100"/>
                </a:lnTo>
                <a:lnTo>
                  <a:pt x="225653" y="9144"/>
                </a:lnTo>
                <a:lnTo>
                  <a:pt x="157073" y="9144"/>
                </a:lnTo>
                <a:lnTo>
                  <a:pt x="157073" y="38100"/>
                </a:lnTo>
                <a:lnTo>
                  <a:pt x="157073" y="59436"/>
                </a:lnTo>
                <a:lnTo>
                  <a:pt x="157073" y="86969"/>
                </a:lnTo>
                <a:lnTo>
                  <a:pt x="157073" y="106781"/>
                </a:lnTo>
                <a:lnTo>
                  <a:pt x="123545" y="106781"/>
                </a:lnTo>
                <a:lnTo>
                  <a:pt x="123545" y="86969"/>
                </a:lnTo>
                <a:lnTo>
                  <a:pt x="157073" y="86969"/>
                </a:lnTo>
                <a:lnTo>
                  <a:pt x="157073" y="59436"/>
                </a:lnTo>
                <a:lnTo>
                  <a:pt x="123545" y="59436"/>
                </a:lnTo>
                <a:lnTo>
                  <a:pt x="123545" y="38100"/>
                </a:lnTo>
                <a:lnTo>
                  <a:pt x="157073" y="38100"/>
                </a:lnTo>
                <a:lnTo>
                  <a:pt x="157073" y="9144"/>
                </a:lnTo>
                <a:lnTo>
                  <a:pt x="88392" y="9144"/>
                </a:lnTo>
                <a:lnTo>
                  <a:pt x="88392" y="135737"/>
                </a:lnTo>
                <a:lnTo>
                  <a:pt x="157073" y="135737"/>
                </a:lnTo>
                <a:lnTo>
                  <a:pt x="157073" y="154025"/>
                </a:lnTo>
                <a:lnTo>
                  <a:pt x="77724" y="154025"/>
                </a:lnTo>
                <a:lnTo>
                  <a:pt x="77724" y="183070"/>
                </a:lnTo>
                <a:lnTo>
                  <a:pt x="138785" y="183070"/>
                </a:lnTo>
                <a:lnTo>
                  <a:pt x="127647" y="194818"/>
                </a:lnTo>
                <a:lnTo>
                  <a:pt x="112636" y="207264"/>
                </a:lnTo>
                <a:lnTo>
                  <a:pt x="93903" y="220586"/>
                </a:lnTo>
                <a:lnTo>
                  <a:pt x="71628" y="234886"/>
                </a:lnTo>
                <a:lnTo>
                  <a:pt x="78219" y="242633"/>
                </a:lnTo>
                <a:lnTo>
                  <a:pt x="84391" y="249948"/>
                </a:lnTo>
                <a:lnTo>
                  <a:pt x="96012" y="263944"/>
                </a:lnTo>
                <a:lnTo>
                  <a:pt x="113741" y="249605"/>
                </a:lnTo>
                <a:lnTo>
                  <a:pt x="130009" y="234137"/>
                </a:lnTo>
                <a:lnTo>
                  <a:pt x="144538" y="217563"/>
                </a:lnTo>
                <a:lnTo>
                  <a:pt x="157073" y="199834"/>
                </a:lnTo>
                <a:lnTo>
                  <a:pt x="157073" y="274612"/>
                </a:lnTo>
                <a:lnTo>
                  <a:pt x="193649" y="274612"/>
                </a:lnTo>
                <a:lnTo>
                  <a:pt x="193649" y="201358"/>
                </a:lnTo>
                <a:lnTo>
                  <a:pt x="206451" y="218770"/>
                </a:lnTo>
                <a:lnTo>
                  <a:pt x="221843" y="234327"/>
                </a:lnTo>
                <a:lnTo>
                  <a:pt x="239547" y="247916"/>
                </a:lnTo>
                <a:lnTo>
                  <a:pt x="259270" y="259372"/>
                </a:lnTo>
                <a:lnTo>
                  <a:pt x="264083" y="249339"/>
                </a:lnTo>
                <a:lnTo>
                  <a:pt x="269176" y="240042"/>
                </a:lnTo>
                <a:lnTo>
                  <a:pt x="274269" y="231635"/>
                </a:lnTo>
                <a:lnTo>
                  <a:pt x="279082" y="224218"/>
                </a:lnTo>
                <a:close/>
              </a:path>
              <a:path w="1134745" h="278130">
                <a:moveTo>
                  <a:pt x="408724" y="9144"/>
                </a:moveTo>
                <a:lnTo>
                  <a:pt x="375094" y="9144"/>
                </a:lnTo>
                <a:lnTo>
                  <a:pt x="375094" y="36576"/>
                </a:lnTo>
                <a:lnTo>
                  <a:pt x="375094" y="51816"/>
                </a:lnTo>
                <a:lnTo>
                  <a:pt x="375094" y="76301"/>
                </a:lnTo>
                <a:lnTo>
                  <a:pt x="375094" y="91541"/>
                </a:lnTo>
                <a:lnTo>
                  <a:pt x="330898" y="91541"/>
                </a:lnTo>
                <a:lnTo>
                  <a:pt x="330898" y="76301"/>
                </a:lnTo>
                <a:lnTo>
                  <a:pt x="375094" y="76301"/>
                </a:lnTo>
                <a:lnTo>
                  <a:pt x="375094" y="51816"/>
                </a:lnTo>
                <a:lnTo>
                  <a:pt x="330898" y="51816"/>
                </a:lnTo>
                <a:lnTo>
                  <a:pt x="330898" y="36576"/>
                </a:lnTo>
                <a:lnTo>
                  <a:pt x="375094" y="36576"/>
                </a:lnTo>
                <a:lnTo>
                  <a:pt x="375094" y="9144"/>
                </a:lnTo>
                <a:lnTo>
                  <a:pt x="298894" y="9144"/>
                </a:lnTo>
                <a:lnTo>
                  <a:pt x="298894" y="118973"/>
                </a:lnTo>
                <a:lnTo>
                  <a:pt x="408724" y="118973"/>
                </a:lnTo>
                <a:lnTo>
                  <a:pt x="408724" y="91541"/>
                </a:lnTo>
                <a:lnTo>
                  <a:pt x="408724" y="76301"/>
                </a:lnTo>
                <a:lnTo>
                  <a:pt x="408724" y="51816"/>
                </a:lnTo>
                <a:lnTo>
                  <a:pt x="408724" y="36576"/>
                </a:lnTo>
                <a:lnTo>
                  <a:pt x="408724" y="9144"/>
                </a:lnTo>
                <a:close/>
              </a:path>
              <a:path w="1134745" h="278130">
                <a:moveTo>
                  <a:pt x="556641" y="10668"/>
                </a:moveTo>
                <a:lnTo>
                  <a:pt x="419392" y="10668"/>
                </a:lnTo>
                <a:lnTo>
                  <a:pt x="419392" y="38100"/>
                </a:lnTo>
                <a:lnTo>
                  <a:pt x="465112" y="38100"/>
                </a:lnTo>
                <a:lnTo>
                  <a:pt x="462064" y="53340"/>
                </a:lnTo>
                <a:lnTo>
                  <a:pt x="460540" y="59436"/>
                </a:lnTo>
                <a:lnTo>
                  <a:pt x="423964" y="59436"/>
                </a:lnTo>
                <a:lnTo>
                  <a:pt x="423964" y="176974"/>
                </a:lnTo>
                <a:lnTo>
                  <a:pt x="455968" y="176974"/>
                </a:lnTo>
                <a:lnTo>
                  <a:pt x="455968" y="88493"/>
                </a:lnTo>
                <a:lnTo>
                  <a:pt x="515404" y="88493"/>
                </a:lnTo>
                <a:lnTo>
                  <a:pt x="515404" y="176974"/>
                </a:lnTo>
                <a:lnTo>
                  <a:pt x="547497" y="176974"/>
                </a:lnTo>
                <a:lnTo>
                  <a:pt x="547497" y="88493"/>
                </a:lnTo>
                <a:lnTo>
                  <a:pt x="547497" y="59436"/>
                </a:lnTo>
                <a:lnTo>
                  <a:pt x="495592" y="59436"/>
                </a:lnTo>
                <a:lnTo>
                  <a:pt x="497116" y="53340"/>
                </a:lnTo>
                <a:lnTo>
                  <a:pt x="500164" y="38100"/>
                </a:lnTo>
                <a:lnTo>
                  <a:pt x="556641" y="38100"/>
                </a:lnTo>
                <a:lnTo>
                  <a:pt x="556641" y="10668"/>
                </a:lnTo>
                <a:close/>
              </a:path>
              <a:path w="1134745" h="278130">
                <a:moveTo>
                  <a:pt x="562737" y="210502"/>
                </a:moveTo>
                <a:lnTo>
                  <a:pt x="547484" y="200202"/>
                </a:lnTo>
                <a:lnTo>
                  <a:pt x="542251" y="196786"/>
                </a:lnTo>
                <a:lnTo>
                  <a:pt x="536740" y="193205"/>
                </a:lnTo>
                <a:lnTo>
                  <a:pt x="536740" y="236410"/>
                </a:lnTo>
                <a:lnTo>
                  <a:pt x="433108" y="236410"/>
                </a:lnTo>
                <a:lnTo>
                  <a:pt x="449110" y="227863"/>
                </a:lnTo>
                <a:lnTo>
                  <a:pt x="462826" y="218313"/>
                </a:lnTo>
                <a:lnTo>
                  <a:pt x="474256" y="207911"/>
                </a:lnTo>
                <a:lnTo>
                  <a:pt x="483400" y="196786"/>
                </a:lnTo>
                <a:lnTo>
                  <a:pt x="497090" y="205981"/>
                </a:lnTo>
                <a:lnTo>
                  <a:pt x="510641" y="215455"/>
                </a:lnTo>
                <a:lnTo>
                  <a:pt x="523900" y="225513"/>
                </a:lnTo>
                <a:lnTo>
                  <a:pt x="536740" y="236410"/>
                </a:lnTo>
                <a:lnTo>
                  <a:pt x="536740" y="193205"/>
                </a:lnTo>
                <a:lnTo>
                  <a:pt x="531406" y="189738"/>
                </a:lnTo>
                <a:lnTo>
                  <a:pt x="514210" y="179006"/>
                </a:lnTo>
                <a:lnTo>
                  <a:pt x="495592" y="167830"/>
                </a:lnTo>
                <a:lnTo>
                  <a:pt x="498462" y="158356"/>
                </a:lnTo>
                <a:lnTo>
                  <a:pt x="500354" y="148323"/>
                </a:lnTo>
                <a:lnTo>
                  <a:pt x="501370" y="137744"/>
                </a:lnTo>
                <a:lnTo>
                  <a:pt x="501561" y="131165"/>
                </a:lnTo>
                <a:lnTo>
                  <a:pt x="501688" y="100685"/>
                </a:lnTo>
                <a:lnTo>
                  <a:pt x="471208" y="100685"/>
                </a:lnTo>
                <a:lnTo>
                  <a:pt x="471106" y="126593"/>
                </a:lnTo>
                <a:lnTo>
                  <a:pt x="470039" y="143344"/>
                </a:lnTo>
                <a:lnTo>
                  <a:pt x="451396" y="183070"/>
                </a:lnTo>
                <a:lnTo>
                  <a:pt x="416242" y="205359"/>
                </a:lnTo>
                <a:lnTo>
                  <a:pt x="401104" y="210502"/>
                </a:lnTo>
                <a:lnTo>
                  <a:pt x="406793" y="216484"/>
                </a:lnTo>
                <a:lnTo>
                  <a:pt x="412343" y="222885"/>
                </a:lnTo>
                <a:lnTo>
                  <a:pt x="417601" y="229577"/>
                </a:lnTo>
                <a:lnTo>
                  <a:pt x="422440" y="236410"/>
                </a:lnTo>
                <a:lnTo>
                  <a:pt x="410133" y="235864"/>
                </a:lnTo>
                <a:lnTo>
                  <a:pt x="402717" y="234886"/>
                </a:lnTo>
                <a:lnTo>
                  <a:pt x="398386" y="234315"/>
                </a:lnTo>
                <a:lnTo>
                  <a:pt x="387210" y="231914"/>
                </a:lnTo>
                <a:lnTo>
                  <a:pt x="376618" y="228790"/>
                </a:lnTo>
                <a:lnTo>
                  <a:pt x="376618" y="212026"/>
                </a:lnTo>
                <a:lnTo>
                  <a:pt x="376618" y="204406"/>
                </a:lnTo>
                <a:lnTo>
                  <a:pt x="410248" y="204406"/>
                </a:lnTo>
                <a:lnTo>
                  <a:pt x="410248" y="176974"/>
                </a:lnTo>
                <a:lnTo>
                  <a:pt x="376618" y="176974"/>
                </a:lnTo>
                <a:lnTo>
                  <a:pt x="376618" y="158597"/>
                </a:lnTo>
                <a:lnTo>
                  <a:pt x="414820" y="158597"/>
                </a:lnTo>
                <a:lnTo>
                  <a:pt x="414820" y="131165"/>
                </a:lnTo>
                <a:lnTo>
                  <a:pt x="286702" y="131165"/>
                </a:lnTo>
                <a:lnTo>
                  <a:pt x="286702" y="158597"/>
                </a:lnTo>
                <a:lnTo>
                  <a:pt x="343090" y="158597"/>
                </a:lnTo>
                <a:lnTo>
                  <a:pt x="343090" y="212026"/>
                </a:lnTo>
                <a:lnTo>
                  <a:pt x="338518" y="208978"/>
                </a:lnTo>
                <a:lnTo>
                  <a:pt x="333946" y="204406"/>
                </a:lnTo>
                <a:lnTo>
                  <a:pt x="329374" y="201358"/>
                </a:lnTo>
                <a:lnTo>
                  <a:pt x="329374" y="170878"/>
                </a:lnTo>
                <a:lnTo>
                  <a:pt x="298894" y="170878"/>
                </a:lnTo>
                <a:lnTo>
                  <a:pt x="298780" y="183070"/>
                </a:lnTo>
                <a:lnTo>
                  <a:pt x="298653" y="196316"/>
                </a:lnTo>
                <a:lnTo>
                  <a:pt x="298589" y="196786"/>
                </a:lnTo>
                <a:lnTo>
                  <a:pt x="295846" y="217741"/>
                </a:lnTo>
                <a:lnTo>
                  <a:pt x="290753" y="235178"/>
                </a:lnTo>
                <a:lnTo>
                  <a:pt x="283654" y="248602"/>
                </a:lnTo>
                <a:lnTo>
                  <a:pt x="292227" y="256616"/>
                </a:lnTo>
                <a:lnTo>
                  <a:pt x="299656" y="264312"/>
                </a:lnTo>
                <a:lnTo>
                  <a:pt x="305943" y="271424"/>
                </a:lnTo>
                <a:lnTo>
                  <a:pt x="311086" y="277660"/>
                </a:lnTo>
                <a:lnTo>
                  <a:pt x="315607" y="269049"/>
                </a:lnTo>
                <a:lnTo>
                  <a:pt x="319849" y="259130"/>
                </a:lnTo>
                <a:lnTo>
                  <a:pt x="323519" y="247789"/>
                </a:lnTo>
                <a:lnTo>
                  <a:pt x="326326" y="234886"/>
                </a:lnTo>
                <a:lnTo>
                  <a:pt x="333184" y="240322"/>
                </a:lnTo>
                <a:lnTo>
                  <a:pt x="369328" y="259638"/>
                </a:lnTo>
                <a:lnTo>
                  <a:pt x="407339" y="266801"/>
                </a:lnTo>
                <a:lnTo>
                  <a:pt x="445300" y="268516"/>
                </a:lnTo>
                <a:lnTo>
                  <a:pt x="553593" y="268516"/>
                </a:lnTo>
                <a:lnTo>
                  <a:pt x="555028" y="259638"/>
                </a:lnTo>
                <a:lnTo>
                  <a:pt x="555142" y="259130"/>
                </a:lnTo>
                <a:lnTo>
                  <a:pt x="557022" y="251320"/>
                </a:lnTo>
                <a:lnTo>
                  <a:pt x="559600" y="243573"/>
                </a:lnTo>
                <a:lnTo>
                  <a:pt x="562737" y="236410"/>
                </a:lnTo>
                <a:lnTo>
                  <a:pt x="541312" y="236410"/>
                </a:lnTo>
                <a:lnTo>
                  <a:pt x="562737" y="210502"/>
                </a:lnTo>
                <a:close/>
              </a:path>
              <a:path w="1134745" h="278130">
                <a:moveTo>
                  <a:pt x="687793" y="0"/>
                </a:moveTo>
                <a:lnTo>
                  <a:pt x="652653" y="0"/>
                </a:lnTo>
                <a:lnTo>
                  <a:pt x="652653" y="18288"/>
                </a:lnTo>
                <a:lnTo>
                  <a:pt x="579501" y="18288"/>
                </a:lnTo>
                <a:lnTo>
                  <a:pt x="579501" y="44196"/>
                </a:lnTo>
                <a:lnTo>
                  <a:pt x="652653" y="44196"/>
                </a:lnTo>
                <a:lnTo>
                  <a:pt x="652653" y="54864"/>
                </a:lnTo>
                <a:lnTo>
                  <a:pt x="571881" y="64109"/>
                </a:lnTo>
                <a:lnTo>
                  <a:pt x="574929" y="94589"/>
                </a:lnTo>
                <a:lnTo>
                  <a:pt x="652653" y="83921"/>
                </a:lnTo>
                <a:lnTo>
                  <a:pt x="652653" y="102209"/>
                </a:lnTo>
                <a:lnTo>
                  <a:pt x="687793" y="102209"/>
                </a:lnTo>
                <a:lnTo>
                  <a:pt x="687793" y="83921"/>
                </a:lnTo>
                <a:lnTo>
                  <a:pt x="687793" y="0"/>
                </a:lnTo>
                <a:close/>
              </a:path>
              <a:path w="1134745" h="278130">
                <a:moveTo>
                  <a:pt x="817333" y="112877"/>
                </a:moveTo>
                <a:lnTo>
                  <a:pt x="777709" y="112877"/>
                </a:lnTo>
                <a:lnTo>
                  <a:pt x="777709" y="141833"/>
                </a:lnTo>
                <a:lnTo>
                  <a:pt x="777709" y="157073"/>
                </a:lnTo>
                <a:lnTo>
                  <a:pt x="777709" y="181546"/>
                </a:lnTo>
                <a:lnTo>
                  <a:pt x="777709" y="196786"/>
                </a:lnTo>
                <a:lnTo>
                  <a:pt x="640461" y="196786"/>
                </a:lnTo>
                <a:lnTo>
                  <a:pt x="640461" y="181546"/>
                </a:lnTo>
                <a:lnTo>
                  <a:pt x="777709" y="181546"/>
                </a:lnTo>
                <a:lnTo>
                  <a:pt x="777709" y="157073"/>
                </a:lnTo>
                <a:lnTo>
                  <a:pt x="640461" y="157073"/>
                </a:lnTo>
                <a:lnTo>
                  <a:pt x="640461" y="141833"/>
                </a:lnTo>
                <a:lnTo>
                  <a:pt x="777709" y="141833"/>
                </a:lnTo>
                <a:lnTo>
                  <a:pt x="777709" y="112877"/>
                </a:lnTo>
                <a:lnTo>
                  <a:pt x="602361" y="112877"/>
                </a:lnTo>
                <a:lnTo>
                  <a:pt x="602361" y="274612"/>
                </a:lnTo>
                <a:lnTo>
                  <a:pt x="640461" y="274612"/>
                </a:lnTo>
                <a:lnTo>
                  <a:pt x="640461" y="222694"/>
                </a:lnTo>
                <a:lnTo>
                  <a:pt x="777709" y="222694"/>
                </a:lnTo>
                <a:lnTo>
                  <a:pt x="777709" y="233362"/>
                </a:lnTo>
                <a:lnTo>
                  <a:pt x="771639" y="239445"/>
                </a:lnTo>
                <a:lnTo>
                  <a:pt x="747064" y="239445"/>
                </a:lnTo>
                <a:lnTo>
                  <a:pt x="732942" y="239268"/>
                </a:lnTo>
                <a:lnTo>
                  <a:pt x="720255" y="238823"/>
                </a:lnTo>
                <a:lnTo>
                  <a:pt x="709129" y="237934"/>
                </a:lnTo>
                <a:lnTo>
                  <a:pt x="711415" y="247713"/>
                </a:lnTo>
                <a:lnTo>
                  <a:pt x="713701" y="256654"/>
                </a:lnTo>
                <a:lnTo>
                  <a:pt x="715987" y="265023"/>
                </a:lnTo>
                <a:lnTo>
                  <a:pt x="718273" y="273088"/>
                </a:lnTo>
                <a:lnTo>
                  <a:pt x="745121" y="272821"/>
                </a:lnTo>
                <a:lnTo>
                  <a:pt x="789901" y="270040"/>
                </a:lnTo>
                <a:lnTo>
                  <a:pt x="808189" y="257848"/>
                </a:lnTo>
                <a:lnTo>
                  <a:pt x="812190" y="252653"/>
                </a:lnTo>
                <a:lnTo>
                  <a:pt x="817333" y="230314"/>
                </a:lnTo>
                <a:lnTo>
                  <a:pt x="817333" y="222694"/>
                </a:lnTo>
                <a:lnTo>
                  <a:pt x="817333" y="196786"/>
                </a:lnTo>
                <a:lnTo>
                  <a:pt x="817333" y="181546"/>
                </a:lnTo>
                <a:lnTo>
                  <a:pt x="817333" y="157073"/>
                </a:lnTo>
                <a:lnTo>
                  <a:pt x="817333" y="141833"/>
                </a:lnTo>
                <a:lnTo>
                  <a:pt x="817333" y="112877"/>
                </a:lnTo>
                <a:close/>
              </a:path>
              <a:path w="1134745" h="278130">
                <a:moveTo>
                  <a:pt x="849439" y="53340"/>
                </a:moveTo>
                <a:lnTo>
                  <a:pt x="831100" y="47244"/>
                </a:lnTo>
                <a:lnTo>
                  <a:pt x="823645" y="44348"/>
                </a:lnTo>
                <a:lnTo>
                  <a:pt x="820343" y="42672"/>
                </a:lnTo>
                <a:lnTo>
                  <a:pt x="817333" y="41148"/>
                </a:lnTo>
                <a:lnTo>
                  <a:pt x="826477" y="39624"/>
                </a:lnTo>
                <a:lnTo>
                  <a:pt x="834199" y="38100"/>
                </a:lnTo>
                <a:lnTo>
                  <a:pt x="841819" y="35052"/>
                </a:lnTo>
                <a:lnTo>
                  <a:pt x="837869" y="25908"/>
                </a:lnTo>
                <a:lnTo>
                  <a:pt x="828001" y="3048"/>
                </a:lnTo>
                <a:lnTo>
                  <a:pt x="814285" y="8305"/>
                </a:lnTo>
                <a:lnTo>
                  <a:pt x="814285" y="42672"/>
                </a:lnTo>
                <a:lnTo>
                  <a:pt x="812761" y="56388"/>
                </a:lnTo>
                <a:lnTo>
                  <a:pt x="811237" y="64109"/>
                </a:lnTo>
                <a:lnTo>
                  <a:pt x="808189" y="67157"/>
                </a:lnTo>
                <a:lnTo>
                  <a:pt x="805141" y="68681"/>
                </a:lnTo>
                <a:lnTo>
                  <a:pt x="800569" y="70205"/>
                </a:lnTo>
                <a:lnTo>
                  <a:pt x="760945" y="70205"/>
                </a:lnTo>
                <a:lnTo>
                  <a:pt x="756373" y="65633"/>
                </a:lnTo>
                <a:lnTo>
                  <a:pt x="756373" y="54864"/>
                </a:lnTo>
                <a:lnTo>
                  <a:pt x="771004" y="52324"/>
                </a:lnTo>
                <a:lnTo>
                  <a:pt x="785329" y="49339"/>
                </a:lnTo>
                <a:lnTo>
                  <a:pt x="814285" y="42672"/>
                </a:lnTo>
                <a:lnTo>
                  <a:pt x="814285" y="8305"/>
                </a:lnTo>
                <a:lnTo>
                  <a:pt x="810818" y="9626"/>
                </a:lnTo>
                <a:lnTo>
                  <a:pt x="793330" y="15621"/>
                </a:lnTo>
                <a:lnTo>
                  <a:pt x="775284" y="21056"/>
                </a:lnTo>
                <a:lnTo>
                  <a:pt x="756373" y="25908"/>
                </a:lnTo>
                <a:lnTo>
                  <a:pt x="756373" y="0"/>
                </a:lnTo>
                <a:lnTo>
                  <a:pt x="719797" y="0"/>
                </a:lnTo>
                <a:lnTo>
                  <a:pt x="719797" y="62585"/>
                </a:lnTo>
                <a:lnTo>
                  <a:pt x="722350" y="79705"/>
                </a:lnTo>
                <a:lnTo>
                  <a:pt x="729894" y="92113"/>
                </a:lnTo>
                <a:lnTo>
                  <a:pt x="742302" y="99656"/>
                </a:lnTo>
                <a:lnTo>
                  <a:pt x="759421" y="102209"/>
                </a:lnTo>
                <a:lnTo>
                  <a:pt x="803617" y="102209"/>
                </a:lnTo>
                <a:lnTo>
                  <a:pt x="839368" y="85801"/>
                </a:lnTo>
                <a:lnTo>
                  <a:pt x="846848" y="66852"/>
                </a:lnTo>
                <a:lnTo>
                  <a:pt x="849439" y="53340"/>
                </a:lnTo>
                <a:close/>
              </a:path>
              <a:path w="1134745" h="278130">
                <a:moveTo>
                  <a:pt x="951547" y="237934"/>
                </a:moveTo>
                <a:lnTo>
                  <a:pt x="933259" y="212026"/>
                </a:lnTo>
                <a:lnTo>
                  <a:pt x="914704" y="220865"/>
                </a:lnTo>
                <a:lnTo>
                  <a:pt x="895731" y="228981"/>
                </a:lnTo>
                <a:lnTo>
                  <a:pt x="876465" y="236245"/>
                </a:lnTo>
                <a:lnTo>
                  <a:pt x="857059" y="242506"/>
                </a:lnTo>
                <a:lnTo>
                  <a:pt x="862495" y="250507"/>
                </a:lnTo>
                <a:lnTo>
                  <a:pt x="867346" y="258368"/>
                </a:lnTo>
                <a:lnTo>
                  <a:pt x="871639" y="265950"/>
                </a:lnTo>
                <a:lnTo>
                  <a:pt x="875347" y="273088"/>
                </a:lnTo>
                <a:lnTo>
                  <a:pt x="893902" y="264807"/>
                </a:lnTo>
                <a:lnTo>
                  <a:pt x="951547" y="237934"/>
                </a:lnTo>
                <a:close/>
              </a:path>
              <a:path w="1134745" h="278130">
                <a:moveTo>
                  <a:pt x="1097953" y="149453"/>
                </a:moveTo>
                <a:lnTo>
                  <a:pt x="1059853" y="149453"/>
                </a:lnTo>
                <a:lnTo>
                  <a:pt x="1059853" y="172402"/>
                </a:lnTo>
                <a:lnTo>
                  <a:pt x="1059853" y="187642"/>
                </a:lnTo>
                <a:lnTo>
                  <a:pt x="931735" y="187642"/>
                </a:lnTo>
                <a:lnTo>
                  <a:pt x="931735" y="172402"/>
                </a:lnTo>
                <a:lnTo>
                  <a:pt x="1059853" y="172402"/>
                </a:lnTo>
                <a:lnTo>
                  <a:pt x="1059853" y="149453"/>
                </a:lnTo>
                <a:lnTo>
                  <a:pt x="893635" y="149453"/>
                </a:lnTo>
                <a:lnTo>
                  <a:pt x="893635" y="210502"/>
                </a:lnTo>
                <a:lnTo>
                  <a:pt x="982129" y="210502"/>
                </a:lnTo>
                <a:lnTo>
                  <a:pt x="982129" y="236410"/>
                </a:lnTo>
                <a:lnTo>
                  <a:pt x="980605" y="239458"/>
                </a:lnTo>
                <a:lnTo>
                  <a:pt x="977557" y="240982"/>
                </a:lnTo>
                <a:lnTo>
                  <a:pt x="976033" y="242506"/>
                </a:lnTo>
                <a:lnTo>
                  <a:pt x="971359" y="244030"/>
                </a:lnTo>
                <a:lnTo>
                  <a:pt x="966787" y="244030"/>
                </a:lnTo>
                <a:lnTo>
                  <a:pt x="943927" y="242506"/>
                </a:lnTo>
                <a:lnTo>
                  <a:pt x="948309" y="259702"/>
                </a:lnTo>
                <a:lnTo>
                  <a:pt x="950137" y="267449"/>
                </a:lnTo>
                <a:lnTo>
                  <a:pt x="951547" y="274586"/>
                </a:lnTo>
                <a:lnTo>
                  <a:pt x="961567" y="274586"/>
                </a:lnTo>
                <a:lnTo>
                  <a:pt x="971029" y="274421"/>
                </a:lnTo>
                <a:lnTo>
                  <a:pt x="979919" y="273964"/>
                </a:lnTo>
                <a:lnTo>
                  <a:pt x="988225" y="273088"/>
                </a:lnTo>
                <a:lnTo>
                  <a:pt x="998893" y="273088"/>
                </a:lnTo>
                <a:lnTo>
                  <a:pt x="1006513" y="270040"/>
                </a:lnTo>
                <a:lnTo>
                  <a:pt x="1011085" y="265468"/>
                </a:lnTo>
                <a:lnTo>
                  <a:pt x="1017181" y="260896"/>
                </a:lnTo>
                <a:lnTo>
                  <a:pt x="1018705" y="253174"/>
                </a:lnTo>
                <a:lnTo>
                  <a:pt x="1018705" y="244030"/>
                </a:lnTo>
                <a:lnTo>
                  <a:pt x="1018705" y="210502"/>
                </a:lnTo>
                <a:lnTo>
                  <a:pt x="1097953" y="210502"/>
                </a:lnTo>
                <a:lnTo>
                  <a:pt x="1097953" y="187642"/>
                </a:lnTo>
                <a:lnTo>
                  <a:pt x="1097953" y="172402"/>
                </a:lnTo>
                <a:lnTo>
                  <a:pt x="1097953" y="149453"/>
                </a:lnTo>
                <a:close/>
              </a:path>
              <a:path w="1134745" h="278130">
                <a:moveTo>
                  <a:pt x="1131570" y="242506"/>
                </a:moveTo>
                <a:lnTo>
                  <a:pt x="1052233" y="215074"/>
                </a:lnTo>
                <a:lnTo>
                  <a:pt x="1036993" y="240982"/>
                </a:lnTo>
                <a:lnTo>
                  <a:pt x="1058989" y="248983"/>
                </a:lnTo>
                <a:lnTo>
                  <a:pt x="1079284" y="256844"/>
                </a:lnTo>
                <a:lnTo>
                  <a:pt x="1097851" y="264426"/>
                </a:lnTo>
                <a:lnTo>
                  <a:pt x="1114717" y="271564"/>
                </a:lnTo>
                <a:lnTo>
                  <a:pt x="1131570" y="242506"/>
                </a:lnTo>
                <a:close/>
              </a:path>
              <a:path w="1134745" h="278130">
                <a:moveTo>
                  <a:pt x="1134618" y="109829"/>
                </a:moveTo>
                <a:lnTo>
                  <a:pt x="1021753" y="109829"/>
                </a:lnTo>
                <a:lnTo>
                  <a:pt x="1017181" y="97637"/>
                </a:lnTo>
                <a:lnTo>
                  <a:pt x="1105573" y="97637"/>
                </a:lnTo>
                <a:lnTo>
                  <a:pt x="1105573" y="74777"/>
                </a:lnTo>
                <a:lnTo>
                  <a:pt x="1105573" y="62585"/>
                </a:lnTo>
                <a:lnTo>
                  <a:pt x="1105573" y="42672"/>
                </a:lnTo>
                <a:lnTo>
                  <a:pt x="1105573" y="32004"/>
                </a:lnTo>
                <a:lnTo>
                  <a:pt x="1105573" y="9144"/>
                </a:lnTo>
                <a:lnTo>
                  <a:pt x="1065949" y="9144"/>
                </a:lnTo>
                <a:lnTo>
                  <a:pt x="1065949" y="32004"/>
                </a:lnTo>
                <a:lnTo>
                  <a:pt x="1065949" y="42672"/>
                </a:lnTo>
                <a:lnTo>
                  <a:pt x="1065949" y="62585"/>
                </a:lnTo>
                <a:lnTo>
                  <a:pt x="1065949" y="74777"/>
                </a:lnTo>
                <a:lnTo>
                  <a:pt x="924115" y="74777"/>
                </a:lnTo>
                <a:lnTo>
                  <a:pt x="924115" y="62585"/>
                </a:lnTo>
                <a:lnTo>
                  <a:pt x="1065949" y="62585"/>
                </a:lnTo>
                <a:lnTo>
                  <a:pt x="1065949" y="42672"/>
                </a:lnTo>
                <a:lnTo>
                  <a:pt x="924115" y="42672"/>
                </a:lnTo>
                <a:lnTo>
                  <a:pt x="924115" y="32004"/>
                </a:lnTo>
                <a:lnTo>
                  <a:pt x="1065949" y="32004"/>
                </a:lnTo>
                <a:lnTo>
                  <a:pt x="1065949" y="9144"/>
                </a:lnTo>
                <a:lnTo>
                  <a:pt x="886015" y="9144"/>
                </a:lnTo>
                <a:lnTo>
                  <a:pt x="886015" y="97637"/>
                </a:lnTo>
                <a:lnTo>
                  <a:pt x="969835" y="97637"/>
                </a:lnTo>
                <a:lnTo>
                  <a:pt x="974407" y="109829"/>
                </a:lnTo>
                <a:lnTo>
                  <a:pt x="857059" y="109829"/>
                </a:lnTo>
                <a:lnTo>
                  <a:pt x="857059" y="137261"/>
                </a:lnTo>
                <a:lnTo>
                  <a:pt x="1134618" y="137261"/>
                </a:lnTo>
                <a:lnTo>
                  <a:pt x="1134618" y="109829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474993" y="935069"/>
            <a:ext cx="294640" cy="108585"/>
            <a:chOff x="9474993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474987" y="935735"/>
              <a:ext cx="92710" cy="107950"/>
            </a:xfrm>
            <a:custGeom>
              <a:avLst/>
              <a:gdLst/>
              <a:ahLst/>
              <a:cxnLst/>
              <a:rect l="l" t="t" r="r" b="b"/>
              <a:pathLst>
                <a:path w="92709" h="107950">
                  <a:moveTo>
                    <a:pt x="62484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5240" y="37439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8956" y="14579"/>
                  </a:lnTo>
                  <a:lnTo>
                    <a:pt x="44196" y="14579"/>
                  </a:lnTo>
                  <a:lnTo>
                    <a:pt x="51816" y="17627"/>
                  </a:lnTo>
                  <a:lnTo>
                    <a:pt x="57912" y="22199"/>
                  </a:lnTo>
                  <a:lnTo>
                    <a:pt x="57912" y="6959"/>
                  </a:lnTo>
                  <a:lnTo>
                    <a:pt x="53340" y="5435"/>
                  </a:lnTo>
                  <a:lnTo>
                    <a:pt x="45720" y="3911"/>
                  </a:lnTo>
                  <a:lnTo>
                    <a:pt x="35052" y="3911"/>
                  </a:lnTo>
                  <a:lnTo>
                    <a:pt x="28244" y="4241"/>
                  </a:lnTo>
                  <a:lnTo>
                    <a:pt x="21717" y="5435"/>
                  </a:lnTo>
                  <a:lnTo>
                    <a:pt x="15760" y="7772"/>
                  </a:lnTo>
                  <a:lnTo>
                    <a:pt x="10668" y="11531"/>
                  </a:lnTo>
                  <a:lnTo>
                    <a:pt x="3048" y="16103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5240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672" y="69443"/>
                  </a:lnTo>
                  <a:lnTo>
                    <a:pt x="44196" y="70967"/>
                  </a:lnTo>
                  <a:lnTo>
                    <a:pt x="45720" y="74015"/>
                  </a:lnTo>
                  <a:lnTo>
                    <a:pt x="47244" y="75539"/>
                  </a:lnTo>
                  <a:lnTo>
                    <a:pt x="48768" y="78587"/>
                  </a:lnTo>
                  <a:lnTo>
                    <a:pt x="48768" y="81635"/>
                  </a:lnTo>
                  <a:lnTo>
                    <a:pt x="47358" y="87934"/>
                  </a:lnTo>
                  <a:lnTo>
                    <a:pt x="43243" y="92773"/>
                  </a:lnTo>
                  <a:lnTo>
                    <a:pt x="36550" y="95872"/>
                  </a:lnTo>
                  <a:lnTo>
                    <a:pt x="27432" y="96964"/>
                  </a:lnTo>
                  <a:lnTo>
                    <a:pt x="22860" y="96964"/>
                  </a:lnTo>
                  <a:lnTo>
                    <a:pt x="16764" y="95440"/>
                  </a:lnTo>
                  <a:lnTo>
                    <a:pt x="7620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3048" y="104584"/>
                  </a:lnTo>
                  <a:lnTo>
                    <a:pt x="6096" y="104584"/>
                  </a:lnTo>
                  <a:lnTo>
                    <a:pt x="12192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2484" y="89344"/>
                  </a:lnTo>
                  <a:lnTo>
                    <a:pt x="62484" y="74015"/>
                  </a:lnTo>
                  <a:close/>
                </a:path>
                <a:path w="92709" h="107950">
                  <a:moveTo>
                    <a:pt x="92671" y="0"/>
                  </a:moveTo>
                  <a:lnTo>
                    <a:pt x="78955" y="0"/>
                  </a:lnTo>
                  <a:lnTo>
                    <a:pt x="78955" y="106680"/>
                  </a:lnTo>
                  <a:lnTo>
                    <a:pt x="92671" y="106680"/>
                  </a:lnTo>
                  <a:lnTo>
                    <a:pt x="92671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9389" y="935069"/>
              <a:ext cx="179927" cy="1082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2656" y="939641"/>
            <a:ext cx="64103" cy="10220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007" y="1281302"/>
            <a:ext cx="1891093" cy="187642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21436" y="3131819"/>
            <a:ext cx="104139" cy="1484630"/>
          </a:xfrm>
          <a:custGeom>
            <a:avLst/>
            <a:gdLst/>
            <a:ahLst/>
            <a:cxnLst/>
            <a:rect l="l" t="t" r="r" b="b"/>
            <a:pathLst>
              <a:path w="104140" h="1484629">
                <a:moveTo>
                  <a:pt x="44195" y="1421892"/>
                </a:moveTo>
                <a:lnTo>
                  <a:pt x="10668" y="1421892"/>
                </a:lnTo>
                <a:lnTo>
                  <a:pt x="10668" y="1418844"/>
                </a:lnTo>
                <a:lnTo>
                  <a:pt x="9143" y="1418844"/>
                </a:lnTo>
                <a:lnTo>
                  <a:pt x="9143" y="1415796"/>
                </a:lnTo>
                <a:lnTo>
                  <a:pt x="7620" y="1415796"/>
                </a:lnTo>
                <a:lnTo>
                  <a:pt x="7620" y="1412748"/>
                </a:lnTo>
                <a:lnTo>
                  <a:pt x="6095" y="1412748"/>
                </a:lnTo>
                <a:lnTo>
                  <a:pt x="6095" y="1408176"/>
                </a:lnTo>
                <a:lnTo>
                  <a:pt x="4572" y="1408176"/>
                </a:lnTo>
                <a:lnTo>
                  <a:pt x="4572" y="1403604"/>
                </a:lnTo>
                <a:lnTo>
                  <a:pt x="3048" y="1403604"/>
                </a:lnTo>
                <a:lnTo>
                  <a:pt x="3048" y="1397508"/>
                </a:lnTo>
                <a:lnTo>
                  <a:pt x="1524" y="1397508"/>
                </a:lnTo>
                <a:lnTo>
                  <a:pt x="1524" y="1383792"/>
                </a:lnTo>
                <a:lnTo>
                  <a:pt x="0" y="1383792"/>
                </a:lnTo>
                <a:lnTo>
                  <a:pt x="0" y="100583"/>
                </a:lnTo>
                <a:lnTo>
                  <a:pt x="1524" y="86868"/>
                </a:lnTo>
                <a:lnTo>
                  <a:pt x="3048" y="79248"/>
                </a:lnTo>
                <a:lnTo>
                  <a:pt x="4572" y="76200"/>
                </a:lnTo>
                <a:lnTo>
                  <a:pt x="7620" y="67056"/>
                </a:lnTo>
                <a:lnTo>
                  <a:pt x="9143" y="65532"/>
                </a:lnTo>
                <a:lnTo>
                  <a:pt x="16764" y="50291"/>
                </a:lnTo>
                <a:lnTo>
                  <a:pt x="19812" y="47244"/>
                </a:lnTo>
                <a:lnTo>
                  <a:pt x="21336" y="44196"/>
                </a:lnTo>
                <a:lnTo>
                  <a:pt x="27432" y="38100"/>
                </a:lnTo>
                <a:lnTo>
                  <a:pt x="28956" y="35052"/>
                </a:lnTo>
                <a:lnTo>
                  <a:pt x="35052" y="28956"/>
                </a:lnTo>
                <a:lnTo>
                  <a:pt x="38100" y="27432"/>
                </a:lnTo>
                <a:lnTo>
                  <a:pt x="44195" y="21336"/>
                </a:lnTo>
                <a:lnTo>
                  <a:pt x="47243" y="19812"/>
                </a:lnTo>
                <a:lnTo>
                  <a:pt x="50291" y="16764"/>
                </a:lnTo>
                <a:lnTo>
                  <a:pt x="59436" y="12191"/>
                </a:lnTo>
                <a:lnTo>
                  <a:pt x="60960" y="10668"/>
                </a:lnTo>
                <a:lnTo>
                  <a:pt x="70104" y="6096"/>
                </a:lnTo>
                <a:lnTo>
                  <a:pt x="74676" y="4572"/>
                </a:lnTo>
                <a:lnTo>
                  <a:pt x="77724" y="3048"/>
                </a:lnTo>
                <a:lnTo>
                  <a:pt x="83820" y="1524"/>
                </a:lnTo>
                <a:lnTo>
                  <a:pt x="91439" y="0"/>
                </a:lnTo>
                <a:lnTo>
                  <a:pt x="97536" y="0"/>
                </a:lnTo>
                <a:lnTo>
                  <a:pt x="92964" y="1524"/>
                </a:lnTo>
                <a:lnTo>
                  <a:pt x="83820" y="6096"/>
                </a:lnTo>
                <a:lnTo>
                  <a:pt x="80772" y="9144"/>
                </a:lnTo>
                <a:lnTo>
                  <a:pt x="77724" y="10668"/>
                </a:lnTo>
                <a:lnTo>
                  <a:pt x="67056" y="21336"/>
                </a:lnTo>
                <a:lnTo>
                  <a:pt x="65532" y="24383"/>
                </a:lnTo>
                <a:lnTo>
                  <a:pt x="62484" y="27432"/>
                </a:lnTo>
                <a:lnTo>
                  <a:pt x="60960" y="30480"/>
                </a:lnTo>
                <a:lnTo>
                  <a:pt x="57912" y="33528"/>
                </a:lnTo>
                <a:lnTo>
                  <a:pt x="53339" y="42672"/>
                </a:lnTo>
                <a:lnTo>
                  <a:pt x="51816" y="44196"/>
                </a:lnTo>
                <a:lnTo>
                  <a:pt x="48768" y="50291"/>
                </a:lnTo>
                <a:lnTo>
                  <a:pt x="45720" y="59436"/>
                </a:lnTo>
                <a:lnTo>
                  <a:pt x="44195" y="62483"/>
                </a:lnTo>
                <a:lnTo>
                  <a:pt x="42672" y="67056"/>
                </a:lnTo>
                <a:lnTo>
                  <a:pt x="41148" y="73152"/>
                </a:lnTo>
                <a:lnTo>
                  <a:pt x="39624" y="83820"/>
                </a:lnTo>
                <a:lnTo>
                  <a:pt x="38100" y="96012"/>
                </a:lnTo>
                <a:lnTo>
                  <a:pt x="38100" y="1388364"/>
                </a:lnTo>
                <a:lnTo>
                  <a:pt x="39624" y="1388364"/>
                </a:lnTo>
                <a:lnTo>
                  <a:pt x="39624" y="1400556"/>
                </a:lnTo>
                <a:lnTo>
                  <a:pt x="41148" y="1400556"/>
                </a:lnTo>
                <a:lnTo>
                  <a:pt x="41148" y="1411224"/>
                </a:lnTo>
                <a:lnTo>
                  <a:pt x="42672" y="1411224"/>
                </a:lnTo>
                <a:lnTo>
                  <a:pt x="42672" y="1417320"/>
                </a:lnTo>
                <a:lnTo>
                  <a:pt x="44195" y="1417320"/>
                </a:lnTo>
                <a:lnTo>
                  <a:pt x="44195" y="1421892"/>
                </a:lnTo>
                <a:close/>
              </a:path>
              <a:path w="104140" h="1484629">
                <a:moveTo>
                  <a:pt x="45720" y="1424940"/>
                </a:moveTo>
                <a:lnTo>
                  <a:pt x="12191" y="1424940"/>
                </a:lnTo>
                <a:lnTo>
                  <a:pt x="12191" y="1421892"/>
                </a:lnTo>
                <a:lnTo>
                  <a:pt x="45720" y="1421892"/>
                </a:lnTo>
                <a:lnTo>
                  <a:pt x="45720" y="1424940"/>
                </a:lnTo>
                <a:close/>
              </a:path>
              <a:path w="104140" h="1484629">
                <a:moveTo>
                  <a:pt x="48768" y="1434084"/>
                </a:moveTo>
                <a:lnTo>
                  <a:pt x="16764" y="1434084"/>
                </a:lnTo>
                <a:lnTo>
                  <a:pt x="16764" y="1431036"/>
                </a:lnTo>
                <a:lnTo>
                  <a:pt x="15239" y="1431036"/>
                </a:lnTo>
                <a:lnTo>
                  <a:pt x="15239" y="1427988"/>
                </a:lnTo>
                <a:lnTo>
                  <a:pt x="13716" y="1427988"/>
                </a:lnTo>
                <a:lnTo>
                  <a:pt x="13716" y="1424940"/>
                </a:lnTo>
                <a:lnTo>
                  <a:pt x="47243" y="1424940"/>
                </a:lnTo>
                <a:lnTo>
                  <a:pt x="47243" y="1429512"/>
                </a:lnTo>
                <a:lnTo>
                  <a:pt x="48768" y="1429512"/>
                </a:lnTo>
                <a:lnTo>
                  <a:pt x="48768" y="1434084"/>
                </a:lnTo>
                <a:close/>
              </a:path>
              <a:path w="104140" h="1484629">
                <a:moveTo>
                  <a:pt x="53339" y="1441704"/>
                </a:moveTo>
                <a:lnTo>
                  <a:pt x="22860" y="1441704"/>
                </a:lnTo>
                <a:lnTo>
                  <a:pt x="22860" y="1438656"/>
                </a:lnTo>
                <a:lnTo>
                  <a:pt x="18288" y="1434084"/>
                </a:lnTo>
                <a:lnTo>
                  <a:pt x="50291" y="1434084"/>
                </a:lnTo>
                <a:lnTo>
                  <a:pt x="50291" y="1437132"/>
                </a:lnTo>
                <a:lnTo>
                  <a:pt x="51816" y="1437132"/>
                </a:lnTo>
                <a:lnTo>
                  <a:pt x="53339" y="1438656"/>
                </a:lnTo>
                <a:lnTo>
                  <a:pt x="53339" y="1441704"/>
                </a:lnTo>
                <a:close/>
              </a:path>
              <a:path w="104140" h="1484629">
                <a:moveTo>
                  <a:pt x="96012" y="1482852"/>
                </a:moveTo>
                <a:lnTo>
                  <a:pt x="88391" y="1481328"/>
                </a:lnTo>
                <a:lnTo>
                  <a:pt x="70104" y="1476756"/>
                </a:lnTo>
                <a:lnTo>
                  <a:pt x="67056" y="1475232"/>
                </a:lnTo>
                <a:lnTo>
                  <a:pt x="65532" y="1473708"/>
                </a:lnTo>
                <a:lnTo>
                  <a:pt x="53339" y="1467612"/>
                </a:lnTo>
                <a:lnTo>
                  <a:pt x="51816" y="1466088"/>
                </a:lnTo>
                <a:lnTo>
                  <a:pt x="48768" y="1464564"/>
                </a:lnTo>
                <a:lnTo>
                  <a:pt x="45720" y="1461516"/>
                </a:lnTo>
                <a:lnTo>
                  <a:pt x="42672" y="1459992"/>
                </a:lnTo>
                <a:lnTo>
                  <a:pt x="36576" y="1453896"/>
                </a:lnTo>
                <a:lnTo>
                  <a:pt x="33528" y="1452372"/>
                </a:lnTo>
                <a:lnTo>
                  <a:pt x="30480" y="1449324"/>
                </a:lnTo>
                <a:lnTo>
                  <a:pt x="28956" y="1449324"/>
                </a:lnTo>
                <a:lnTo>
                  <a:pt x="28956" y="1446276"/>
                </a:lnTo>
                <a:lnTo>
                  <a:pt x="24384" y="1441704"/>
                </a:lnTo>
                <a:lnTo>
                  <a:pt x="54864" y="1441704"/>
                </a:lnTo>
                <a:lnTo>
                  <a:pt x="54864" y="1444752"/>
                </a:lnTo>
                <a:lnTo>
                  <a:pt x="56388" y="1444752"/>
                </a:lnTo>
                <a:lnTo>
                  <a:pt x="56388" y="1447800"/>
                </a:lnTo>
                <a:lnTo>
                  <a:pt x="57912" y="1447800"/>
                </a:lnTo>
                <a:lnTo>
                  <a:pt x="57912" y="1450848"/>
                </a:lnTo>
                <a:lnTo>
                  <a:pt x="59436" y="1450848"/>
                </a:lnTo>
                <a:lnTo>
                  <a:pt x="62484" y="1453896"/>
                </a:lnTo>
                <a:lnTo>
                  <a:pt x="62484" y="1456944"/>
                </a:lnTo>
                <a:lnTo>
                  <a:pt x="64008" y="1456944"/>
                </a:lnTo>
                <a:lnTo>
                  <a:pt x="68580" y="1461516"/>
                </a:lnTo>
                <a:lnTo>
                  <a:pt x="68580" y="1464564"/>
                </a:lnTo>
                <a:lnTo>
                  <a:pt x="70104" y="1464564"/>
                </a:lnTo>
                <a:lnTo>
                  <a:pt x="74676" y="1469136"/>
                </a:lnTo>
                <a:lnTo>
                  <a:pt x="77724" y="1470660"/>
                </a:lnTo>
                <a:lnTo>
                  <a:pt x="83820" y="1476756"/>
                </a:lnTo>
                <a:lnTo>
                  <a:pt x="92964" y="1479804"/>
                </a:lnTo>
                <a:lnTo>
                  <a:pt x="96012" y="1481328"/>
                </a:lnTo>
                <a:lnTo>
                  <a:pt x="96012" y="1482852"/>
                </a:lnTo>
                <a:close/>
              </a:path>
              <a:path w="104140" h="1484629">
                <a:moveTo>
                  <a:pt x="103632" y="1484376"/>
                </a:moveTo>
                <a:lnTo>
                  <a:pt x="99060" y="1482852"/>
                </a:lnTo>
                <a:lnTo>
                  <a:pt x="103632" y="1482852"/>
                </a:lnTo>
                <a:lnTo>
                  <a:pt x="103632" y="1484376"/>
                </a:lnTo>
                <a:close/>
              </a:path>
            </a:pathLst>
          </a:custGeom>
          <a:solidFill>
            <a:srgbClr val="6266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88986" y="3400234"/>
            <a:ext cx="1129030" cy="184785"/>
          </a:xfrm>
          <a:custGeom>
            <a:avLst/>
            <a:gdLst/>
            <a:ahLst/>
            <a:cxnLst/>
            <a:rect l="l" t="t" r="r" b="b"/>
            <a:pathLst>
              <a:path w="1129030" h="184785">
                <a:moveTo>
                  <a:pt x="186029" y="154127"/>
                </a:moveTo>
                <a:lnTo>
                  <a:pt x="155384" y="136639"/>
                </a:lnTo>
                <a:lnTo>
                  <a:pt x="131876" y="111734"/>
                </a:lnTo>
                <a:lnTo>
                  <a:pt x="115214" y="79400"/>
                </a:lnTo>
                <a:lnTo>
                  <a:pt x="105156" y="39636"/>
                </a:lnTo>
                <a:lnTo>
                  <a:pt x="105397" y="30226"/>
                </a:lnTo>
                <a:lnTo>
                  <a:pt x="106438" y="10274"/>
                </a:lnTo>
                <a:lnTo>
                  <a:pt x="106680" y="12"/>
                </a:lnTo>
                <a:lnTo>
                  <a:pt x="79248" y="12"/>
                </a:lnTo>
                <a:lnTo>
                  <a:pt x="78105" y="30289"/>
                </a:lnTo>
                <a:lnTo>
                  <a:pt x="74676" y="57010"/>
                </a:lnTo>
                <a:lnTo>
                  <a:pt x="60960" y="99161"/>
                </a:lnTo>
                <a:lnTo>
                  <a:pt x="36195" y="129654"/>
                </a:lnTo>
                <a:lnTo>
                  <a:pt x="0" y="155651"/>
                </a:lnTo>
                <a:lnTo>
                  <a:pt x="16078" y="177292"/>
                </a:lnTo>
                <a:lnTo>
                  <a:pt x="64960" y="143979"/>
                </a:lnTo>
                <a:lnTo>
                  <a:pt x="92964" y="94589"/>
                </a:lnTo>
                <a:lnTo>
                  <a:pt x="105232" y="123177"/>
                </a:lnTo>
                <a:lnTo>
                  <a:pt x="121361" y="147218"/>
                </a:lnTo>
                <a:lnTo>
                  <a:pt x="141224" y="166674"/>
                </a:lnTo>
                <a:lnTo>
                  <a:pt x="164693" y="181559"/>
                </a:lnTo>
                <a:lnTo>
                  <a:pt x="167805" y="175552"/>
                </a:lnTo>
                <a:lnTo>
                  <a:pt x="172504" y="168986"/>
                </a:lnTo>
                <a:lnTo>
                  <a:pt x="178612" y="161836"/>
                </a:lnTo>
                <a:lnTo>
                  <a:pt x="186029" y="154127"/>
                </a:lnTo>
                <a:close/>
              </a:path>
              <a:path w="1129030" h="184785">
                <a:moveTo>
                  <a:pt x="376618" y="123545"/>
                </a:moveTo>
                <a:lnTo>
                  <a:pt x="360883" y="107873"/>
                </a:lnTo>
                <a:lnTo>
                  <a:pt x="347853" y="90779"/>
                </a:lnTo>
                <a:lnTo>
                  <a:pt x="343090" y="82473"/>
                </a:lnTo>
                <a:lnTo>
                  <a:pt x="343090" y="128117"/>
                </a:lnTo>
                <a:lnTo>
                  <a:pt x="315658" y="128117"/>
                </a:lnTo>
                <a:lnTo>
                  <a:pt x="315658" y="65633"/>
                </a:lnTo>
                <a:lnTo>
                  <a:pt x="321652" y="83324"/>
                </a:lnTo>
                <a:lnTo>
                  <a:pt x="328231" y="99733"/>
                </a:lnTo>
                <a:lnTo>
                  <a:pt x="335368" y="114706"/>
                </a:lnTo>
                <a:lnTo>
                  <a:pt x="343090" y="128117"/>
                </a:lnTo>
                <a:lnTo>
                  <a:pt x="343090" y="82473"/>
                </a:lnTo>
                <a:lnTo>
                  <a:pt x="337400" y="72542"/>
                </a:lnTo>
                <a:lnTo>
                  <a:pt x="334492" y="65633"/>
                </a:lnTo>
                <a:lnTo>
                  <a:pt x="333857" y="64109"/>
                </a:lnTo>
                <a:lnTo>
                  <a:pt x="329374" y="53441"/>
                </a:lnTo>
                <a:lnTo>
                  <a:pt x="368998" y="53441"/>
                </a:lnTo>
                <a:lnTo>
                  <a:pt x="368998" y="30492"/>
                </a:lnTo>
                <a:lnTo>
                  <a:pt x="315658" y="30492"/>
                </a:lnTo>
                <a:lnTo>
                  <a:pt x="315658" y="12"/>
                </a:lnTo>
                <a:lnTo>
                  <a:pt x="291274" y="12"/>
                </a:lnTo>
                <a:lnTo>
                  <a:pt x="291274" y="30492"/>
                </a:lnTo>
                <a:lnTo>
                  <a:pt x="291274" y="64109"/>
                </a:lnTo>
                <a:lnTo>
                  <a:pt x="291274" y="128117"/>
                </a:lnTo>
                <a:lnTo>
                  <a:pt x="263740" y="128117"/>
                </a:lnTo>
                <a:lnTo>
                  <a:pt x="264668" y="126593"/>
                </a:lnTo>
                <a:lnTo>
                  <a:pt x="272338" y="113830"/>
                </a:lnTo>
                <a:lnTo>
                  <a:pt x="279793" y="98399"/>
                </a:lnTo>
                <a:lnTo>
                  <a:pt x="286118" y="81826"/>
                </a:lnTo>
                <a:lnTo>
                  <a:pt x="291274" y="64109"/>
                </a:lnTo>
                <a:lnTo>
                  <a:pt x="291274" y="30492"/>
                </a:lnTo>
                <a:lnTo>
                  <a:pt x="242404" y="30492"/>
                </a:lnTo>
                <a:lnTo>
                  <a:pt x="242404" y="53441"/>
                </a:lnTo>
                <a:lnTo>
                  <a:pt x="275932" y="53441"/>
                </a:lnTo>
                <a:lnTo>
                  <a:pt x="267322" y="73444"/>
                </a:lnTo>
                <a:lnTo>
                  <a:pt x="257263" y="92303"/>
                </a:lnTo>
                <a:lnTo>
                  <a:pt x="245503" y="110020"/>
                </a:lnTo>
                <a:lnTo>
                  <a:pt x="231736" y="126593"/>
                </a:lnTo>
                <a:lnTo>
                  <a:pt x="231736" y="100685"/>
                </a:lnTo>
                <a:lnTo>
                  <a:pt x="231825" y="50152"/>
                </a:lnTo>
                <a:lnTo>
                  <a:pt x="235165" y="40005"/>
                </a:lnTo>
                <a:lnTo>
                  <a:pt x="238594" y="29349"/>
                </a:lnTo>
                <a:lnTo>
                  <a:pt x="242023" y="18148"/>
                </a:lnTo>
                <a:lnTo>
                  <a:pt x="245452" y="6108"/>
                </a:lnTo>
                <a:lnTo>
                  <a:pt x="221068" y="12"/>
                </a:lnTo>
                <a:lnTo>
                  <a:pt x="213309" y="26860"/>
                </a:lnTo>
                <a:lnTo>
                  <a:pt x="205828" y="50152"/>
                </a:lnTo>
                <a:lnTo>
                  <a:pt x="205740" y="50393"/>
                </a:lnTo>
                <a:lnTo>
                  <a:pt x="198361" y="69735"/>
                </a:lnTo>
                <a:lnTo>
                  <a:pt x="190588" y="85445"/>
                </a:lnTo>
                <a:lnTo>
                  <a:pt x="192620" y="94564"/>
                </a:lnTo>
                <a:lnTo>
                  <a:pt x="194208" y="103543"/>
                </a:lnTo>
                <a:lnTo>
                  <a:pt x="195529" y="112229"/>
                </a:lnTo>
                <a:lnTo>
                  <a:pt x="196684" y="120497"/>
                </a:lnTo>
                <a:lnTo>
                  <a:pt x="205828" y="108305"/>
                </a:lnTo>
                <a:lnTo>
                  <a:pt x="208876" y="100685"/>
                </a:lnTo>
                <a:lnTo>
                  <a:pt x="208876" y="183083"/>
                </a:lnTo>
                <a:lnTo>
                  <a:pt x="231736" y="183083"/>
                </a:lnTo>
                <a:lnTo>
                  <a:pt x="231736" y="131165"/>
                </a:lnTo>
                <a:lnTo>
                  <a:pt x="235165" y="137502"/>
                </a:lnTo>
                <a:lnTo>
                  <a:pt x="238594" y="142989"/>
                </a:lnTo>
                <a:lnTo>
                  <a:pt x="242023" y="147916"/>
                </a:lnTo>
                <a:lnTo>
                  <a:pt x="245452" y="152603"/>
                </a:lnTo>
                <a:lnTo>
                  <a:pt x="250024" y="146405"/>
                </a:lnTo>
                <a:lnTo>
                  <a:pt x="256120" y="138785"/>
                </a:lnTo>
                <a:lnTo>
                  <a:pt x="260692" y="132689"/>
                </a:lnTo>
                <a:lnTo>
                  <a:pt x="260692" y="152603"/>
                </a:lnTo>
                <a:lnTo>
                  <a:pt x="291274" y="152603"/>
                </a:lnTo>
                <a:lnTo>
                  <a:pt x="291274" y="183083"/>
                </a:lnTo>
                <a:lnTo>
                  <a:pt x="315658" y="183083"/>
                </a:lnTo>
                <a:lnTo>
                  <a:pt x="315658" y="152603"/>
                </a:lnTo>
                <a:lnTo>
                  <a:pt x="346138" y="152603"/>
                </a:lnTo>
                <a:lnTo>
                  <a:pt x="346138" y="132689"/>
                </a:lnTo>
                <a:lnTo>
                  <a:pt x="355282" y="144881"/>
                </a:lnTo>
                <a:lnTo>
                  <a:pt x="359854" y="149555"/>
                </a:lnTo>
                <a:lnTo>
                  <a:pt x="364185" y="142659"/>
                </a:lnTo>
                <a:lnTo>
                  <a:pt x="368236" y="135940"/>
                </a:lnTo>
                <a:lnTo>
                  <a:pt x="370281" y="132689"/>
                </a:lnTo>
                <a:lnTo>
                  <a:pt x="371246" y="131165"/>
                </a:lnTo>
                <a:lnTo>
                  <a:pt x="372287" y="129527"/>
                </a:lnTo>
                <a:lnTo>
                  <a:pt x="373303" y="128117"/>
                </a:lnTo>
                <a:lnTo>
                  <a:pt x="376618" y="123545"/>
                </a:lnTo>
                <a:close/>
              </a:path>
              <a:path w="1129030" h="184785">
                <a:moveTo>
                  <a:pt x="462064" y="13716"/>
                </a:moveTo>
                <a:lnTo>
                  <a:pt x="390334" y="13716"/>
                </a:lnTo>
                <a:lnTo>
                  <a:pt x="390334" y="36576"/>
                </a:lnTo>
                <a:lnTo>
                  <a:pt x="462064" y="36576"/>
                </a:lnTo>
                <a:lnTo>
                  <a:pt x="462064" y="13716"/>
                </a:lnTo>
                <a:close/>
              </a:path>
              <a:path w="1129030" h="184785">
                <a:moveTo>
                  <a:pt x="558076" y="30480"/>
                </a:moveTo>
                <a:lnTo>
                  <a:pt x="509308" y="30480"/>
                </a:lnTo>
                <a:lnTo>
                  <a:pt x="510832" y="0"/>
                </a:lnTo>
                <a:lnTo>
                  <a:pt x="484924" y="0"/>
                </a:lnTo>
                <a:lnTo>
                  <a:pt x="484924" y="30480"/>
                </a:lnTo>
                <a:lnTo>
                  <a:pt x="466636" y="30480"/>
                </a:lnTo>
                <a:lnTo>
                  <a:pt x="466636" y="56489"/>
                </a:lnTo>
                <a:lnTo>
                  <a:pt x="484924" y="56489"/>
                </a:lnTo>
                <a:lnTo>
                  <a:pt x="484085" y="84162"/>
                </a:lnTo>
                <a:lnTo>
                  <a:pt x="481685" y="107543"/>
                </a:lnTo>
                <a:lnTo>
                  <a:pt x="477850" y="126352"/>
                </a:lnTo>
                <a:lnTo>
                  <a:pt x="472732" y="140309"/>
                </a:lnTo>
                <a:lnTo>
                  <a:pt x="470801" y="135712"/>
                </a:lnTo>
                <a:lnTo>
                  <a:pt x="470725" y="135547"/>
                </a:lnTo>
                <a:lnTo>
                  <a:pt x="452920" y="93065"/>
                </a:lnTo>
                <a:lnTo>
                  <a:pt x="431584" y="100685"/>
                </a:lnTo>
                <a:lnTo>
                  <a:pt x="435013" y="108712"/>
                </a:lnTo>
                <a:lnTo>
                  <a:pt x="438442" y="116878"/>
                </a:lnTo>
                <a:lnTo>
                  <a:pt x="441871" y="125336"/>
                </a:lnTo>
                <a:lnTo>
                  <a:pt x="445300" y="134213"/>
                </a:lnTo>
                <a:lnTo>
                  <a:pt x="438175" y="135089"/>
                </a:lnTo>
                <a:lnTo>
                  <a:pt x="430618" y="135547"/>
                </a:lnTo>
                <a:lnTo>
                  <a:pt x="422744" y="135712"/>
                </a:lnTo>
                <a:lnTo>
                  <a:pt x="414731" y="135712"/>
                </a:lnTo>
                <a:lnTo>
                  <a:pt x="414782" y="135547"/>
                </a:lnTo>
                <a:lnTo>
                  <a:pt x="419303" y="123139"/>
                </a:lnTo>
                <a:lnTo>
                  <a:pt x="423913" y="110401"/>
                </a:lnTo>
                <a:lnTo>
                  <a:pt x="428510" y="97370"/>
                </a:lnTo>
                <a:lnTo>
                  <a:pt x="433108" y="83921"/>
                </a:lnTo>
                <a:lnTo>
                  <a:pt x="468160" y="83921"/>
                </a:lnTo>
                <a:lnTo>
                  <a:pt x="468160" y="61061"/>
                </a:lnTo>
                <a:lnTo>
                  <a:pt x="382714" y="61061"/>
                </a:lnTo>
                <a:lnTo>
                  <a:pt x="382714" y="83921"/>
                </a:lnTo>
                <a:lnTo>
                  <a:pt x="405574" y="83921"/>
                </a:lnTo>
                <a:lnTo>
                  <a:pt x="405511" y="84162"/>
                </a:lnTo>
                <a:lnTo>
                  <a:pt x="398983" y="106476"/>
                </a:lnTo>
                <a:lnTo>
                  <a:pt x="392811" y="123736"/>
                </a:lnTo>
                <a:lnTo>
                  <a:pt x="386943" y="135547"/>
                </a:lnTo>
                <a:lnTo>
                  <a:pt x="381190" y="141833"/>
                </a:lnTo>
                <a:lnTo>
                  <a:pt x="393382" y="164782"/>
                </a:lnTo>
                <a:lnTo>
                  <a:pt x="402526" y="161734"/>
                </a:lnTo>
                <a:lnTo>
                  <a:pt x="411670" y="161734"/>
                </a:lnTo>
                <a:lnTo>
                  <a:pt x="462064" y="157162"/>
                </a:lnTo>
                <a:lnTo>
                  <a:pt x="459016" y="160210"/>
                </a:lnTo>
                <a:lnTo>
                  <a:pt x="455968" y="164782"/>
                </a:lnTo>
                <a:lnTo>
                  <a:pt x="452920" y="167830"/>
                </a:lnTo>
                <a:lnTo>
                  <a:pt x="458635" y="172173"/>
                </a:lnTo>
                <a:lnTo>
                  <a:pt x="470065" y="180263"/>
                </a:lnTo>
                <a:lnTo>
                  <a:pt x="475780" y="184594"/>
                </a:lnTo>
                <a:lnTo>
                  <a:pt x="495592" y="151066"/>
                </a:lnTo>
                <a:lnTo>
                  <a:pt x="500138" y="140309"/>
                </a:lnTo>
                <a:lnTo>
                  <a:pt x="502640" y="132892"/>
                </a:lnTo>
                <a:lnTo>
                  <a:pt x="504799" y="124193"/>
                </a:lnTo>
                <a:lnTo>
                  <a:pt x="504875" y="123736"/>
                </a:lnTo>
                <a:lnTo>
                  <a:pt x="504990" y="123139"/>
                </a:lnTo>
                <a:lnTo>
                  <a:pt x="506260" y="115925"/>
                </a:lnTo>
                <a:lnTo>
                  <a:pt x="507377" y="105346"/>
                </a:lnTo>
                <a:lnTo>
                  <a:pt x="508355" y="91922"/>
                </a:lnTo>
                <a:lnTo>
                  <a:pt x="508469" y="89065"/>
                </a:lnTo>
                <a:lnTo>
                  <a:pt x="509041" y="75628"/>
                </a:lnTo>
                <a:lnTo>
                  <a:pt x="509066" y="73279"/>
                </a:lnTo>
                <a:lnTo>
                  <a:pt x="509308" y="56489"/>
                </a:lnTo>
                <a:lnTo>
                  <a:pt x="533692" y="56489"/>
                </a:lnTo>
                <a:lnTo>
                  <a:pt x="533641" y="75628"/>
                </a:lnTo>
                <a:lnTo>
                  <a:pt x="533552" y="84162"/>
                </a:lnTo>
                <a:lnTo>
                  <a:pt x="533501" y="89065"/>
                </a:lnTo>
                <a:lnTo>
                  <a:pt x="533374" y="93065"/>
                </a:lnTo>
                <a:lnTo>
                  <a:pt x="533044" y="103428"/>
                </a:lnTo>
                <a:lnTo>
                  <a:pt x="532168" y="115925"/>
                </a:lnTo>
                <a:lnTo>
                  <a:pt x="532168" y="144881"/>
                </a:lnTo>
                <a:lnTo>
                  <a:pt x="530644" y="148018"/>
                </a:lnTo>
                <a:lnTo>
                  <a:pt x="530644" y="149542"/>
                </a:lnTo>
                <a:lnTo>
                  <a:pt x="527596" y="151066"/>
                </a:lnTo>
                <a:lnTo>
                  <a:pt x="526072" y="152590"/>
                </a:lnTo>
                <a:lnTo>
                  <a:pt x="523036" y="154114"/>
                </a:lnTo>
                <a:lnTo>
                  <a:pt x="513829" y="154114"/>
                </a:lnTo>
                <a:lnTo>
                  <a:pt x="507784" y="152590"/>
                </a:lnTo>
                <a:lnTo>
                  <a:pt x="498640" y="152590"/>
                </a:lnTo>
                <a:lnTo>
                  <a:pt x="501129" y="160210"/>
                </a:lnTo>
                <a:lnTo>
                  <a:pt x="503021" y="166306"/>
                </a:lnTo>
                <a:lnTo>
                  <a:pt x="504850" y="173164"/>
                </a:lnTo>
                <a:lnTo>
                  <a:pt x="506247" y="180009"/>
                </a:lnTo>
                <a:lnTo>
                  <a:pt x="518566" y="180009"/>
                </a:lnTo>
                <a:lnTo>
                  <a:pt x="548932" y="172402"/>
                </a:lnTo>
                <a:lnTo>
                  <a:pt x="551980" y="169354"/>
                </a:lnTo>
                <a:lnTo>
                  <a:pt x="555028" y="163258"/>
                </a:lnTo>
                <a:lnTo>
                  <a:pt x="555129" y="161734"/>
                </a:lnTo>
                <a:lnTo>
                  <a:pt x="555231" y="160210"/>
                </a:lnTo>
                <a:lnTo>
                  <a:pt x="555294" y="159448"/>
                </a:lnTo>
                <a:lnTo>
                  <a:pt x="555790" y="154114"/>
                </a:lnTo>
                <a:lnTo>
                  <a:pt x="555879" y="152590"/>
                </a:lnTo>
                <a:lnTo>
                  <a:pt x="555980" y="151066"/>
                </a:lnTo>
                <a:lnTo>
                  <a:pt x="556082" y="149542"/>
                </a:lnTo>
                <a:lnTo>
                  <a:pt x="556183" y="148018"/>
                </a:lnTo>
                <a:lnTo>
                  <a:pt x="556310" y="146075"/>
                </a:lnTo>
                <a:lnTo>
                  <a:pt x="556336" y="144881"/>
                </a:lnTo>
                <a:lnTo>
                  <a:pt x="556437" y="140309"/>
                </a:lnTo>
                <a:lnTo>
                  <a:pt x="556552" y="135712"/>
                </a:lnTo>
                <a:lnTo>
                  <a:pt x="556590" y="132892"/>
                </a:lnTo>
                <a:lnTo>
                  <a:pt x="556691" y="125336"/>
                </a:lnTo>
                <a:lnTo>
                  <a:pt x="556818" y="116878"/>
                </a:lnTo>
                <a:lnTo>
                  <a:pt x="556933" y="108712"/>
                </a:lnTo>
                <a:lnTo>
                  <a:pt x="557453" y="73279"/>
                </a:lnTo>
                <a:lnTo>
                  <a:pt x="558076" y="30480"/>
                </a:lnTo>
                <a:close/>
              </a:path>
              <a:path w="1129030" h="184785">
                <a:moveTo>
                  <a:pt x="634365" y="7632"/>
                </a:moveTo>
                <a:lnTo>
                  <a:pt x="608457" y="12"/>
                </a:lnTo>
                <a:lnTo>
                  <a:pt x="601027" y="23190"/>
                </a:lnTo>
                <a:lnTo>
                  <a:pt x="592455" y="44818"/>
                </a:lnTo>
                <a:lnTo>
                  <a:pt x="582739" y="65024"/>
                </a:lnTo>
                <a:lnTo>
                  <a:pt x="571881" y="83921"/>
                </a:lnTo>
                <a:lnTo>
                  <a:pt x="574141" y="93662"/>
                </a:lnTo>
                <a:lnTo>
                  <a:pt x="576262" y="102400"/>
                </a:lnTo>
                <a:lnTo>
                  <a:pt x="578091" y="110286"/>
                </a:lnTo>
                <a:lnTo>
                  <a:pt x="579501" y="117449"/>
                </a:lnTo>
                <a:lnTo>
                  <a:pt x="583171" y="111734"/>
                </a:lnTo>
                <a:lnTo>
                  <a:pt x="591070" y="100304"/>
                </a:lnTo>
                <a:lnTo>
                  <a:pt x="594741" y="94589"/>
                </a:lnTo>
                <a:lnTo>
                  <a:pt x="594741" y="183083"/>
                </a:lnTo>
                <a:lnTo>
                  <a:pt x="620649" y="183083"/>
                </a:lnTo>
                <a:lnTo>
                  <a:pt x="620649" y="94589"/>
                </a:lnTo>
                <a:lnTo>
                  <a:pt x="620649" y="44208"/>
                </a:lnTo>
                <a:lnTo>
                  <a:pt x="634365" y="7632"/>
                </a:lnTo>
                <a:close/>
              </a:path>
              <a:path w="1129030" h="184785">
                <a:moveTo>
                  <a:pt x="757897" y="28968"/>
                </a:moveTo>
                <a:lnTo>
                  <a:pt x="673989" y="28968"/>
                </a:lnTo>
                <a:lnTo>
                  <a:pt x="677037" y="21348"/>
                </a:lnTo>
                <a:lnTo>
                  <a:pt x="678561" y="13728"/>
                </a:lnTo>
                <a:lnTo>
                  <a:pt x="681609" y="6108"/>
                </a:lnTo>
                <a:lnTo>
                  <a:pt x="657225" y="12"/>
                </a:lnTo>
                <a:lnTo>
                  <a:pt x="650913" y="20027"/>
                </a:lnTo>
                <a:lnTo>
                  <a:pt x="643318" y="38912"/>
                </a:lnTo>
                <a:lnTo>
                  <a:pt x="634288" y="56667"/>
                </a:lnTo>
                <a:lnTo>
                  <a:pt x="623697" y="73253"/>
                </a:lnTo>
                <a:lnTo>
                  <a:pt x="628002" y="79844"/>
                </a:lnTo>
                <a:lnTo>
                  <a:pt x="631888" y="86017"/>
                </a:lnTo>
                <a:lnTo>
                  <a:pt x="635482" y="91897"/>
                </a:lnTo>
                <a:lnTo>
                  <a:pt x="638937" y="97637"/>
                </a:lnTo>
                <a:lnTo>
                  <a:pt x="645769" y="87947"/>
                </a:lnTo>
                <a:lnTo>
                  <a:pt x="652462" y="77254"/>
                </a:lnTo>
                <a:lnTo>
                  <a:pt x="658863" y="65709"/>
                </a:lnTo>
                <a:lnTo>
                  <a:pt x="664845" y="53441"/>
                </a:lnTo>
                <a:lnTo>
                  <a:pt x="669417" y="53441"/>
                </a:lnTo>
                <a:lnTo>
                  <a:pt x="669417" y="183083"/>
                </a:lnTo>
                <a:lnTo>
                  <a:pt x="696849" y="183083"/>
                </a:lnTo>
                <a:lnTo>
                  <a:pt x="696849" y="144881"/>
                </a:lnTo>
                <a:lnTo>
                  <a:pt x="750277" y="144881"/>
                </a:lnTo>
                <a:lnTo>
                  <a:pt x="750277" y="122021"/>
                </a:lnTo>
                <a:lnTo>
                  <a:pt x="696849" y="122021"/>
                </a:lnTo>
                <a:lnTo>
                  <a:pt x="696849" y="99161"/>
                </a:lnTo>
                <a:lnTo>
                  <a:pt x="747229" y="99161"/>
                </a:lnTo>
                <a:lnTo>
                  <a:pt x="747229" y="76301"/>
                </a:lnTo>
                <a:lnTo>
                  <a:pt x="696849" y="76301"/>
                </a:lnTo>
                <a:lnTo>
                  <a:pt x="696849" y="53441"/>
                </a:lnTo>
                <a:lnTo>
                  <a:pt x="757897" y="53441"/>
                </a:lnTo>
                <a:lnTo>
                  <a:pt x="757897" y="28968"/>
                </a:lnTo>
                <a:close/>
              </a:path>
              <a:path w="1129030" h="184785">
                <a:moveTo>
                  <a:pt x="818870" y="35064"/>
                </a:moveTo>
                <a:lnTo>
                  <a:pt x="812914" y="25958"/>
                </a:lnTo>
                <a:lnTo>
                  <a:pt x="806678" y="17157"/>
                </a:lnTo>
                <a:lnTo>
                  <a:pt x="800430" y="8915"/>
                </a:lnTo>
                <a:lnTo>
                  <a:pt x="794486" y="1536"/>
                </a:lnTo>
                <a:lnTo>
                  <a:pt x="773150" y="13728"/>
                </a:lnTo>
                <a:lnTo>
                  <a:pt x="778865" y="22656"/>
                </a:lnTo>
                <a:lnTo>
                  <a:pt x="784580" y="31445"/>
                </a:lnTo>
                <a:lnTo>
                  <a:pt x="790295" y="40551"/>
                </a:lnTo>
                <a:lnTo>
                  <a:pt x="796010" y="50393"/>
                </a:lnTo>
                <a:lnTo>
                  <a:pt x="818870" y="35064"/>
                </a:lnTo>
                <a:close/>
              </a:path>
              <a:path w="1129030" h="184785">
                <a:moveTo>
                  <a:pt x="831062" y="141833"/>
                </a:moveTo>
                <a:lnTo>
                  <a:pt x="830999" y="141503"/>
                </a:lnTo>
                <a:lnTo>
                  <a:pt x="829919" y="135839"/>
                </a:lnTo>
                <a:lnTo>
                  <a:pt x="828840" y="129641"/>
                </a:lnTo>
                <a:lnTo>
                  <a:pt x="828751" y="129184"/>
                </a:lnTo>
                <a:lnTo>
                  <a:pt x="827633" y="122123"/>
                </a:lnTo>
                <a:lnTo>
                  <a:pt x="826490" y="114401"/>
                </a:lnTo>
                <a:lnTo>
                  <a:pt x="808202" y="129641"/>
                </a:lnTo>
                <a:lnTo>
                  <a:pt x="808202" y="56489"/>
                </a:lnTo>
                <a:lnTo>
                  <a:pt x="764006" y="56489"/>
                </a:lnTo>
                <a:lnTo>
                  <a:pt x="764006" y="82397"/>
                </a:lnTo>
                <a:lnTo>
                  <a:pt x="782294" y="82397"/>
                </a:lnTo>
                <a:lnTo>
                  <a:pt x="782294" y="148031"/>
                </a:lnTo>
                <a:lnTo>
                  <a:pt x="780770" y="154127"/>
                </a:lnTo>
                <a:lnTo>
                  <a:pt x="777722" y="157175"/>
                </a:lnTo>
                <a:lnTo>
                  <a:pt x="791438" y="173939"/>
                </a:lnTo>
                <a:lnTo>
                  <a:pt x="807821" y="159639"/>
                </a:lnTo>
                <a:lnTo>
                  <a:pt x="818438" y="150964"/>
                </a:lnTo>
                <a:lnTo>
                  <a:pt x="831062" y="141833"/>
                </a:lnTo>
                <a:close/>
              </a:path>
              <a:path w="1129030" h="184785">
                <a:moveTo>
                  <a:pt x="875347" y="131165"/>
                </a:moveTo>
                <a:lnTo>
                  <a:pt x="853922" y="117449"/>
                </a:lnTo>
                <a:lnTo>
                  <a:pt x="843610" y="130898"/>
                </a:lnTo>
                <a:lnTo>
                  <a:pt x="833158" y="143789"/>
                </a:lnTo>
                <a:lnTo>
                  <a:pt x="822413" y="156108"/>
                </a:lnTo>
                <a:lnTo>
                  <a:pt x="811250" y="167843"/>
                </a:lnTo>
                <a:lnTo>
                  <a:pt x="816940" y="172173"/>
                </a:lnTo>
                <a:lnTo>
                  <a:pt x="822490" y="176225"/>
                </a:lnTo>
                <a:lnTo>
                  <a:pt x="827747" y="180263"/>
                </a:lnTo>
                <a:lnTo>
                  <a:pt x="832586" y="184607"/>
                </a:lnTo>
                <a:lnTo>
                  <a:pt x="843762" y="171983"/>
                </a:lnTo>
                <a:lnTo>
                  <a:pt x="854532" y="159067"/>
                </a:lnTo>
                <a:lnTo>
                  <a:pt x="865022" y="145554"/>
                </a:lnTo>
                <a:lnTo>
                  <a:pt x="875347" y="131165"/>
                </a:lnTo>
                <a:close/>
              </a:path>
              <a:path w="1129030" h="184785">
                <a:moveTo>
                  <a:pt x="934783" y="10680"/>
                </a:moveTo>
                <a:lnTo>
                  <a:pt x="908875" y="10680"/>
                </a:lnTo>
                <a:lnTo>
                  <a:pt x="908875" y="32016"/>
                </a:lnTo>
                <a:lnTo>
                  <a:pt x="908875" y="88493"/>
                </a:lnTo>
                <a:lnTo>
                  <a:pt x="855446" y="88493"/>
                </a:lnTo>
                <a:lnTo>
                  <a:pt x="855446" y="32016"/>
                </a:lnTo>
                <a:lnTo>
                  <a:pt x="908875" y="32016"/>
                </a:lnTo>
                <a:lnTo>
                  <a:pt x="908875" y="10680"/>
                </a:lnTo>
                <a:lnTo>
                  <a:pt x="829538" y="10680"/>
                </a:lnTo>
                <a:lnTo>
                  <a:pt x="829538" y="111353"/>
                </a:lnTo>
                <a:lnTo>
                  <a:pt x="934783" y="111353"/>
                </a:lnTo>
                <a:lnTo>
                  <a:pt x="934783" y="88493"/>
                </a:lnTo>
                <a:lnTo>
                  <a:pt x="934783" y="32016"/>
                </a:lnTo>
                <a:lnTo>
                  <a:pt x="934783" y="10680"/>
                </a:lnTo>
                <a:close/>
              </a:path>
              <a:path w="1129030" h="184785">
                <a:moveTo>
                  <a:pt x="950023" y="167843"/>
                </a:moveTo>
                <a:lnTo>
                  <a:pt x="939736" y="154393"/>
                </a:lnTo>
                <a:lnTo>
                  <a:pt x="929449" y="141503"/>
                </a:lnTo>
                <a:lnTo>
                  <a:pt x="919162" y="129184"/>
                </a:lnTo>
                <a:lnTo>
                  <a:pt x="908875" y="117449"/>
                </a:lnTo>
                <a:lnTo>
                  <a:pt x="887539" y="129641"/>
                </a:lnTo>
                <a:lnTo>
                  <a:pt x="897801" y="143179"/>
                </a:lnTo>
                <a:lnTo>
                  <a:pt x="907923" y="156400"/>
                </a:lnTo>
                <a:lnTo>
                  <a:pt x="917752" y="169595"/>
                </a:lnTo>
                <a:lnTo>
                  <a:pt x="927163" y="183083"/>
                </a:lnTo>
                <a:lnTo>
                  <a:pt x="950023" y="167843"/>
                </a:lnTo>
                <a:close/>
              </a:path>
              <a:path w="1129030" h="184785">
                <a:moveTo>
                  <a:pt x="1050709" y="7620"/>
                </a:moveTo>
                <a:lnTo>
                  <a:pt x="1027849" y="7620"/>
                </a:lnTo>
                <a:lnTo>
                  <a:pt x="1027849" y="28956"/>
                </a:lnTo>
                <a:lnTo>
                  <a:pt x="1027849" y="53441"/>
                </a:lnTo>
                <a:lnTo>
                  <a:pt x="986599" y="53441"/>
                </a:lnTo>
                <a:lnTo>
                  <a:pt x="986599" y="28956"/>
                </a:lnTo>
                <a:lnTo>
                  <a:pt x="1027849" y="28956"/>
                </a:lnTo>
                <a:lnTo>
                  <a:pt x="1027849" y="7620"/>
                </a:lnTo>
                <a:lnTo>
                  <a:pt x="962215" y="7620"/>
                </a:lnTo>
                <a:lnTo>
                  <a:pt x="962215" y="74777"/>
                </a:lnTo>
                <a:lnTo>
                  <a:pt x="1050709" y="74777"/>
                </a:lnTo>
                <a:lnTo>
                  <a:pt x="1050709" y="53441"/>
                </a:lnTo>
                <a:lnTo>
                  <a:pt x="1050709" y="28956"/>
                </a:lnTo>
                <a:lnTo>
                  <a:pt x="1050709" y="7620"/>
                </a:lnTo>
                <a:close/>
              </a:path>
              <a:path w="1129030" h="184785">
                <a:moveTo>
                  <a:pt x="1053757" y="93065"/>
                </a:moveTo>
                <a:lnTo>
                  <a:pt x="1008037" y="93065"/>
                </a:lnTo>
                <a:lnTo>
                  <a:pt x="1008037" y="80873"/>
                </a:lnTo>
                <a:lnTo>
                  <a:pt x="983551" y="80873"/>
                </a:lnTo>
                <a:lnTo>
                  <a:pt x="983551" y="83921"/>
                </a:lnTo>
                <a:lnTo>
                  <a:pt x="982027" y="86969"/>
                </a:lnTo>
                <a:lnTo>
                  <a:pt x="982027" y="93065"/>
                </a:lnTo>
                <a:lnTo>
                  <a:pt x="957643" y="93065"/>
                </a:lnTo>
                <a:lnTo>
                  <a:pt x="957643" y="114401"/>
                </a:lnTo>
                <a:lnTo>
                  <a:pt x="980503" y="114401"/>
                </a:lnTo>
                <a:lnTo>
                  <a:pt x="976223" y="128651"/>
                </a:lnTo>
                <a:lnTo>
                  <a:pt x="970216" y="141503"/>
                </a:lnTo>
                <a:lnTo>
                  <a:pt x="962520" y="152590"/>
                </a:lnTo>
                <a:lnTo>
                  <a:pt x="953071" y="161734"/>
                </a:lnTo>
                <a:lnTo>
                  <a:pt x="971359" y="184594"/>
                </a:lnTo>
                <a:lnTo>
                  <a:pt x="983919" y="170840"/>
                </a:lnTo>
                <a:lnTo>
                  <a:pt x="994079" y="154647"/>
                </a:lnTo>
                <a:lnTo>
                  <a:pt x="1001661" y="135877"/>
                </a:lnTo>
                <a:lnTo>
                  <a:pt x="1006513" y="114401"/>
                </a:lnTo>
                <a:lnTo>
                  <a:pt x="1029373" y="114401"/>
                </a:lnTo>
                <a:lnTo>
                  <a:pt x="1029373" y="148018"/>
                </a:lnTo>
                <a:lnTo>
                  <a:pt x="1024801" y="152590"/>
                </a:lnTo>
                <a:lnTo>
                  <a:pt x="997267" y="152590"/>
                </a:lnTo>
                <a:lnTo>
                  <a:pt x="998664" y="159448"/>
                </a:lnTo>
                <a:lnTo>
                  <a:pt x="1002068" y="173164"/>
                </a:lnTo>
                <a:lnTo>
                  <a:pt x="1003465" y="180022"/>
                </a:lnTo>
                <a:lnTo>
                  <a:pt x="1024801" y="180022"/>
                </a:lnTo>
                <a:lnTo>
                  <a:pt x="1037678" y="177761"/>
                </a:lnTo>
                <a:lnTo>
                  <a:pt x="1046708" y="171069"/>
                </a:lnTo>
                <a:lnTo>
                  <a:pt x="1046810" y="170840"/>
                </a:lnTo>
                <a:lnTo>
                  <a:pt x="1052017" y="160058"/>
                </a:lnTo>
                <a:lnTo>
                  <a:pt x="1052080" y="159448"/>
                </a:lnTo>
                <a:lnTo>
                  <a:pt x="1053757" y="144881"/>
                </a:lnTo>
                <a:lnTo>
                  <a:pt x="1053757" y="93065"/>
                </a:lnTo>
                <a:close/>
              </a:path>
              <a:path w="1129030" h="184785">
                <a:moveTo>
                  <a:pt x="1088809" y="19812"/>
                </a:moveTo>
                <a:lnTo>
                  <a:pt x="1065949" y="19812"/>
                </a:lnTo>
                <a:lnTo>
                  <a:pt x="1065949" y="138785"/>
                </a:lnTo>
                <a:lnTo>
                  <a:pt x="1088809" y="138785"/>
                </a:lnTo>
                <a:lnTo>
                  <a:pt x="1088809" y="19812"/>
                </a:lnTo>
                <a:close/>
              </a:path>
              <a:path w="1129030" h="184785">
                <a:moveTo>
                  <a:pt x="1128433" y="1524"/>
                </a:moveTo>
                <a:lnTo>
                  <a:pt x="1104049" y="1524"/>
                </a:lnTo>
                <a:lnTo>
                  <a:pt x="1104049" y="152590"/>
                </a:lnTo>
                <a:lnTo>
                  <a:pt x="1101001" y="157162"/>
                </a:lnTo>
                <a:lnTo>
                  <a:pt x="1068997" y="157162"/>
                </a:lnTo>
                <a:lnTo>
                  <a:pt x="1071333" y="166116"/>
                </a:lnTo>
                <a:lnTo>
                  <a:pt x="1073188" y="172974"/>
                </a:lnTo>
                <a:lnTo>
                  <a:pt x="1074559" y="178816"/>
                </a:lnTo>
                <a:lnTo>
                  <a:pt x="1074686" y="179832"/>
                </a:lnTo>
                <a:lnTo>
                  <a:pt x="1075080" y="183057"/>
                </a:lnTo>
                <a:lnTo>
                  <a:pt x="1086497" y="183057"/>
                </a:lnTo>
                <a:lnTo>
                  <a:pt x="1095476" y="182880"/>
                </a:lnTo>
                <a:lnTo>
                  <a:pt x="1101877" y="182435"/>
                </a:lnTo>
                <a:lnTo>
                  <a:pt x="1105573" y="181546"/>
                </a:lnTo>
                <a:lnTo>
                  <a:pt x="1115568" y="179832"/>
                </a:lnTo>
                <a:lnTo>
                  <a:pt x="1122718" y="174688"/>
                </a:lnTo>
                <a:lnTo>
                  <a:pt x="1126998" y="166116"/>
                </a:lnTo>
                <a:lnTo>
                  <a:pt x="1127048" y="165722"/>
                </a:lnTo>
                <a:lnTo>
                  <a:pt x="1128433" y="154114"/>
                </a:lnTo>
                <a:lnTo>
                  <a:pt x="1128433" y="1524"/>
                </a:lnTo>
                <a:close/>
              </a:path>
            </a:pathLst>
          </a:custGeom>
          <a:solidFill>
            <a:srgbClr val="362F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02853" y="3413950"/>
            <a:ext cx="105410" cy="177165"/>
          </a:xfrm>
          <a:custGeom>
            <a:avLst/>
            <a:gdLst/>
            <a:ahLst/>
            <a:cxnLst/>
            <a:rect l="l" t="t" r="r" b="b"/>
            <a:pathLst>
              <a:path w="105410" h="177164">
                <a:moveTo>
                  <a:pt x="56388" y="0"/>
                </a:moveTo>
                <a:lnTo>
                  <a:pt x="32004" y="0"/>
                </a:lnTo>
                <a:lnTo>
                  <a:pt x="18008" y="20281"/>
                </a:lnTo>
                <a:lnTo>
                  <a:pt x="8001" y="42151"/>
                </a:lnTo>
                <a:lnTo>
                  <a:pt x="2006" y="65455"/>
                </a:lnTo>
                <a:lnTo>
                  <a:pt x="0" y="90017"/>
                </a:lnTo>
                <a:lnTo>
                  <a:pt x="2006" y="114541"/>
                </a:lnTo>
                <a:lnTo>
                  <a:pt x="8001" y="137502"/>
                </a:lnTo>
                <a:lnTo>
                  <a:pt x="18008" y="158457"/>
                </a:lnTo>
                <a:lnTo>
                  <a:pt x="32004" y="176974"/>
                </a:lnTo>
                <a:lnTo>
                  <a:pt x="56388" y="176974"/>
                </a:lnTo>
                <a:lnTo>
                  <a:pt x="43268" y="156959"/>
                </a:lnTo>
                <a:lnTo>
                  <a:pt x="33718" y="135788"/>
                </a:lnTo>
                <a:lnTo>
                  <a:pt x="27889" y="113461"/>
                </a:lnTo>
                <a:lnTo>
                  <a:pt x="25908" y="90017"/>
                </a:lnTo>
                <a:lnTo>
                  <a:pt x="27889" y="65671"/>
                </a:lnTo>
                <a:lnTo>
                  <a:pt x="33718" y="42722"/>
                </a:lnTo>
                <a:lnTo>
                  <a:pt x="43268" y="20929"/>
                </a:lnTo>
                <a:lnTo>
                  <a:pt x="56388" y="0"/>
                </a:lnTo>
                <a:close/>
              </a:path>
              <a:path w="105410" h="177164">
                <a:moveTo>
                  <a:pt x="105244" y="203"/>
                </a:moveTo>
                <a:lnTo>
                  <a:pt x="74764" y="203"/>
                </a:lnTo>
                <a:lnTo>
                  <a:pt x="74764" y="58623"/>
                </a:lnTo>
                <a:lnTo>
                  <a:pt x="105244" y="58623"/>
                </a:lnTo>
                <a:lnTo>
                  <a:pt x="105244" y="203"/>
                </a:lnTo>
                <a:close/>
              </a:path>
            </a:pathLst>
          </a:custGeom>
          <a:solidFill>
            <a:srgbClr val="362F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77617" y="3413950"/>
            <a:ext cx="476250" cy="177165"/>
          </a:xfrm>
          <a:custGeom>
            <a:avLst/>
            <a:gdLst/>
            <a:ahLst/>
            <a:cxnLst/>
            <a:rect l="l" t="t" r="r" b="b"/>
            <a:pathLst>
              <a:path w="476250" h="177164">
                <a:moveTo>
                  <a:pt x="123444" y="203"/>
                </a:moveTo>
                <a:lnTo>
                  <a:pt x="92964" y="203"/>
                </a:lnTo>
                <a:lnTo>
                  <a:pt x="92964" y="58623"/>
                </a:lnTo>
                <a:lnTo>
                  <a:pt x="0" y="58623"/>
                </a:lnTo>
                <a:lnTo>
                  <a:pt x="0" y="85293"/>
                </a:lnTo>
                <a:lnTo>
                  <a:pt x="0" y="144983"/>
                </a:lnTo>
                <a:lnTo>
                  <a:pt x="30480" y="144983"/>
                </a:lnTo>
                <a:lnTo>
                  <a:pt x="30480" y="85293"/>
                </a:lnTo>
                <a:lnTo>
                  <a:pt x="92964" y="85293"/>
                </a:lnTo>
                <a:lnTo>
                  <a:pt x="92964" y="144983"/>
                </a:lnTo>
                <a:lnTo>
                  <a:pt x="123444" y="144983"/>
                </a:lnTo>
                <a:lnTo>
                  <a:pt x="123444" y="85293"/>
                </a:lnTo>
                <a:lnTo>
                  <a:pt x="123444" y="58623"/>
                </a:lnTo>
                <a:lnTo>
                  <a:pt x="123444" y="203"/>
                </a:lnTo>
                <a:close/>
              </a:path>
              <a:path w="476250" h="177164">
                <a:moveTo>
                  <a:pt x="282041" y="144983"/>
                </a:moveTo>
                <a:lnTo>
                  <a:pt x="270027" y="111353"/>
                </a:lnTo>
                <a:lnTo>
                  <a:pt x="261848" y="88493"/>
                </a:lnTo>
                <a:lnTo>
                  <a:pt x="239483" y="25920"/>
                </a:lnTo>
                <a:lnTo>
                  <a:pt x="230225" y="12"/>
                </a:lnTo>
                <a:lnTo>
                  <a:pt x="230225" y="88493"/>
                </a:lnTo>
                <a:lnTo>
                  <a:pt x="192125" y="88493"/>
                </a:lnTo>
                <a:lnTo>
                  <a:pt x="208889" y="38201"/>
                </a:lnTo>
                <a:lnTo>
                  <a:pt x="208889" y="33540"/>
                </a:lnTo>
                <a:lnTo>
                  <a:pt x="210413" y="28968"/>
                </a:lnTo>
                <a:lnTo>
                  <a:pt x="210413" y="25920"/>
                </a:lnTo>
                <a:lnTo>
                  <a:pt x="211937" y="25920"/>
                </a:lnTo>
                <a:lnTo>
                  <a:pt x="211937" y="30492"/>
                </a:lnTo>
                <a:lnTo>
                  <a:pt x="213461" y="35064"/>
                </a:lnTo>
                <a:lnTo>
                  <a:pt x="213461" y="38201"/>
                </a:lnTo>
                <a:lnTo>
                  <a:pt x="230225" y="88493"/>
                </a:lnTo>
                <a:lnTo>
                  <a:pt x="230225" y="12"/>
                </a:lnTo>
                <a:lnTo>
                  <a:pt x="193649" y="12"/>
                </a:lnTo>
                <a:lnTo>
                  <a:pt x="141744" y="144983"/>
                </a:lnTo>
                <a:lnTo>
                  <a:pt x="173837" y="144983"/>
                </a:lnTo>
                <a:lnTo>
                  <a:pt x="184505" y="111353"/>
                </a:lnTo>
                <a:lnTo>
                  <a:pt x="237845" y="111353"/>
                </a:lnTo>
                <a:lnTo>
                  <a:pt x="248513" y="144983"/>
                </a:lnTo>
                <a:lnTo>
                  <a:pt x="282041" y="144983"/>
                </a:lnTo>
                <a:close/>
              </a:path>
              <a:path w="476250" h="177164">
                <a:moveTo>
                  <a:pt x="419303" y="144983"/>
                </a:moveTo>
                <a:lnTo>
                  <a:pt x="391871" y="102209"/>
                </a:lnTo>
                <a:lnTo>
                  <a:pt x="386156" y="93929"/>
                </a:lnTo>
                <a:lnTo>
                  <a:pt x="381431" y="88493"/>
                </a:lnTo>
                <a:lnTo>
                  <a:pt x="380441" y="87350"/>
                </a:lnTo>
                <a:lnTo>
                  <a:pt x="374726" y="82499"/>
                </a:lnTo>
                <a:lnTo>
                  <a:pt x="369011" y="79349"/>
                </a:lnTo>
                <a:lnTo>
                  <a:pt x="376453" y="76758"/>
                </a:lnTo>
                <a:lnTo>
                  <a:pt x="382917" y="73444"/>
                </a:lnTo>
                <a:lnTo>
                  <a:pt x="388505" y="69278"/>
                </a:lnTo>
                <a:lnTo>
                  <a:pt x="391947" y="65633"/>
                </a:lnTo>
                <a:lnTo>
                  <a:pt x="393395" y="64109"/>
                </a:lnTo>
                <a:lnTo>
                  <a:pt x="397395" y="59016"/>
                </a:lnTo>
                <a:lnTo>
                  <a:pt x="400253" y="53060"/>
                </a:lnTo>
                <a:lnTo>
                  <a:pt x="401967" y="46532"/>
                </a:lnTo>
                <a:lnTo>
                  <a:pt x="402539" y="39725"/>
                </a:lnTo>
                <a:lnTo>
                  <a:pt x="399516" y="24396"/>
                </a:lnTo>
                <a:lnTo>
                  <a:pt x="399148" y="22555"/>
                </a:lnTo>
                <a:lnTo>
                  <a:pt x="389204" y="10109"/>
                </a:lnTo>
                <a:lnTo>
                  <a:pt x="372960" y="2552"/>
                </a:lnTo>
                <a:lnTo>
                  <a:pt x="369011" y="2108"/>
                </a:lnTo>
                <a:lnTo>
                  <a:pt x="369011" y="42773"/>
                </a:lnTo>
                <a:lnTo>
                  <a:pt x="369011" y="50393"/>
                </a:lnTo>
                <a:lnTo>
                  <a:pt x="367487" y="54965"/>
                </a:lnTo>
                <a:lnTo>
                  <a:pt x="362915" y="59537"/>
                </a:lnTo>
                <a:lnTo>
                  <a:pt x="358343" y="62585"/>
                </a:lnTo>
                <a:lnTo>
                  <a:pt x="352247" y="65633"/>
                </a:lnTo>
                <a:lnTo>
                  <a:pt x="330911" y="65633"/>
                </a:lnTo>
                <a:lnTo>
                  <a:pt x="330911" y="24396"/>
                </a:lnTo>
                <a:lnTo>
                  <a:pt x="346151" y="24396"/>
                </a:lnTo>
                <a:lnTo>
                  <a:pt x="356146" y="25539"/>
                </a:lnTo>
                <a:lnTo>
                  <a:pt x="363296" y="28968"/>
                </a:lnTo>
                <a:lnTo>
                  <a:pt x="367576" y="34721"/>
                </a:lnTo>
                <a:lnTo>
                  <a:pt x="369011" y="42773"/>
                </a:lnTo>
                <a:lnTo>
                  <a:pt x="369011" y="2108"/>
                </a:lnTo>
                <a:lnTo>
                  <a:pt x="350723" y="12"/>
                </a:lnTo>
                <a:lnTo>
                  <a:pt x="300431" y="12"/>
                </a:lnTo>
                <a:lnTo>
                  <a:pt x="300431" y="144983"/>
                </a:lnTo>
                <a:lnTo>
                  <a:pt x="330911" y="144983"/>
                </a:lnTo>
                <a:lnTo>
                  <a:pt x="330911" y="88493"/>
                </a:lnTo>
                <a:lnTo>
                  <a:pt x="343103" y="88493"/>
                </a:lnTo>
                <a:lnTo>
                  <a:pt x="349199" y="91541"/>
                </a:lnTo>
                <a:lnTo>
                  <a:pt x="356819" y="99161"/>
                </a:lnTo>
                <a:lnTo>
                  <a:pt x="361391" y="106781"/>
                </a:lnTo>
                <a:lnTo>
                  <a:pt x="382727" y="144983"/>
                </a:lnTo>
                <a:lnTo>
                  <a:pt x="419303" y="144983"/>
                </a:lnTo>
                <a:close/>
              </a:path>
              <a:path w="476250" h="177164">
                <a:moveTo>
                  <a:pt x="475780" y="90017"/>
                </a:moveTo>
                <a:lnTo>
                  <a:pt x="473760" y="65455"/>
                </a:lnTo>
                <a:lnTo>
                  <a:pt x="467588" y="42151"/>
                </a:lnTo>
                <a:lnTo>
                  <a:pt x="457136" y="20281"/>
                </a:lnTo>
                <a:lnTo>
                  <a:pt x="442252" y="0"/>
                </a:lnTo>
                <a:lnTo>
                  <a:pt x="417779" y="0"/>
                </a:lnTo>
                <a:lnTo>
                  <a:pt x="431596" y="20929"/>
                </a:lnTo>
                <a:lnTo>
                  <a:pt x="441096" y="42722"/>
                </a:lnTo>
                <a:lnTo>
                  <a:pt x="446582" y="65671"/>
                </a:lnTo>
                <a:lnTo>
                  <a:pt x="448348" y="90017"/>
                </a:lnTo>
                <a:lnTo>
                  <a:pt x="446582" y="113461"/>
                </a:lnTo>
                <a:lnTo>
                  <a:pt x="441096" y="135788"/>
                </a:lnTo>
                <a:lnTo>
                  <a:pt x="431596" y="156959"/>
                </a:lnTo>
                <a:lnTo>
                  <a:pt x="417779" y="176974"/>
                </a:lnTo>
                <a:lnTo>
                  <a:pt x="442252" y="176974"/>
                </a:lnTo>
                <a:lnTo>
                  <a:pt x="456488" y="157822"/>
                </a:lnTo>
                <a:lnTo>
                  <a:pt x="467017" y="136931"/>
                </a:lnTo>
                <a:lnTo>
                  <a:pt x="473544" y="114325"/>
                </a:lnTo>
                <a:lnTo>
                  <a:pt x="475780" y="90017"/>
                </a:lnTo>
                <a:close/>
              </a:path>
            </a:pathLst>
          </a:custGeom>
          <a:solidFill>
            <a:srgbClr val="362FA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6613" y="3745039"/>
            <a:ext cx="2171604" cy="14944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76422" y="3746563"/>
            <a:ext cx="1520475" cy="14792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0517" y="3973829"/>
            <a:ext cx="1872710" cy="14944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77527" y="3973829"/>
            <a:ext cx="1657730" cy="14944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4759642" y="3975353"/>
            <a:ext cx="128270" cy="146685"/>
          </a:xfrm>
          <a:custGeom>
            <a:avLst/>
            <a:gdLst/>
            <a:ahLst/>
            <a:cxnLst/>
            <a:rect l="l" t="t" r="r" b="b"/>
            <a:pathLst>
              <a:path w="128270" h="146685">
                <a:moveTo>
                  <a:pt x="128104" y="32004"/>
                </a:moveTo>
                <a:lnTo>
                  <a:pt x="70192" y="32004"/>
                </a:lnTo>
                <a:lnTo>
                  <a:pt x="70192" y="0"/>
                </a:lnTo>
                <a:lnTo>
                  <a:pt x="56388" y="0"/>
                </a:lnTo>
                <a:lnTo>
                  <a:pt x="56388" y="32004"/>
                </a:lnTo>
                <a:lnTo>
                  <a:pt x="0" y="32004"/>
                </a:lnTo>
                <a:lnTo>
                  <a:pt x="0" y="42164"/>
                </a:lnTo>
                <a:lnTo>
                  <a:pt x="0" y="80264"/>
                </a:lnTo>
                <a:lnTo>
                  <a:pt x="0" y="91694"/>
                </a:lnTo>
                <a:lnTo>
                  <a:pt x="0" y="99314"/>
                </a:lnTo>
                <a:lnTo>
                  <a:pt x="12192" y="99314"/>
                </a:lnTo>
                <a:lnTo>
                  <a:pt x="12192" y="91694"/>
                </a:lnTo>
                <a:lnTo>
                  <a:pt x="56388" y="91694"/>
                </a:lnTo>
                <a:lnTo>
                  <a:pt x="56388" y="146405"/>
                </a:lnTo>
                <a:lnTo>
                  <a:pt x="70192" y="146405"/>
                </a:lnTo>
                <a:lnTo>
                  <a:pt x="70192" y="91694"/>
                </a:lnTo>
                <a:lnTo>
                  <a:pt x="115912" y="91694"/>
                </a:lnTo>
                <a:lnTo>
                  <a:pt x="115912" y="99161"/>
                </a:lnTo>
                <a:lnTo>
                  <a:pt x="128104" y="99161"/>
                </a:lnTo>
                <a:lnTo>
                  <a:pt x="128104" y="42672"/>
                </a:lnTo>
                <a:lnTo>
                  <a:pt x="115912" y="42672"/>
                </a:lnTo>
                <a:lnTo>
                  <a:pt x="115912" y="80264"/>
                </a:lnTo>
                <a:lnTo>
                  <a:pt x="70192" y="80264"/>
                </a:lnTo>
                <a:lnTo>
                  <a:pt x="70192" y="42672"/>
                </a:lnTo>
                <a:lnTo>
                  <a:pt x="56388" y="42672"/>
                </a:lnTo>
                <a:lnTo>
                  <a:pt x="56388" y="80264"/>
                </a:lnTo>
                <a:lnTo>
                  <a:pt x="12192" y="80264"/>
                </a:lnTo>
                <a:lnTo>
                  <a:pt x="12192" y="42164"/>
                </a:lnTo>
                <a:lnTo>
                  <a:pt x="128104" y="42164"/>
                </a:lnTo>
                <a:lnTo>
                  <a:pt x="128104" y="32004"/>
                </a:lnTo>
                <a:close/>
              </a:path>
            </a:pathLst>
          </a:custGeom>
          <a:solidFill>
            <a:srgbClr val="364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5757" y="4202620"/>
            <a:ext cx="1552479" cy="14954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2102" y="4898230"/>
            <a:ext cx="2179224" cy="14954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109626" y="4898231"/>
            <a:ext cx="1977866" cy="14954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0578" y="5145404"/>
            <a:ext cx="960691" cy="149447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89569" y="5145404"/>
            <a:ext cx="2941796" cy="149447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941094" y="5146929"/>
            <a:ext cx="146399" cy="147923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820572" y="5394007"/>
            <a:ext cx="655955" cy="149860"/>
          </a:xfrm>
          <a:custGeom>
            <a:avLst/>
            <a:gdLst/>
            <a:ahLst/>
            <a:cxnLst/>
            <a:rect l="l" t="t" r="r" b="b"/>
            <a:pathLst>
              <a:path w="655955" h="149860">
                <a:moveTo>
                  <a:pt x="57912" y="15341"/>
                </a:moveTo>
                <a:lnTo>
                  <a:pt x="4572" y="15341"/>
                </a:lnTo>
                <a:lnTo>
                  <a:pt x="4572" y="26009"/>
                </a:lnTo>
                <a:lnTo>
                  <a:pt x="24384" y="26009"/>
                </a:lnTo>
                <a:lnTo>
                  <a:pt x="20142" y="42849"/>
                </a:lnTo>
                <a:lnTo>
                  <a:pt x="14478" y="58966"/>
                </a:lnTo>
                <a:lnTo>
                  <a:pt x="7670" y="74231"/>
                </a:lnTo>
                <a:lnTo>
                  <a:pt x="0" y="88493"/>
                </a:lnTo>
                <a:lnTo>
                  <a:pt x="3048" y="91541"/>
                </a:lnTo>
                <a:lnTo>
                  <a:pt x="6096" y="93065"/>
                </a:lnTo>
                <a:lnTo>
                  <a:pt x="7620" y="96113"/>
                </a:lnTo>
                <a:lnTo>
                  <a:pt x="10668" y="90017"/>
                </a:lnTo>
                <a:lnTo>
                  <a:pt x="13716" y="85445"/>
                </a:lnTo>
                <a:lnTo>
                  <a:pt x="16764" y="79349"/>
                </a:lnTo>
                <a:lnTo>
                  <a:pt x="16764" y="135826"/>
                </a:lnTo>
                <a:lnTo>
                  <a:pt x="25908" y="135826"/>
                </a:lnTo>
                <a:lnTo>
                  <a:pt x="25908" y="125158"/>
                </a:lnTo>
                <a:lnTo>
                  <a:pt x="51816" y="125158"/>
                </a:lnTo>
                <a:lnTo>
                  <a:pt x="51816" y="116014"/>
                </a:lnTo>
                <a:lnTo>
                  <a:pt x="51816" y="67157"/>
                </a:lnTo>
                <a:lnTo>
                  <a:pt x="51816" y="56489"/>
                </a:lnTo>
                <a:lnTo>
                  <a:pt x="41148" y="56489"/>
                </a:lnTo>
                <a:lnTo>
                  <a:pt x="41148" y="67157"/>
                </a:lnTo>
                <a:lnTo>
                  <a:pt x="41148" y="116014"/>
                </a:lnTo>
                <a:lnTo>
                  <a:pt x="25908" y="116014"/>
                </a:lnTo>
                <a:lnTo>
                  <a:pt x="25908" y="79349"/>
                </a:lnTo>
                <a:lnTo>
                  <a:pt x="25908" y="67157"/>
                </a:lnTo>
                <a:lnTo>
                  <a:pt x="41148" y="67157"/>
                </a:lnTo>
                <a:lnTo>
                  <a:pt x="41148" y="56489"/>
                </a:lnTo>
                <a:lnTo>
                  <a:pt x="25908" y="56489"/>
                </a:lnTo>
                <a:lnTo>
                  <a:pt x="28841" y="49364"/>
                </a:lnTo>
                <a:lnTo>
                  <a:pt x="31051" y="41821"/>
                </a:lnTo>
                <a:lnTo>
                  <a:pt x="32981" y="33985"/>
                </a:lnTo>
                <a:lnTo>
                  <a:pt x="35052" y="26009"/>
                </a:lnTo>
                <a:lnTo>
                  <a:pt x="57912" y="26009"/>
                </a:lnTo>
                <a:lnTo>
                  <a:pt x="57912" y="15341"/>
                </a:lnTo>
                <a:close/>
              </a:path>
              <a:path w="655955" h="149860">
                <a:moveTo>
                  <a:pt x="143344" y="41249"/>
                </a:moveTo>
                <a:lnTo>
                  <a:pt x="132676" y="41249"/>
                </a:lnTo>
                <a:lnTo>
                  <a:pt x="132676" y="50393"/>
                </a:lnTo>
                <a:lnTo>
                  <a:pt x="132676" y="71729"/>
                </a:lnTo>
                <a:lnTo>
                  <a:pt x="132676" y="80873"/>
                </a:lnTo>
                <a:lnTo>
                  <a:pt x="132676" y="100774"/>
                </a:lnTo>
                <a:lnTo>
                  <a:pt x="108204" y="100774"/>
                </a:lnTo>
                <a:lnTo>
                  <a:pt x="108204" y="80873"/>
                </a:lnTo>
                <a:lnTo>
                  <a:pt x="132676" y="80873"/>
                </a:lnTo>
                <a:lnTo>
                  <a:pt x="132676" y="71729"/>
                </a:lnTo>
                <a:lnTo>
                  <a:pt x="108204" y="71729"/>
                </a:lnTo>
                <a:lnTo>
                  <a:pt x="108204" y="50393"/>
                </a:lnTo>
                <a:lnTo>
                  <a:pt x="132676" y="50393"/>
                </a:lnTo>
                <a:lnTo>
                  <a:pt x="132676" y="41249"/>
                </a:lnTo>
                <a:lnTo>
                  <a:pt x="115912" y="41249"/>
                </a:lnTo>
                <a:lnTo>
                  <a:pt x="127000" y="26009"/>
                </a:lnTo>
                <a:lnTo>
                  <a:pt x="128104" y="24485"/>
                </a:lnTo>
                <a:lnTo>
                  <a:pt x="128104" y="15341"/>
                </a:lnTo>
                <a:lnTo>
                  <a:pt x="115912" y="15341"/>
                </a:lnTo>
                <a:lnTo>
                  <a:pt x="115912" y="26009"/>
                </a:lnTo>
                <a:lnTo>
                  <a:pt x="103632" y="41249"/>
                </a:lnTo>
                <a:lnTo>
                  <a:pt x="97536" y="41249"/>
                </a:lnTo>
                <a:lnTo>
                  <a:pt x="97536" y="50393"/>
                </a:lnTo>
                <a:lnTo>
                  <a:pt x="97536" y="71729"/>
                </a:lnTo>
                <a:lnTo>
                  <a:pt x="97536" y="80873"/>
                </a:lnTo>
                <a:lnTo>
                  <a:pt x="97536" y="100774"/>
                </a:lnTo>
                <a:lnTo>
                  <a:pt x="74676" y="100774"/>
                </a:lnTo>
                <a:lnTo>
                  <a:pt x="74676" y="90017"/>
                </a:lnTo>
                <a:lnTo>
                  <a:pt x="76200" y="82397"/>
                </a:lnTo>
                <a:lnTo>
                  <a:pt x="76200" y="80873"/>
                </a:lnTo>
                <a:lnTo>
                  <a:pt x="97536" y="80873"/>
                </a:lnTo>
                <a:lnTo>
                  <a:pt x="97536" y="71729"/>
                </a:lnTo>
                <a:lnTo>
                  <a:pt x="76200" y="71729"/>
                </a:lnTo>
                <a:lnTo>
                  <a:pt x="76200" y="50393"/>
                </a:lnTo>
                <a:lnTo>
                  <a:pt x="97536" y="50393"/>
                </a:lnTo>
                <a:lnTo>
                  <a:pt x="97536" y="41249"/>
                </a:lnTo>
                <a:lnTo>
                  <a:pt x="68580" y="41249"/>
                </a:lnTo>
                <a:lnTo>
                  <a:pt x="71628" y="35153"/>
                </a:lnTo>
                <a:lnTo>
                  <a:pt x="76200" y="30581"/>
                </a:lnTo>
                <a:lnTo>
                  <a:pt x="79248" y="26009"/>
                </a:lnTo>
                <a:lnTo>
                  <a:pt x="115912" y="26009"/>
                </a:lnTo>
                <a:lnTo>
                  <a:pt x="115912" y="15341"/>
                </a:lnTo>
                <a:lnTo>
                  <a:pt x="85344" y="15341"/>
                </a:lnTo>
                <a:lnTo>
                  <a:pt x="88392" y="10769"/>
                </a:lnTo>
                <a:lnTo>
                  <a:pt x="89916" y="7721"/>
                </a:lnTo>
                <a:lnTo>
                  <a:pt x="92964" y="3149"/>
                </a:lnTo>
                <a:lnTo>
                  <a:pt x="82296" y="0"/>
                </a:lnTo>
                <a:lnTo>
                  <a:pt x="75133" y="12344"/>
                </a:lnTo>
                <a:lnTo>
                  <a:pt x="67246" y="24091"/>
                </a:lnTo>
                <a:lnTo>
                  <a:pt x="58585" y="35153"/>
                </a:lnTo>
                <a:lnTo>
                  <a:pt x="48768" y="45821"/>
                </a:lnTo>
                <a:lnTo>
                  <a:pt x="56388" y="53441"/>
                </a:lnTo>
                <a:lnTo>
                  <a:pt x="65532" y="44297"/>
                </a:lnTo>
                <a:lnTo>
                  <a:pt x="65430" y="85445"/>
                </a:lnTo>
                <a:lnTo>
                  <a:pt x="64414" y="101358"/>
                </a:lnTo>
                <a:lnTo>
                  <a:pt x="61150" y="116776"/>
                </a:lnTo>
                <a:lnTo>
                  <a:pt x="55892" y="129882"/>
                </a:lnTo>
                <a:lnTo>
                  <a:pt x="48768" y="140398"/>
                </a:lnTo>
                <a:lnTo>
                  <a:pt x="57912" y="149542"/>
                </a:lnTo>
                <a:lnTo>
                  <a:pt x="63080" y="141236"/>
                </a:lnTo>
                <a:lnTo>
                  <a:pt x="67246" y="132207"/>
                </a:lnTo>
                <a:lnTo>
                  <a:pt x="70561" y="122326"/>
                </a:lnTo>
                <a:lnTo>
                  <a:pt x="73152" y="111442"/>
                </a:lnTo>
                <a:lnTo>
                  <a:pt x="97536" y="111442"/>
                </a:lnTo>
                <a:lnTo>
                  <a:pt x="97536" y="143446"/>
                </a:lnTo>
                <a:lnTo>
                  <a:pt x="108204" y="143446"/>
                </a:lnTo>
                <a:lnTo>
                  <a:pt x="108204" y="111442"/>
                </a:lnTo>
                <a:lnTo>
                  <a:pt x="132676" y="111442"/>
                </a:lnTo>
                <a:lnTo>
                  <a:pt x="132676" y="132778"/>
                </a:lnTo>
                <a:lnTo>
                  <a:pt x="131152" y="135826"/>
                </a:lnTo>
                <a:lnTo>
                  <a:pt x="123532" y="135826"/>
                </a:lnTo>
                <a:lnTo>
                  <a:pt x="118960" y="134302"/>
                </a:lnTo>
                <a:lnTo>
                  <a:pt x="114300" y="134302"/>
                </a:lnTo>
                <a:lnTo>
                  <a:pt x="114300" y="138874"/>
                </a:lnTo>
                <a:lnTo>
                  <a:pt x="115912" y="141922"/>
                </a:lnTo>
                <a:lnTo>
                  <a:pt x="115912" y="144970"/>
                </a:lnTo>
                <a:lnTo>
                  <a:pt x="138772" y="144970"/>
                </a:lnTo>
                <a:lnTo>
                  <a:pt x="143344" y="140398"/>
                </a:lnTo>
                <a:lnTo>
                  <a:pt x="143344" y="135826"/>
                </a:lnTo>
                <a:lnTo>
                  <a:pt x="143344" y="111442"/>
                </a:lnTo>
                <a:lnTo>
                  <a:pt x="143344" y="44297"/>
                </a:lnTo>
                <a:lnTo>
                  <a:pt x="143344" y="41249"/>
                </a:lnTo>
                <a:close/>
              </a:path>
              <a:path w="655955" h="149860">
                <a:moveTo>
                  <a:pt x="218020" y="26009"/>
                </a:moveTo>
                <a:lnTo>
                  <a:pt x="205828" y="26009"/>
                </a:lnTo>
                <a:lnTo>
                  <a:pt x="205828" y="36677"/>
                </a:lnTo>
                <a:lnTo>
                  <a:pt x="205828" y="73253"/>
                </a:lnTo>
                <a:lnTo>
                  <a:pt x="205828" y="83921"/>
                </a:lnTo>
                <a:lnTo>
                  <a:pt x="205828" y="122123"/>
                </a:lnTo>
                <a:lnTo>
                  <a:pt x="172300" y="122123"/>
                </a:lnTo>
                <a:lnTo>
                  <a:pt x="172300" y="83921"/>
                </a:lnTo>
                <a:lnTo>
                  <a:pt x="205828" y="83921"/>
                </a:lnTo>
                <a:lnTo>
                  <a:pt x="205828" y="73253"/>
                </a:lnTo>
                <a:lnTo>
                  <a:pt x="172300" y="73253"/>
                </a:lnTo>
                <a:lnTo>
                  <a:pt x="172300" y="36677"/>
                </a:lnTo>
                <a:lnTo>
                  <a:pt x="205828" y="36677"/>
                </a:lnTo>
                <a:lnTo>
                  <a:pt x="205828" y="26009"/>
                </a:lnTo>
                <a:lnTo>
                  <a:pt x="187540" y="26009"/>
                </a:lnTo>
                <a:lnTo>
                  <a:pt x="190588" y="19913"/>
                </a:lnTo>
                <a:lnTo>
                  <a:pt x="196684" y="4673"/>
                </a:lnTo>
                <a:lnTo>
                  <a:pt x="175348" y="26009"/>
                </a:lnTo>
                <a:lnTo>
                  <a:pt x="160108" y="26009"/>
                </a:lnTo>
                <a:lnTo>
                  <a:pt x="160108" y="144983"/>
                </a:lnTo>
                <a:lnTo>
                  <a:pt x="172300" y="144983"/>
                </a:lnTo>
                <a:lnTo>
                  <a:pt x="172300" y="132791"/>
                </a:lnTo>
                <a:lnTo>
                  <a:pt x="205828" y="132791"/>
                </a:lnTo>
                <a:lnTo>
                  <a:pt x="205828" y="144983"/>
                </a:lnTo>
                <a:lnTo>
                  <a:pt x="218020" y="144983"/>
                </a:lnTo>
                <a:lnTo>
                  <a:pt x="218020" y="132791"/>
                </a:lnTo>
                <a:lnTo>
                  <a:pt x="218020" y="122123"/>
                </a:lnTo>
                <a:lnTo>
                  <a:pt x="218020" y="83921"/>
                </a:lnTo>
                <a:lnTo>
                  <a:pt x="218020" y="73253"/>
                </a:lnTo>
                <a:lnTo>
                  <a:pt x="218020" y="36677"/>
                </a:lnTo>
                <a:lnTo>
                  <a:pt x="218020" y="26009"/>
                </a:lnTo>
                <a:close/>
              </a:path>
              <a:path w="655955" h="149860">
                <a:moveTo>
                  <a:pt x="268414" y="94589"/>
                </a:moveTo>
                <a:lnTo>
                  <a:pt x="263283" y="86537"/>
                </a:lnTo>
                <a:lnTo>
                  <a:pt x="257124" y="78206"/>
                </a:lnTo>
                <a:lnTo>
                  <a:pt x="242404" y="59537"/>
                </a:lnTo>
                <a:lnTo>
                  <a:pt x="233260" y="67157"/>
                </a:lnTo>
                <a:lnTo>
                  <a:pt x="239864" y="75425"/>
                </a:lnTo>
                <a:lnTo>
                  <a:pt x="246024" y="84124"/>
                </a:lnTo>
                <a:lnTo>
                  <a:pt x="251917" y="93129"/>
                </a:lnTo>
                <a:lnTo>
                  <a:pt x="257644" y="102311"/>
                </a:lnTo>
                <a:lnTo>
                  <a:pt x="268414" y="94589"/>
                </a:lnTo>
                <a:close/>
              </a:path>
              <a:path w="655955" h="149860">
                <a:moveTo>
                  <a:pt x="295846" y="26009"/>
                </a:moveTo>
                <a:lnTo>
                  <a:pt x="248500" y="26009"/>
                </a:lnTo>
                <a:lnTo>
                  <a:pt x="251548" y="18389"/>
                </a:lnTo>
                <a:lnTo>
                  <a:pt x="253072" y="12293"/>
                </a:lnTo>
                <a:lnTo>
                  <a:pt x="256120" y="4673"/>
                </a:lnTo>
                <a:lnTo>
                  <a:pt x="243928" y="1625"/>
                </a:lnTo>
                <a:lnTo>
                  <a:pt x="238201" y="17056"/>
                </a:lnTo>
                <a:lnTo>
                  <a:pt x="232308" y="31343"/>
                </a:lnTo>
                <a:lnTo>
                  <a:pt x="226148" y="44488"/>
                </a:lnTo>
                <a:lnTo>
                  <a:pt x="219544" y="56489"/>
                </a:lnTo>
                <a:lnTo>
                  <a:pt x="224116" y="58013"/>
                </a:lnTo>
                <a:lnTo>
                  <a:pt x="227164" y="59537"/>
                </a:lnTo>
                <a:lnTo>
                  <a:pt x="230212" y="62585"/>
                </a:lnTo>
                <a:lnTo>
                  <a:pt x="233718" y="56489"/>
                </a:lnTo>
                <a:lnTo>
                  <a:pt x="237070" y="50203"/>
                </a:lnTo>
                <a:lnTo>
                  <a:pt x="240499" y="43510"/>
                </a:lnTo>
                <a:lnTo>
                  <a:pt x="243928" y="36677"/>
                </a:lnTo>
                <a:lnTo>
                  <a:pt x="283654" y="36677"/>
                </a:lnTo>
                <a:lnTo>
                  <a:pt x="282752" y="64122"/>
                </a:lnTo>
                <a:lnTo>
                  <a:pt x="282663" y="67157"/>
                </a:lnTo>
                <a:lnTo>
                  <a:pt x="282105" y="87782"/>
                </a:lnTo>
                <a:lnTo>
                  <a:pt x="281508" y="105333"/>
                </a:lnTo>
                <a:lnTo>
                  <a:pt x="280606" y="119075"/>
                </a:lnTo>
                <a:lnTo>
                  <a:pt x="280606" y="128219"/>
                </a:lnTo>
                <a:lnTo>
                  <a:pt x="276059" y="132765"/>
                </a:lnTo>
                <a:lnTo>
                  <a:pt x="259981" y="132765"/>
                </a:lnTo>
                <a:lnTo>
                  <a:pt x="253085" y="132600"/>
                </a:lnTo>
                <a:lnTo>
                  <a:pt x="245859" y="132118"/>
                </a:lnTo>
                <a:lnTo>
                  <a:pt x="246037" y="132118"/>
                </a:lnTo>
                <a:lnTo>
                  <a:pt x="239356" y="131267"/>
                </a:lnTo>
                <a:lnTo>
                  <a:pt x="239356" y="135839"/>
                </a:lnTo>
                <a:lnTo>
                  <a:pt x="240880" y="138887"/>
                </a:lnTo>
                <a:lnTo>
                  <a:pt x="240880" y="144983"/>
                </a:lnTo>
                <a:lnTo>
                  <a:pt x="268414" y="144983"/>
                </a:lnTo>
                <a:lnTo>
                  <a:pt x="278650" y="143548"/>
                </a:lnTo>
                <a:lnTo>
                  <a:pt x="286321" y="139268"/>
                </a:lnTo>
                <a:lnTo>
                  <a:pt x="290703" y="132765"/>
                </a:lnTo>
                <a:lnTo>
                  <a:pt x="290804" y="132600"/>
                </a:lnTo>
                <a:lnTo>
                  <a:pt x="291134" y="132118"/>
                </a:lnTo>
                <a:lnTo>
                  <a:pt x="292798" y="122123"/>
                </a:lnTo>
                <a:lnTo>
                  <a:pt x="293700" y="108381"/>
                </a:lnTo>
                <a:lnTo>
                  <a:pt x="293789" y="105333"/>
                </a:lnTo>
                <a:lnTo>
                  <a:pt x="293890" y="102311"/>
                </a:lnTo>
                <a:lnTo>
                  <a:pt x="294322" y="87782"/>
                </a:lnTo>
                <a:lnTo>
                  <a:pt x="294398" y="84124"/>
                </a:lnTo>
                <a:lnTo>
                  <a:pt x="295046" y="56489"/>
                </a:lnTo>
                <a:lnTo>
                  <a:pt x="295567" y="36677"/>
                </a:lnTo>
                <a:lnTo>
                  <a:pt x="295846" y="26009"/>
                </a:lnTo>
                <a:close/>
              </a:path>
              <a:path w="655955" h="149860">
                <a:moveTo>
                  <a:pt x="352234" y="29057"/>
                </a:moveTo>
                <a:lnTo>
                  <a:pt x="347370" y="23964"/>
                </a:lnTo>
                <a:lnTo>
                  <a:pt x="335940" y="11480"/>
                </a:lnTo>
                <a:lnTo>
                  <a:pt x="329374" y="4673"/>
                </a:lnTo>
                <a:lnTo>
                  <a:pt x="320230" y="12293"/>
                </a:lnTo>
                <a:lnTo>
                  <a:pt x="325069" y="17386"/>
                </a:lnTo>
                <a:lnTo>
                  <a:pt x="330327" y="23342"/>
                </a:lnTo>
                <a:lnTo>
                  <a:pt x="335876" y="29870"/>
                </a:lnTo>
                <a:lnTo>
                  <a:pt x="341566" y="36677"/>
                </a:lnTo>
                <a:lnTo>
                  <a:pt x="352234" y="29057"/>
                </a:lnTo>
                <a:close/>
              </a:path>
              <a:path w="655955" h="149860">
                <a:moveTo>
                  <a:pt x="361378" y="109931"/>
                </a:moveTo>
                <a:lnTo>
                  <a:pt x="359918" y="105537"/>
                </a:lnTo>
                <a:lnTo>
                  <a:pt x="359854" y="97637"/>
                </a:lnTo>
                <a:lnTo>
                  <a:pt x="354139" y="101384"/>
                </a:lnTo>
                <a:lnTo>
                  <a:pt x="348424" y="105537"/>
                </a:lnTo>
                <a:lnTo>
                  <a:pt x="342734" y="109931"/>
                </a:lnTo>
                <a:lnTo>
                  <a:pt x="336994" y="114503"/>
                </a:lnTo>
                <a:lnTo>
                  <a:pt x="336994" y="51917"/>
                </a:lnTo>
                <a:lnTo>
                  <a:pt x="306514" y="51917"/>
                </a:lnTo>
                <a:lnTo>
                  <a:pt x="306514" y="62585"/>
                </a:lnTo>
                <a:lnTo>
                  <a:pt x="324802" y="62585"/>
                </a:lnTo>
                <a:lnTo>
                  <a:pt x="324739" y="119253"/>
                </a:lnTo>
                <a:lnTo>
                  <a:pt x="323278" y="123647"/>
                </a:lnTo>
                <a:lnTo>
                  <a:pt x="320230" y="126695"/>
                </a:lnTo>
                <a:lnTo>
                  <a:pt x="329374" y="135839"/>
                </a:lnTo>
                <a:lnTo>
                  <a:pt x="330898" y="132791"/>
                </a:lnTo>
                <a:lnTo>
                  <a:pt x="333946" y="131267"/>
                </a:lnTo>
                <a:lnTo>
                  <a:pt x="335470" y="129743"/>
                </a:lnTo>
                <a:lnTo>
                  <a:pt x="341452" y="124282"/>
                </a:lnTo>
                <a:lnTo>
                  <a:pt x="347865" y="119253"/>
                </a:lnTo>
                <a:lnTo>
                  <a:pt x="354584" y="114503"/>
                </a:lnTo>
                <a:lnTo>
                  <a:pt x="361378" y="109931"/>
                </a:lnTo>
                <a:close/>
              </a:path>
              <a:path w="655955" h="149860">
                <a:moveTo>
                  <a:pt x="393382" y="103835"/>
                </a:moveTo>
                <a:lnTo>
                  <a:pt x="382714" y="96113"/>
                </a:lnTo>
                <a:lnTo>
                  <a:pt x="373545" y="108191"/>
                </a:lnTo>
                <a:lnTo>
                  <a:pt x="364236" y="119253"/>
                </a:lnTo>
                <a:lnTo>
                  <a:pt x="354634" y="129425"/>
                </a:lnTo>
                <a:lnTo>
                  <a:pt x="344614" y="138887"/>
                </a:lnTo>
                <a:lnTo>
                  <a:pt x="350710" y="144983"/>
                </a:lnTo>
                <a:lnTo>
                  <a:pt x="353758" y="146507"/>
                </a:lnTo>
                <a:lnTo>
                  <a:pt x="364020" y="135978"/>
                </a:lnTo>
                <a:lnTo>
                  <a:pt x="374142" y="125171"/>
                </a:lnTo>
                <a:lnTo>
                  <a:pt x="383971" y="114350"/>
                </a:lnTo>
                <a:lnTo>
                  <a:pt x="393382" y="103835"/>
                </a:lnTo>
                <a:close/>
              </a:path>
              <a:path w="655955" h="149860">
                <a:moveTo>
                  <a:pt x="443763" y="12293"/>
                </a:moveTo>
                <a:lnTo>
                  <a:pt x="433095" y="12293"/>
                </a:lnTo>
                <a:lnTo>
                  <a:pt x="433095" y="22961"/>
                </a:lnTo>
                <a:lnTo>
                  <a:pt x="433095" y="70205"/>
                </a:lnTo>
                <a:lnTo>
                  <a:pt x="373570" y="70205"/>
                </a:lnTo>
                <a:lnTo>
                  <a:pt x="373570" y="22961"/>
                </a:lnTo>
                <a:lnTo>
                  <a:pt x="433095" y="22961"/>
                </a:lnTo>
                <a:lnTo>
                  <a:pt x="433095" y="12293"/>
                </a:lnTo>
                <a:lnTo>
                  <a:pt x="361378" y="12293"/>
                </a:lnTo>
                <a:lnTo>
                  <a:pt x="361378" y="90017"/>
                </a:lnTo>
                <a:lnTo>
                  <a:pt x="373570" y="90017"/>
                </a:lnTo>
                <a:lnTo>
                  <a:pt x="373570" y="80873"/>
                </a:lnTo>
                <a:lnTo>
                  <a:pt x="433095" y="80873"/>
                </a:lnTo>
                <a:lnTo>
                  <a:pt x="433095" y="90017"/>
                </a:lnTo>
                <a:lnTo>
                  <a:pt x="443763" y="90017"/>
                </a:lnTo>
                <a:lnTo>
                  <a:pt x="443763" y="80873"/>
                </a:lnTo>
                <a:lnTo>
                  <a:pt x="443763" y="70205"/>
                </a:lnTo>
                <a:lnTo>
                  <a:pt x="443763" y="22961"/>
                </a:lnTo>
                <a:lnTo>
                  <a:pt x="443763" y="12293"/>
                </a:lnTo>
                <a:close/>
              </a:path>
              <a:path w="655955" h="149860">
                <a:moveTo>
                  <a:pt x="455955" y="138887"/>
                </a:moveTo>
                <a:lnTo>
                  <a:pt x="446836" y="127736"/>
                </a:lnTo>
                <a:lnTo>
                  <a:pt x="437857" y="117157"/>
                </a:lnTo>
                <a:lnTo>
                  <a:pt x="420903" y="97637"/>
                </a:lnTo>
                <a:lnTo>
                  <a:pt x="410235" y="103835"/>
                </a:lnTo>
                <a:lnTo>
                  <a:pt x="419366" y="114134"/>
                </a:lnTo>
                <a:lnTo>
                  <a:pt x="428332" y="124599"/>
                </a:lnTo>
                <a:lnTo>
                  <a:pt x="437032" y="135331"/>
                </a:lnTo>
                <a:lnTo>
                  <a:pt x="445287" y="146507"/>
                </a:lnTo>
                <a:lnTo>
                  <a:pt x="455955" y="138887"/>
                </a:lnTo>
                <a:close/>
              </a:path>
              <a:path w="655955" h="149860">
                <a:moveTo>
                  <a:pt x="536740" y="10769"/>
                </a:moveTo>
                <a:lnTo>
                  <a:pt x="526072" y="10769"/>
                </a:lnTo>
                <a:lnTo>
                  <a:pt x="526072" y="21437"/>
                </a:lnTo>
                <a:lnTo>
                  <a:pt x="526072" y="45821"/>
                </a:lnTo>
                <a:lnTo>
                  <a:pt x="481876" y="45821"/>
                </a:lnTo>
                <a:lnTo>
                  <a:pt x="481876" y="21437"/>
                </a:lnTo>
                <a:lnTo>
                  <a:pt x="526072" y="21437"/>
                </a:lnTo>
                <a:lnTo>
                  <a:pt x="526072" y="10769"/>
                </a:lnTo>
                <a:lnTo>
                  <a:pt x="469684" y="10769"/>
                </a:lnTo>
                <a:lnTo>
                  <a:pt x="469684" y="62585"/>
                </a:lnTo>
                <a:lnTo>
                  <a:pt x="481876" y="62585"/>
                </a:lnTo>
                <a:lnTo>
                  <a:pt x="481876" y="56489"/>
                </a:lnTo>
                <a:lnTo>
                  <a:pt x="526072" y="56489"/>
                </a:lnTo>
                <a:lnTo>
                  <a:pt x="526072" y="62585"/>
                </a:lnTo>
                <a:lnTo>
                  <a:pt x="536740" y="62585"/>
                </a:lnTo>
                <a:lnTo>
                  <a:pt x="536740" y="56489"/>
                </a:lnTo>
                <a:lnTo>
                  <a:pt x="536740" y="45821"/>
                </a:lnTo>
                <a:lnTo>
                  <a:pt x="536740" y="21437"/>
                </a:lnTo>
                <a:lnTo>
                  <a:pt x="536740" y="10769"/>
                </a:lnTo>
                <a:close/>
              </a:path>
              <a:path w="655955" h="149860">
                <a:moveTo>
                  <a:pt x="538264" y="77825"/>
                </a:moveTo>
                <a:lnTo>
                  <a:pt x="500164" y="77825"/>
                </a:lnTo>
                <a:lnTo>
                  <a:pt x="500164" y="61061"/>
                </a:lnTo>
                <a:lnTo>
                  <a:pt x="487972" y="61061"/>
                </a:lnTo>
                <a:lnTo>
                  <a:pt x="487972" y="77825"/>
                </a:lnTo>
                <a:lnTo>
                  <a:pt x="463588" y="77825"/>
                </a:lnTo>
                <a:lnTo>
                  <a:pt x="463588" y="88493"/>
                </a:lnTo>
                <a:lnTo>
                  <a:pt x="487972" y="88493"/>
                </a:lnTo>
                <a:lnTo>
                  <a:pt x="485368" y="103695"/>
                </a:lnTo>
                <a:lnTo>
                  <a:pt x="479780" y="117157"/>
                </a:lnTo>
                <a:lnTo>
                  <a:pt x="471030" y="128879"/>
                </a:lnTo>
                <a:lnTo>
                  <a:pt x="459016" y="138874"/>
                </a:lnTo>
                <a:lnTo>
                  <a:pt x="465112" y="144970"/>
                </a:lnTo>
                <a:lnTo>
                  <a:pt x="495782" y="106832"/>
                </a:lnTo>
                <a:lnTo>
                  <a:pt x="498640" y="88493"/>
                </a:lnTo>
                <a:lnTo>
                  <a:pt x="526072" y="88493"/>
                </a:lnTo>
                <a:lnTo>
                  <a:pt x="525957" y="101498"/>
                </a:lnTo>
                <a:lnTo>
                  <a:pt x="525881" y="105537"/>
                </a:lnTo>
                <a:lnTo>
                  <a:pt x="525792" y="106832"/>
                </a:lnTo>
                <a:lnTo>
                  <a:pt x="525424" y="112801"/>
                </a:lnTo>
                <a:lnTo>
                  <a:pt x="524548" y="119062"/>
                </a:lnTo>
                <a:lnTo>
                  <a:pt x="524548" y="128206"/>
                </a:lnTo>
                <a:lnTo>
                  <a:pt x="519976" y="132778"/>
                </a:lnTo>
                <a:lnTo>
                  <a:pt x="500164" y="132778"/>
                </a:lnTo>
                <a:lnTo>
                  <a:pt x="491020" y="131254"/>
                </a:lnTo>
                <a:lnTo>
                  <a:pt x="492544" y="134302"/>
                </a:lnTo>
                <a:lnTo>
                  <a:pt x="493941" y="138493"/>
                </a:lnTo>
                <a:lnTo>
                  <a:pt x="494068" y="143446"/>
                </a:lnTo>
                <a:lnTo>
                  <a:pt x="501688" y="143446"/>
                </a:lnTo>
                <a:lnTo>
                  <a:pt x="507784" y="144970"/>
                </a:lnTo>
                <a:lnTo>
                  <a:pt x="513880" y="144970"/>
                </a:lnTo>
                <a:lnTo>
                  <a:pt x="523875" y="143306"/>
                </a:lnTo>
                <a:lnTo>
                  <a:pt x="531025" y="138493"/>
                </a:lnTo>
                <a:lnTo>
                  <a:pt x="534212" y="132778"/>
                </a:lnTo>
                <a:lnTo>
                  <a:pt x="535305" y="130835"/>
                </a:lnTo>
                <a:lnTo>
                  <a:pt x="536740" y="120586"/>
                </a:lnTo>
                <a:lnTo>
                  <a:pt x="537616" y="111772"/>
                </a:lnTo>
                <a:lnTo>
                  <a:pt x="538073" y="101498"/>
                </a:lnTo>
                <a:lnTo>
                  <a:pt x="538124" y="97383"/>
                </a:lnTo>
                <a:lnTo>
                  <a:pt x="538238" y="90081"/>
                </a:lnTo>
                <a:lnTo>
                  <a:pt x="538264" y="77825"/>
                </a:lnTo>
                <a:close/>
              </a:path>
              <a:path w="655955" h="149860">
                <a:moveTo>
                  <a:pt x="567309" y="16865"/>
                </a:moveTo>
                <a:lnTo>
                  <a:pt x="555117" y="16865"/>
                </a:lnTo>
                <a:lnTo>
                  <a:pt x="555117" y="112966"/>
                </a:lnTo>
                <a:lnTo>
                  <a:pt x="567309" y="112966"/>
                </a:lnTo>
                <a:lnTo>
                  <a:pt x="567309" y="16865"/>
                </a:lnTo>
                <a:close/>
              </a:path>
              <a:path w="655955" h="149860">
                <a:moveTo>
                  <a:pt x="597789" y="3149"/>
                </a:moveTo>
                <a:lnTo>
                  <a:pt x="585597" y="3149"/>
                </a:lnTo>
                <a:lnTo>
                  <a:pt x="585597" y="129730"/>
                </a:lnTo>
                <a:lnTo>
                  <a:pt x="582549" y="134302"/>
                </a:lnTo>
                <a:lnTo>
                  <a:pt x="571881" y="134302"/>
                </a:lnTo>
                <a:lnTo>
                  <a:pt x="564261" y="132778"/>
                </a:lnTo>
                <a:lnTo>
                  <a:pt x="553593" y="132778"/>
                </a:lnTo>
                <a:lnTo>
                  <a:pt x="555117" y="137350"/>
                </a:lnTo>
                <a:lnTo>
                  <a:pt x="555117" y="141922"/>
                </a:lnTo>
                <a:lnTo>
                  <a:pt x="556641" y="146494"/>
                </a:lnTo>
                <a:lnTo>
                  <a:pt x="579501" y="146494"/>
                </a:lnTo>
                <a:lnTo>
                  <a:pt x="587502" y="145338"/>
                </a:lnTo>
                <a:lnTo>
                  <a:pt x="593217" y="141732"/>
                </a:lnTo>
                <a:lnTo>
                  <a:pt x="596646" y="135572"/>
                </a:lnTo>
                <a:lnTo>
                  <a:pt x="596811" y="134302"/>
                </a:lnTo>
                <a:lnTo>
                  <a:pt x="597789" y="126682"/>
                </a:lnTo>
                <a:lnTo>
                  <a:pt x="597789" y="3149"/>
                </a:lnTo>
                <a:close/>
              </a:path>
              <a:path w="655955" h="149860">
                <a:moveTo>
                  <a:pt x="655701" y="122110"/>
                </a:moveTo>
                <a:lnTo>
                  <a:pt x="654685" y="119062"/>
                </a:lnTo>
                <a:lnTo>
                  <a:pt x="654177" y="117538"/>
                </a:lnTo>
                <a:lnTo>
                  <a:pt x="651129" y="112966"/>
                </a:lnTo>
                <a:lnTo>
                  <a:pt x="648081" y="109918"/>
                </a:lnTo>
                <a:lnTo>
                  <a:pt x="645033" y="108902"/>
                </a:lnTo>
                <a:lnTo>
                  <a:pt x="645033" y="122110"/>
                </a:lnTo>
                <a:lnTo>
                  <a:pt x="645033" y="131254"/>
                </a:lnTo>
                <a:lnTo>
                  <a:pt x="641985" y="134302"/>
                </a:lnTo>
                <a:lnTo>
                  <a:pt x="634365" y="134302"/>
                </a:lnTo>
                <a:lnTo>
                  <a:pt x="629793" y="129730"/>
                </a:lnTo>
                <a:lnTo>
                  <a:pt x="629793" y="122110"/>
                </a:lnTo>
                <a:lnTo>
                  <a:pt x="631317" y="120586"/>
                </a:lnTo>
                <a:lnTo>
                  <a:pt x="634365" y="119062"/>
                </a:lnTo>
                <a:lnTo>
                  <a:pt x="641985" y="119062"/>
                </a:lnTo>
                <a:lnTo>
                  <a:pt x="645033" y="122110"/>
                </a:lnTo>
                <a:lnTo>
                  <a:pt x="645033" y="108902"/>
                </a:lnTo>
                <a:lnTo>
                  <a:pt x="643509" y="108394"/>
                </a:lnTo>
                <a:lnTo>
                  <a:pt x="632841" y="108394"/>
                </a:lnTo>
                <a:lnTo>
                  <a:pt x="628269" y="109918"/>
                </a:lnTo>
                <a:lnTo>
                  <a:pt x="625221" y="112966"/>
                </a:lnTo>
                <a:lnTo>
                  <a:pt x="620649" y="116014"/>
                </a:lnTo>
                <a:lnTo>
                  <a:pt x="619125" y="120586"/>
                </a:lnTo>
                <a:lnTo>
                  <a:pt x="619125" y="132778"/>
                </a:lnTo>
                <a:lnTo>
                  <a:pt x="620649" y="137350"/>
                </a:lnTo>
                <a:lnTo>
                  <a:pt x="625221" y="140398"/>
                </a:lnTo>
                <a:lnTo>
                  <a:pt x="628269" y="143446"/>
                </a:lnTo>
                <a:lnTo>
                  <a:pt x="632841" y="144970"/>
                </a:lnTo>
                <a:lnTo>
                  <a:pt x="643509" y="144970"/>
                </a:lnTo>
                <a:lnTo>
                  <a:pt x="646557" y="143446"/>
                </a:lnTo>
                <a:lnTo>
                  <a:pt x="651129" y="140398"/>
                </a:lnTo>
                <a:lnTo>
                  <a:pt x="654177" y="137350"/>
                </a:lnTo>
                <a:lnTo>
                  <a:pt x="655193" y="134302"/>
                </a:lnTo>
                <a:lnTo>
                  <a:pt x="655701" y="132778"/>
                </a:lnTo>
                <a:lnTo>
                  <a:pt x="655701" y="122110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5480303" y="3253740"/>
            <a:ext cx="2171700" cy="1050290"/>
            <a:chOff x="5480303" y="3253740"/>
            <a:chExt cx="2171700" cy="1050290"/>
          </a:xfrm>
        </p:grpSpPr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80303" y="3253740"/>
              <a:ext cx="2171700" cy="10500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09160" y="3271356"/>
              <a:ext cx="2116750" cy="1012898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7766315" y="3269002"/>
            <a:ext cx="2141220" cy="1035050"/>
            <a:chOff x="7766315" y="3269002"/>
            <a:chExt cx="2141220" cy="1035050"/>
          </a:xfrm>
        </p:grpSpPr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66315" y="3269002"/>
              <a:ext cx="2141197" cy="103475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776872" y="3271356"/>
              <a:ext cx="2116750" cy="1012898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480303" y="4416552"/>
            <a:ext cx="2171700" cy="1054735"/>
            <a:chOff x="5480303" y="4416552"/>
            <a:chExt cx="2171700" cy="1054735"/>
          </a:xfrm>
        </p:grpSpPr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80303" y="4416552"/>
              <a:ext cx="2171700" cy="105460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514498" y="4440650"/>
              <a:ext cx="2106295" cy="1000760"/>
            </a:xfrm>
            <a:custGeom>
              <a:avLst/>
              <a:gdLst/>
              <a:ahLst/>
              <a:cxnLst/>
              <a:rect l="l" t="t" r="r" b="b"/>
              <a:pathLst>
                <a:path w="2106295" h="1000760">
                  <a:moveTo>
                    <a:pt x="2043493" y="1000696"/>
                  </a:moveTo>
                  <a:lnTo>
                    <a:pt x="61055" y="1000696"/>
                  </a:lnTo>
                  <a:lnTo>
                    <a:pt x="51911" y="997648"/>
                  </a:lnTo>
                  <a:lnTo>
                    <a:pt x="47339" y="997648"/>
                  </a:lnTo>
                  <a:lnTo>
                    <a:pt x="44291" y="994600"/>
                  </a:lnTo>
                  <a:lnTo>
                    <a:pt x="35147" y="991552"/>
                  </a:lnTo>
                  <a:lnTo>
                    <a:pt x="30480" y="988504"/>
                  </a:lnTo>
                  <a:lnTo>
                    <a:pt x="24384" y="982408"/>
                  </a:lnTo>
                  <a:lnTo>
                    <a:pt x="19812" y="979360"/>
                  </a:lnTo>
                  <a:lnTo>
                    <a:pt x="13716" y="973264"/>
                  </a:lnTo>
                  <a:lnTo>
                    <a:pt x="12192" y="968692"/>
                  </a:lnTo>
                  <a:lnTo>
                    <a:pt x="9144" y="965644"/>
                  </a:lnTo>
                  <a:lnTo>
                    <a:pt x="6096" y="961072"/>
                  </a:lnTo>
                  <a:lnTo>
                    <a:pt x="1524" y="947261"/>
                  </a:lnTo>
                  <a:lnTo>
                    <a:pt x="1524" y="942689"/>
                  </a:lnTo>
                  <a:lnTo>
                    <a:pt x="0" y="938117"/>
                  </a:lnTo>
                  <a:lnTo>
                    <a:pt x="0" y="928973"/>
                  </a:lnTo>
                  <a:lnTo>
                    <a:pt x="0" y="62483"/>
                  </a:lnTo>
                  <a:lnTo>
                    <a:pt x="1524" y="57912"/>
                  </a:lnTo>
                  <a:lnTo>
                    <a:pt x="1524" y="51816"/>
                  </a:lnTo>
                  <a:lnTo>
                    <a:pt x="3048" y="48767"/>
                  </a:lnTo>
                  <a:lnTo>
                    <a:pt x="6096" y="39623"/>
                  </a:lnTo>
                  <a:lnTo>
                    <a:pt x="9144" y="35052"/>
                  </a:lnTo>
                  <a:lnTo>
                    <a:pt x="12192" y="32004"/>
                  </a:lnTo>
                  <a:lnTo>
                    <a:pt x="13716" y="27431"/>
                  </a:lnTo>
                  <a:lnTo>
                    <a:pt x="27432" y="13716"/>
                  </a:lnTo>
                  <a:lnTo>
                    <a:pt x="30480" y="12191"/>
                  </a:lnTo>
                  <a:lnTo>
                    <a:pt x="35147" y="9143"/>
                  </a:lnTo>
                  <a:lnTo>
                    <a:pt x="39719" y="7619"/>
                  </a:lnTo>
                  <a:lnTo>
                    <a:pt x="44291" y="4571"/>
                  </a:lnTo>
                  <a:lnTo>
                    <a:pt x="47339" y="3048"/>
                  </a:lnTo>
                  <a:lnTo>
                    <a:pt x="51911" y="1523"/>
                  </a:lnTo>
                  <a:lnTo>
                    <a:pt x="56483" y="1523"/>
                  </a:lnTo>
                  <a:lnTo>
                    <a:pt x="61055" y="0"/>
                  </a:lnTo>
                  <a:lnTo>
                    <a:pt x="2043493" y="0"/>
                  </a:lnTo>
                  <a:lnTo>
                    <a:pt x="2048065" y="1523"/>
                  </a:lnTo>
                  <a:lnTo>
                    <a:pt x="2052732" y="1523"/>
                  </a:lnTo>
                  <a:lnTo>
                    <a:pt x="2061876" y="4571"/>
                  </a:lnTo>
                  <a:lnTo>
                    <a:pt x="2066448" y="7619"/>
                  </a:lnTo>
                  <a:lnTo>
                    <a:pt x="2069496" y="9143"/>
                  </a:lnTo>
                  <a:lnTo>
                    <a:pt x="2074068" y="12191"/>
                  </a:lnTo>
                  <a:lnTo>
                    <a:pt x="2078640" y="13716"/>
                  </a:lnTo>
                  <a:lnTo>
                    <a:pt x="2081688" y="16764"/>
                  </a:lnTo>
                  <a:lnTo>
                    <a:pt x="2084736" y="21335"/>
                  </a:lnTo>
                  <a:lnTo>
                    <a:pt x="2090832" y="27431"/>
                  </a:lnTo>
                  <a:lnTo>
                    <a:pt x="2093880" y="32004"/>
                  </a:lnTo>
                  <a:lnTo>
                    <a:pt x="2096928" y="35052"/>
                  </a:lnTo>
                  <a:lnTo>
                    <a:pt x="2101500" y="48767"/>
                  </a:lnTo>
                  <a:lnTo>
                    <a:pt x="2103024" y="51816"/>
                  </a:lnTo>
                  <a:lnTo>
                    <a:pt x="2104548" y="57912"/>
                  </a:lnTo>
                  <a:lnTo>
                    <a:pt x="2106072" y="62483"/>
                  </a:lnTo>
                  <a:lnTo>
                    <a:pt x="2106072" y="938117"/>
                  </a:lnTo>
                  <a:lnTo>
                    <a:pt x="2096928" y="965644"/>
                  </a:lnTo>
                  <a:lnTo>
                    <a:pt x="2093880" y="968692"/>
                  </a:lnTo>
                  <a:lnTo>
                    <a:pt x="2090832" y="973264"/>
                  </a:lnTo>
                  <a:lnTo>
                    <a:pt x="2078640" y="985456"/>
                  </a:lnTo>
                  <a:lnTo>
                    <a:pt x="2069496" y="991552"/>
                  </a:lnTo>
                  <a:lnTo>
                    <a:pt x="2066448" y="993076"/>
                  </a:lnTo>
                  <a:lnTo>
                    <a:pt x="2061876" y="994600"/>
                  </a:lnTo>
                  <a:lnTo>
                    <a:pt x="2057304" y="997648"/>
                  </a:lnTo>
                  <a:lnTo>
                    <a:pt x="2052732" y="997648"/>
                  </a:lnTo>
                  <a:lnTo>
                    <a:pt x="2043493" y="10006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14498" y="4440650"/>
              <a:ext cx="2106295" cy="1000760"/>
            </a:xfrm>
            <a:custGeom>
              <a:avLst/>
              <a:gdLst/>
              <a:ahLst/>
              <a:cxnLst/>
              <a:rect l="l" t="t" r="r" b="b"/>
              <a:pathLst>
                <a:path w="2106295" h="1000760">
                  <a:moveTo>
                    <a:pt x="0" y="928973"/>
                  </a:moveTo>
                  <a:lnTo>
                    <a:pt x="0" y="71627"/>
                  </a:lnTo>
                  <a:lnTo>
                    <a:pt x="0" y="67056"/>
                  </a:lnTo>
                  <a:lnTo>
                    <a:pt x="0" y="62483"/>
                  </a:lnTo>
                  <a:lnTo>
                    <a:pt x="1524" y="57912"/>
                  </a:lnTo>
                  <a:lnTo>
                    <a:pt x="1524" y="51816"/>
                  </a:lnTo>
                  <a:lnTo>
                    <a:pt x="3048" y="48767"/>
                  </a:lnTo>
                  <a:lnTo>
                    <a:pt x="4572" y="44196"/>
                  </a:lnTo>
                  <a:lnTo>
                    <a:pt x="6096" y="39623"/>
                  </a:lnTo>
                  <a:lnTo>
                    <a:pt x="9144" y="35052"/>
                  </a:lnTo>
                  <a:lnTo>
                    <a:pt x="12192" y="32004"/>
                  </a:lnTo>
                  <a:lnTo>
                    <a:pt x="13716" y="27431"/>
                  </a:lnTo>
                  <a:lnTo>
                    <a:pt x="16764" y="24383"/>
                  </a:lnTo>
                  <a:lnTo>
                    <a:pt x="19812" y="21335"/>
                  </a:lnTo>
                  <a:lnTo>
                    <a:pt x="24384" y="16764"/>
                  </a:lnTo>
                  <a:lnTo>
                    <a:pt x="27432" y="13716"/>
                  </a:lnTo>
                  <a:lnTo>
                    <a:pt x="30480" y="12191"/>
                  </a:lnTo>
                  <a:lnTo>
                    <a:pt x="35147" y="9143"/>
                  </a:lnTo>
                  <a:lnTo>
                    <a:pt x="39719" y="7619"/>
                  </a:lnTo>
                  <a:lnTo>
                    <a:pt x="44291" y="4571"/>
                  </a:lnTo>
                  <a:lnTo>
                    <a:pt x="47339" y="3048"/>
                  </a:lnTo>
                  <a:lnTo>
                    <a:pt x="51911" y="1523"/>
                  </a:lnTo>
                  <a:lnTo>
                    <a:pt x="56483" y="1523"/>
                  </a:lnTo>
                  <a:lnTo>
                    <a:pt x="61055" y="0"/>
                  </a:lnTo>
                  <a:lnTo>
                    <a:pt x="2043493" y="0"/>
                  </a:lnTo>
                  <a:lnTo>
                    <a:pt x="2048065" y="1523"/>
                  </a:lnTo>
                  <a:lnTo>
                    <a:pt x="2052732" y="1523"/>
                  </a:lnTo>
                  <a:lnTo>
                    <a:pt x="2057304" y="3048"/>
                  </a:lnTo>
                  <a:lnTo>
                    <a:pt x="2061876" y="4571"/>
                  </a:lnTo>
                  <a:lnTo>
                    <a:pt x="2066448" y="7619"/>
                  </a:lnTo>
                  <a:lnTo>
                    <a:pt x="2069496" y="9143"/>
                  </a:lnTo>
                  <a:lnTo>
                    <a:pt x="2074068" y="12191"/>
                  </a:lnTo>
                  <a:lnTo>
                    <a:pt x="2078640" y="13716"/>
                  </a:lnTo>
                  <a:lnTo>
                    <a:pt x="2081688" y="16764"/>
                  </a:lnTo>
                  <a:lnTo>
                    <a:pt x="2084736" y="21335"/>
                  </a:lnTo>
                  <a:lnTo>
                    <a:pt x="2087784" y="24383"/>
                  </a:lnTo>
                  <a:lnTo>
                    <a:pt x="2090832" y="27431"/>
                  </a:lnTo>
                  <a:lnTo>
                    <a:pt x="2093880" y="32004"/>
                  </a:lnTo>
                  <a:lnTo>
                    <a:pt x="2096928" y="35052"/>
                  </a:lnTo>
                  <a:lnTo>
                    <a:pt x="2098452" y="39623"/>
                  </a:lnTo>
                  <a:lnTo>
                    <a:pt x="2099976" y="44196"/>
                  </a:lnTo>
                  <a:lnTo>
                    <a:pt x="2101500" y="48767"/>
                  </a:lnTo>
                  <a:lnTo>
                    <a:pt x="2103024" y="51816"/>
                  </a:lnTo>
                  <a:lnTo>
                    <a:pt x="2104548" y="57912"/>
                  </a:lnTo>
                  <a:lnTo>
                    <a:pt x="2106072" y="62483"/>
                  </a:lnTo>
                  <a:lnTo>
                    <a:pt x="2106072" y="938117"/>
                  </a:lnTo>
                  <a:lnTo>
                    <a:pt x="2104548" y="942689"/>
                  </a:lnTo>
                  <a:lnTo>
                    <a:pt x="2103024" y="947261"/>
                  </a:lnTo>
                  <a:lnTo>
                    <a:pt x="2101500" y="951833"/>
                  </a:lnTo>
                  <a:lnTo>
                    <a:pt x="2099976" y="956500"/>
                  </a:lnTo>
                  <a:lnTo>
                    <a:pt x="2098452" y="961072"/>
                  </a:lnTo>
                  <a:lnTo>
                    <a:pt x="2096928" y="965644"/>
                  </a:lnTo>
                  <a:lnTo>
                    <a:pt x="2093880" y="968692"/>
                  </a:lnTo>
                  <a:lnTo>
                    <a:pt x="2090832" y="973264"/>
                  </a:lnTo>
                  <a:lnTo>
                    <a:pt x="2087784" y="976312"/>
                  </a:lnTo>
                  <a:lnTo>
                    <a:pt x="2084736" y="979360"/>
                  </a:lnTo>
                  <a:lnTo>
                    <a:pt x="2081688" y="982408"/>
                  </a:lnTo>
                  <a:lnTo>
                    <a:pt x="2078640" y="985456"/>
                  </a:lnTo>
                  <a:lnTo>
                    <a:pt x="2074068" y="988504"/>
                  </a:lnTo>
                  <a:lnTo>
                    <a:pt x="2069496" y="991552"/>
                  </a:lnTo>
                  <a:lnTo>
                    <a:pt x="2066448" y="993076"/>
                  </a:lnTo>
                  <a:lnTo>
                    <a:pt x="2061876" y="994600"/>
                  </a:lnTo>
                  <a:lnTo>
                    <a:pt x="2057304" y="997648"/>
                  </a:lnTo>
                  <a:lnTo>
                    <a:pt x="2052732" y="997648"/>
                  </a:lnTo>
                  <a:lnTo>
                    <a:pt x="2048065" y="999172"/>
                  </a:lnTo>
                  <a:lnTo>
                    <a:pt x="2043493" y="1000696"/>
                  </a:lnTo>
                  <a:lnTo>
                    <a:pt x="2038921" y="1000696"/>
                  </a:lnTo>
                  <a:lnTo>
                    <a:pt x="2034349" y="1000696"/>
                  </a:lnTo>
                  <a:lnTo>
                    <a:pt x="71723" y="1000696"/>
                  </a:lnTo>
                  <a:lnTo>
                    <a:pt x="65627" y="1000696"/>
                  </a:lnTo>
                  <a:lnTo>
                    <a:pt x="61055" y="1000696"/>
                  </a:lnTo>
                  <a:lnTo>
                    <a:pt x="56483" y="999172"/>
                  </a:lnTo>
                  <a:lnTo>
                    <a:pt x="51911" y="997648"/>
                  </a:lnTo>
                  <a:lnTo>
                    <a:pt x="47339" y="997648"/>
                  </a:lnTo>
                  <a:lnTo>
                    <a:pt x="44291" y="994600"/>
                  </a:lnTo>
                  <a:lnTo>
                    <a:pt x="24384" y="982408"/>
                  </a:lnTo>
                  <a:lnTo>
                    <a:pt x="19812" y="979360"/>
                  </a:lnTo>
                  <a:lnTo>
                    <a:pt x="16764" y="976312"/>
                  </a:lnTo>
                  <a:lnTo>
                    <a:pt x="13716" y="973264"/>
                  </a:lnTo>
                  <a:lnTo>
                    <a:pt x="12192" y="968692"/>
                  </a:lnTo>
                  <a:lnTo>
                    <a:pt x="9144" y="965644"/>
                  </a:lnTo>
                  <a:lnTo>
                    <a:pt x="6096" y="961072"/>
                  </a:lnTo>
                  <a:lnTo>
                    <a:pt x="4572" y="956500"/>
                  </a:lnTo>
                  <a:lnTo>
                    <a:pt x="3048" y="951833"/>
                  </a:lnTo>
                  <a:lnTo>
                    <a:pt x="1524" y="947261"/>
                  </a:lnTo>
                  <a:lnTo>
                    <a:pt x="1524" y="942689"/>
                  </a:lnTo>
                  <a:lnTo>
                    <a:pt x="0" y="938117"/>
                  </a:lnTo>
                  <a:lnTo>
                    <a:pt x="0" y="933545"/>
                  </a:lnTo>
                  <a:lnTo>
                    <a:pt x="0" y="928973"/>
                  </a:lnTo>
                  <a:close/>
                </a:path>
              </a:pathLst>
            </a:custGeom>
            <a:ln w="10677">
              <a:solidFill>
                <a:srgbClr val="F2F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08134" y="462981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317277" y="158591"/>
                  </a:moveTo>
                  <a:lnTo>
                    <a:pt x="279082" y="158591"/>
                  </a:lnTo>
                  <a:lnTo>
                    <a:pt x="274510" y="158591"/>
                  </a:lnTo>
                  <a:lnTo>
                    <a:pt x="271462" y="158591"/>
                  </a:lnTo>
                  <a:lnTo>
                    <a:pt x="268414" y="160115"/>
                  </a:lnTo>
                  <a:lnTo>
                    <a:pt x="265366" y="161639"/>
                  </a:lnTo>
                  <a:lnTo>
                    <a:pt x="262318" y="163163"/>
                  </a:lnTo>
                  <a:lnTo>
                    <a:pt x="259270" y="164687"/>
                  </a:lnTo>
                  <a:lnTo>
                    <a:pt x="256222" y="166211"/>
                  </a:lnTo>
                  <a:lnTo>
                    <a:pt x="254698" y="169259"/>
                  </a:lnTo>
                  <a:lnTo>
                    <a:pt x="251650" y="172307"/>
                  </a:lnTo>
                  <a:lnTo>
                    <a:pt x="250126" y="175355"/>
                  </a:lnTo>
                  <a:lnTo>
                    <a:pt x="248602" y="178403"/>
                  </a:lnTo>
                  <a:lnTo>
                    <a:pt x="247078" y="181451"/>
                  </a:lnTo>
                  <a:lnTo>
                    <a:pt x="210502" y="314229"/>
                  </a:lnTo>
                  <a:lnTo>
                    <a:pt x="210502" y="315753"/>
                  </a:lnTo>
                  <a:lnTo>
                    <a:pt x="208978" y="317277"/>
                  </a:lnTo>
                  <a:lnTo>
                    <a:pt x="207454" y="317277"/>
                  </a:lnTo>
                  <a:lnTo>
                    <a:pt x="204406" y="317277"/>
                  </a:lnTo>
                  <a:lnTo>
                    <a:pt x="202882" y="315753"/>
                  </a:lnTo>
                  <a:lnTo>
                    <a:pt x="202882" y="314229"/>
                  </a:lnTo>
                  <a:lnTo>
                    <a:pt x="115919" y="3048"/>
                  </a:lnTo>
                  <a:lnTo>
                    <a:pt x="114395" y="0"/>
                  </a:lnTo>
                  <a:lnTo>
                    <a:pt x="112871" y="0"/>
                  </a:lnTo>
                  <a:lnTo>
                    <a:pt x="111347" y="0"/>
                  </a:lnTo>
                  <a:lnTo>
                    <a:pt x="109823" y="0"/>
                  </a:lnTo>
                  <a:lnTo>
                    <a:pt x="108299" y="0"/>
                  </a:lnTo>
                  <a:lnTo>
                    <a:pt x="108299" y="3048"/>
                  </a:lnTo>
                  <a:lnTo>
                    <a:pt x="70199" y="135731"/>
                  </a:lnTo>
                  <a:lnTo>
                    <a:pt x="68675" y="138779"/>
                  </a:lnTo>
                  <a:lnTo>
                    <a:pt x="67151" y="141827"/>
                  </a:lnTo>
                  <a:lnTo>
                    <a:pt x="65627" y="144875"/>
                  </a:lnTo>
                  <a:lnTo>
                    <a:pt x="64103" y="147923"/>
                  </a:lnTo>
                  <a:lnTo>
                    <a:pt x="61055" y="149447"/>
                  </a:lnTo>
                  <a:lnTo>
                    <a:pt x="59531" y="152495"/>
                  </a:lnTo>
                  <a:lnTo>
                    <a:pt x="56483" y="154019"/>
                  </a:lnTo>
                  <a:lnTo>
                    <a:pt x="53435" y="155543"/>
                  </a:lnTo>
                  <a:lnTo>
                    <a:pt x="50387" y="157067"/>
                  </a:lnTo>
                  <a:lnTo>
                    <a:pt x="45815" y="157067"/>
                  </a:lnTo>
                  <a:lnTo>
                    <a:pt x="42767" y="158591"/>
                  </a:lnTo>
                  <a:lnTo>
                    <a:pt x="39719" y="158591"/>
                  </a:lnTo>
                  <a:lnTo>
                    <a:pt x="0" y="158591"/>
                  </a:lnTo>
                </a:path>
              </a:pathLst>
            </a:custGeom>
            <a:ln w="32023">
              <a:solidFill>
                <a:srgbClr val="21C4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264783" y="5099595"/>
              <a:ext cx="605790" cy="148590"/>
            </a:xfrm>
            <a:custGeom>
              <a:avLst/>
              <a:gdLst/>
              <a:ahLst/>
              <a:cxnLst/>
              <a:rect l="l" t="t" r="r" b="b"/>
              <a:pathLst>
                <a:path w="605790" h="148589">
                  <a:moveTo>
                    <a:pt x="54952" y="12293"/>
                  </a:moveTo>
                  <a:lnTo>
                    <a:pt x="48856" y="7721"/>
                  </a:lnTo>
                  <a:lnTo>
                    <a:pt x="42760" y="4673"/>
                  </a:lnTo>
                  <a:lnTo>
                    <a:pt x="36664" y="0"/>
                  </a:lnTo>
                  <a:lnTo>
                    <a:pt x="30086" y="7442"/>
                  </a:lnTo>
                  <a:lnTo>
                    <a:pt x="21793" y="15709"/>
                  </a:lnTo>
                  <a:lnTo>
                    <a:pt x="11760" y="24523"/>
                  </a:lnTo>
                  <a:lnTo>
                    <a:pt x="0" y="33629"/>
                  </a:lnTo>
                  <a:lnTo>
                    <a:pt x="4660" y="39725"/>
                  </a:lnTo>
                  <a:lnTo>
                    <a:pt x="13804" y="51917"/>
                  </a:lnTo>
                  <a:lnTo>
                    <a:pt x="25806" y="41643"/>
                  </a:lnTo>
                  <a:lnTo>
                    <a:pt x="36664" y="31534"/>
                  </a:lnTo>
                  <a:lnTo>
                    <a:pt x="46380" y="21691"/>
                  </a:lnTo>
                  <a:lnTo>
                    <a:pt x="54952" y="12293"/>
                  </a:lnTo>
                  <a:close/>
                </a:path>
                <a:path w="605790" h="148589">
                  <a:moveTo>
                    <a:pt x="56476" y="48869"/>
                  </a:moveTo>
                  <a:lnTo>
                    <a:pt x="39712" y="38201"/>
                  </a:lnTo>
                  <a:lnTo>
                    <a:pt x="30518" y="50457"/>
                  </a:lnTo>
                  <a:lnTo>
                    <a:pt x="21031" y="62014"/>
                  </a:lnTo>
                  <a:lnTo>
                    <a:pt x="10960" y="72694"/>
                  </a:lnTo>
                  <a:lnTo>
                    <a:pt x="0" y="82397"/>
                  </a:lnTo>
                  <a:lnTo>
                    <a:pt x="3136" y="91541"/>
                  </a:lnTo>
                  <a:lnTo>
                    <a:pt x="6184" y="97637"/>
                  </a:lnTo>
                  <a:lnTo>
                    <a:pt x="7708" y="103822"/>
                  </a:lnTo>
                  <a:lnTo>
                    <a:pt x="12280" y="99161"/>
                  </a:lnTo>
                  <a:lnTo>
                    <a:pt x="21424" y="90017"/>
                  </a:lnTo>
                  <a:lnTo>
                    <a:pt x="21424" y="144970"/>
                  </a:lnTo>
                  <a:lnTo>
                    <a:pt x="42760" y="144970"/>
                  </a:lnTo>
                  <a:lnTo>
                    <a:pt x="42760" y="90017"/>
                  </a:lnTo>
                  <a:lnTo>
                    <a:pt x="42760" y="68681"/>
                  </a:lnTo>
                  <a:lnTo>
                    <a:pt x="51904" y="56489"/>
                  </a:lnTo>
                  <a:lnTo>
                    <a:pt x="56476" y="48869"/>
                  </a:lnTo>
                  <a:close/>
                </a:path>
                <a:path w="605790" h="148589">
                  <a:moveTo>
                    <a:pt x="141820" y="10769"/>
                  </a:moveTo>
                  <a:lnTo>
                    <a:pt x="64096" y="10769"/>
                  </a:lnTo>
                  <a:lnTo>
                    <a:pt x="64096" y="29057"/>
                  </a:lnTo>
                  <a:lnTo>
                    <a:pt x="141820" y="29057"/>
                  </a:lnTo>
                  <a:lnTo>
                    <a:pt x="141820" y="10769"/>
                  </a:lnTo>
                  <a:close/>
                </a:path>
                <a:path w="605790" h="148589">
                  <a:moveTo>
                    <a:pt x="148018" y="53441"/>
                  </a:moveTo>
                  <a:lnTo>
                    <a:pt x="59524" y="53441"/>
                  </a:lnTo>
                  <a:lnTo>
                    <a:pt x="59524" y="71729"/>
                  </a:lnTo>
                  <a:lnTo>
                    <a:pt x="102196" y="71729"/>
                  </a:lnTo>
                  <a:lnTo>
                    <a:pt x="102196" y="122110"/>
                  </a:lnTo>
                  <a:lnTo>
                    <a:pt x="99148" y="126682"/>
                  </a:lnTo>
                  <a:lnTo>
                    <a:pt x="77812" y="126682"/>
                  </a:lnTo>
                  <a:lnTo>
                    <a:pt x="67144" y="125158"/>
                  </a:lnTo>
                  <a:lnTo>
                    <a:pt x="70192" y="132778"/>
                  </a:lnTo>
                  <a:lnTo>
                    <a:pt x="71716" y="140398"/>
                  </a:lnTo>
                  <a:lnTo>
                    <a:pt x="73240" y="146469"/>
                  </a:lnTo>
                  <a:lnTo>
                    <a:pt x="82715" y="146469"/>
                  </a:lnTo>
                  <a:lnTo>
                    <a:pt x="90766" y="146304"/>
                  </a:lnTo>
                  <a:lnTo>
                    <a:pt x="97675" y="145846"/>
                  </a:lnTo>
                  <a:lnTo>
                    <a:pt x="103720" y="144970"/>
                  </a:lnTo>
                  <a:lnTo>
                    <a:pt x="109816" y="144970"/>
                  </a:lnTo>
                  <a:lnTo>
                    <a:pt x="115912" y="141922"/>
                  </a:lnTo>
                  <a:lnTo>
                    <a:pt x="118960" y="138874"/>
                  </a:lnTo>
                  <a:lnTo>
                    <a:pt x="122008" y="134302"/>
                  </a:lnTo>
                  <a:lnTo>
                    <a:pt x="125056" y="128206"/>
                  </a:lnTo>
                  <a:lnTo>
                    <a:pt x="125056" y="126682"/>
                  </a:lnTo>
                  <a:lnTo>
                    <a:pt x="125056" y="71729"/>
                  </a:lnTo>
                  <a:lnTo>
                    <a:pt x="148018" y="71729"/>
                  </a:lnTo>
                  <a:lnTo>
                    <a:pt x="148018" y="53441"/>
                  </a:lnTo>
                  <a:close/>
                </a:path>
                <a:path w="605790" h="148589">
                  <a:moveTo>
                    <a:pt x="292887" y="33616"/>
                  </a:moveTo>
                  <a:lnTo>
                    <a:pt x="230314" y="33616"/>
                  </a:lnTo>
                  <a:lnTo>
                    <a:pt x="231838" y="0"/>
                  </a:lnTo>
                  <a:lnTo>
                    <a:pt x="208978" y="0"/>
                  </a:lnTo>
                  <a:lnTo>
                    <a:pt x="207454" y="33616"/>
                  </a:lnTo>
                  <a:lnTo>
                    <a:pt x="186118" y="33616"/>
                  </a:lnTo>
                  <a:lnTo>
                    <a:pt x="199834" y="21424"/>
                  </a:lnTo>
                  <a:lnTo>
                    <a:pt x="194995" y="15951"/>
                  </a:lnTo>
                  <a:lnTo>
                    <a:pt x="178498" y="0"/>
                  </a:lnTo>
                  <a:lnTo>
                    <a:pt x="164782" y="12280"/>
                  </a:lnTo>
                  <a:lnTo>
                    <a:pt x="181546" y="33616"/>
                  </a:lnTo>
                  <a:lnTo>
                    <a:pt x="155638" y="33616"/>
                  </a:lnTo>
                  <a:lnTo>
                    <a:pt x="155638" y="53428"/>
                  </a:lnTo>
                  <a:lnTo>
                    <a:pt x="205930" y="53428"/>
                  </a:lnTo>
                  <a:lnTo>
                    <a:pt x="200164" y="77190"/>
                  </a:lnTo>
                  <a:lnTo>
                    <a:pt x="189547" y="98247"/>
                  </a:lnTo>
                  <a:lnTo>
                    <a:pt x="173774" y="116738"/>
                  </a:lnTo>
                  <a:lnTo>
                    <a:pt x="152590" y="132778"/>
                  </a:lnTo>
                  <a:lnTo>
                    <a:pt x="157162" y="135826"/>
                  </a:lnTo>
                  <a:lnTo>
                    <a:pt x="163258" y="141922"/>
                  </a:lnTo>
                  <a:lnTo>
                    <a:pt x="170878" y="148018"/>
                  </a:lnTo>
                  <a:lnTo>
                    <a:pt x="188823" y="134302"/>
                  </a:lnTo>
                  <a:lnTo>
                    <a:pt x="203644" y="118287"/>
                  </a:lnTo>
                  <a:lnTo>
                    <a:pt x="215023" y="99974"/>
                  </a:lnTo>
                  <a:lnTo>
                    <a:pt x="222694" y="79336"/>
                  </a:lnTo>
                  <a:lnTo>
                    <a:pt x="227545" y="84226"/>
                  </a:lnTo>
                  <a:lnTo>
                    <a:pt x="238975" y="96316"/>
                  </a:lnTo>
                  <a:lnTo>
                    <a:pt x="245554" y="103822"/>
                  </a:lnTo>
                  <a:lnTo>
                    <a:pt x="262318" y="88480"/>
                  </a:lnTo>
                  <a:lnTo>
                    <a:pt x="242163" y="70485"/>
                  </a:lnTo>
                  <a:lnTo>
                    <a:pt x="236410" y="65620"/>
                  </a:lnTo>
                  <a:lnTo>
                    <a:pt x="222694" y="77812"/>
                  </a:lnTo>
                  <a:lnTo>
                    <a:pt x="225742" y="70192"/>
                  </a:lnTo>
                  <a:lnTo>
                    <a:pt x="227266" y="62572"/>
                  </a:lnTo>
                  <a:lnTo>
                    <a:pt x="228790" y="53428"/>
                  </a:lnTo>
                  <a:lnTo>
                    <a:pt x="271462" y="53428"/>
                  </a:lnTo>
                  <a:lnTo>
                    <a:pt x="270548" y="66560"/>
                  </a:lnTo>
                  <a:lnTo>
                    <a:pt x="269316" y="88798"/>
                  </a:lnTo>
                  <a:lnTo>
                    <a:pt x="268414" y="97624"/>
                  </a:lnTo>
                  <a:lnTo>
                    <a:pt x="268414" y="109918"/>
                  </a:lnTo>
                  <a:lnTo>
                    <a:pt x="266890" y="116014"/>
                  </a:lnTo>
                  <a:lnTo>
                    <a:pt x="265366" y="117538"/>
                  </a:lnTo>
                  <a:lnTo>
                    <a:pt x="265366" y="120586"/>
                  </a:lnTo>
                  <a:lnTo>
                    <a:pt x="263842" y="122110"/>
                  </a:lnTo>
                  <a:lnTo>
                    <a:pt x="262318" y="122110"/>
                  </a:lnTo>
                  <a:lnTo>
                    <a:pt x="259270" y="123634"/>
                  </a:lnTo>
                  <a:lnTo>
                    <a:pt x="221170" y="123634"/>
                  </a:lnTo>
                  <a:lnTo>
                    <a:pt x="224218" y="132778"/>
                  </a:lnTo>
                  <a:lnTo>
                    <a:pt x="227266" y="144970"/>
                  </a:lnTo>
                  <a:lnTo>
                    <a:pt x="260794" y="144970"/>
                  </a:lnTo>
                  <a:lnTo>
                    <a:pt x="268414" y="143446"/>
                  </a:lnTo>
                  <a:lnTo>
                    <a:pt x="271462" y="141922"/>
                  </a:lnTo>
                  <a:lnTo>
                    <a:pt x="276034" y="140398"/>
                  </a:lnTo>
                  <a:lnTo>
                    <a:pt x="279082" y="138874"/>
                  </a:lnTo>
                  <a:lnTo>
                    <a:pt x="282130" y="135826"/>
                  </a:lnTo>
                  <a:lnTo>
                    <a:pt x="283654" y="132778"/>
                  </a:lnTo>
                  <a:lnTo>
                    <a:pt x="286702" y="128206"/>
                  </a:lnTo>
                  <a:lnTo>
                    <a:pt x="286702" y="125158"/>
                  </a:lnTo>
                  <a:lnTo>
                    <a:pt x="287604" y="120561"/>
                  </a:lnTo>
                  <a:lnTo>
                    <a:pt x="289839" y="91528"/>
                  </a:lnTo>
                  <a:lnTo>
                    <a:pt x="292887" y="33616"/>
                  </a:lnTo>
                  <a:close/>
                </a:path>
                <a:path w="605790" h="148589">
                  <a:moveTo>
                    <a:pt x="453009" y="54952"/>
                  </a:moveTo>
                  <a:lnTo>
                    <a:pt x="438658" y="43815"/>
                  </a:lnTo>
                  <a:lnTo>
                    <a:pt x="425488" y="30949"/>
                  </a:lnTo>
                  <a:lnTo>
                    <a:pt x="413473" y="16344"/>
                  </a:lnTo>
                  <a:lnTo>
                    <a:pt x="402615" y="0"/>
                  </a:lnTo>
                  <a:lnTo>
                    <a:pt x="384327" y="10756"/>
                  </a:lnTo>
                  <a:lnTo>
                    <a:pt x="392633" y="23952"/>
                  </a:lnTo>
                  <a:lnTo>
                    <a:pt x="401662" y="36283"/>
                  </a:lnTo>
                  <a:lnTo>
                    <a:pt x="411543" y="48056"/>
                  </a:lnTo>
                  <a:lnTo>
                    <a:pt x="422427" y="59524"/>
                  </a:lnTo>
                  <a:lnTo>
                    <a:pt x="335559" y="59524"/>
                  </a:lnTo>
                  <a:lnTo>
                    <a:pt x="346684" y="48666"/>
                  </a:lnTo>
                  <a:lnTo>
                    <a:pt x="357085" y="36664"/>
                  </a:lnTo>
                  <a:lnTo>
                    <a:pt x="366636" y="23520"/>
                  </a:lnTo>
                  <a:lnTo>
                    <a:pt x="375183" y="9232"/>
                  </a:lnTo>
                  <a:lnTo>
                    <a:pt x="355371" y="0"/>
                  </a:lnTo>
                  <a:lnTo>
                    <a:pt x="345351" y="16370"/>
                  </a:lnTo>
                  <a:lnTo>
                    <a:pt x="333463" y="31140"/>
                  </a:lnTo>
                  <a:lnTo>
                    <a:pt x="319582" y="44450"/>
                  </a:lnTo>
                  <a:lnTo>
                    <a:pt x="303555" y="56476"/>
                  </a:lnTo>
                  <a:lnTo>
                    <a:pt x="308127" y="61048"/>
                  </a:lnTo>
                  <a:lnTo>
                    <a:pt x="317271" y="73240"/>
                  </a:lnTo>
                  <a:lnTo>
                    <a:pt x="320319" y="71716"/>
                  </a:lnTo>
                  <a:lnTo>
                    <a:pt x="321843" y="70192"/>
                  </a:lnTo>
                  <a:lnTo>
                    <a:pt x="324891" y="68668"/>
                  </a:lnTo>
                  <a:lnTo>
                    <a:pt x="324891" y="79336"/>
                  </a:lnTo>
                  <a:lnTo>
                    <a:pt x="346227" y="79336"/>
                  </a:lnTo>
                  <a:lnTo>
                    <a:pt x="344703" y="91528"/>
                  </a:lnTo>
                  <a:lnTo>
                    <a:pt x="319176" y="123634"/>
                  </a:lnTo>
                  <a:lnTo>
                    <a:pt x="306603" y="129730"/>
                  </a:lnTo>
                  <a:lnTo>
                    <a:pt x="311175" y="132778"/>
                  </a:lnTo>
                  <a:lnTo>
                    <a:pt x="315747" y="140398"/>
                  </a:lnTo>
                  <a:lnTo>
                    <a:pt x="321843" y="148018"/>
                  </a:lnTo>
                  <a:lnTo>
                    <a:pt x="329539" y="144564"/>
                  </a:lnTo>
                  <a:lnTo>
                    <a:pt x="360184" y="117132"/>
                  </a:lnTo>
                  <a:lnTo>
                    <a:pt x="369087" y="79336"/>
                  </a:lnTo>
                  <a:lnTo>
                    <a:pt x="405663" y="79336"/>
                  </a:lnTo>
                  <a:lnTo>
                    <a:pt x="404139" y="105905"/>
                  </a:lnTo>
                  <a:lnTo>
                    <a:pt x="403517" y="113512"/>
                  </a:lnTo>
                  <a:lnTo>
                    <a:pt x="402615" y="117538"/>
                  </a:lnTo>
                  <a:lnTo>
                    <a:pt x="402615" y="120586"/>
                  </a:lnTo>
                  <a:lnTo>
                    <a:pt x="399567" y="122110"/>
                  </a:lnTo>
                  <a:lnTo>
                    <a:pt x="385089" y="121920"/>
                  </a:lnTo>
                  <a:lnTo>
                    <a:pt x="377659" y="121462"/>
                  </a:lnTo>
                  <a:lnTo>
                    <a:pt x="369087" y="120586"/>
                  </a:lnTo>
                  <a:lnTo>
                    <a:pt x="369087" y="126682"/>
                  </a:lnTo>
                  <a:lnTo>
                    <a:pt x="370611" y="134302"/>
                  </a:lnTo>
                  <a:lnTo>
                    <a:pt x="372135" y="143446"/>
                  </a:lnTo>
                  <a:lnTo>
                    <a:pt x="408711" y="143446"/>
                  </a:lnTo>
                  <a:lnTo>
                    <a:pt x="413283" y="141922"/>
                  </a:lnTo>
                  <a:lnTo>
                    <a:pt x="417855" y="137350"/>
                  </a:lnTo>
                  <a:lnTo>
                    <a:pt x="422427" y="134302"/>
                  </a:lnTo>
                  <a:lnTo>
                    <a:pt x="425475" y="129730"/>
                  </a:lnTo>
                  <a:lnTo>
                    <a:pt x="425475" y="122110"/>
                  </a:lnTo>
                  <a:lnTo>
                    <a:pt x="426377" y="114998"/>
                  </a:lnTo>
                  <a:lnTo>
                    <a:pt x="426999" y="103009"/>
                  </a:lnTo>
                  <a:lnTo>
                    <a:pt x="428523" y="65620"/>
                  </a:lnTo>
                  <a:lnTo>
                    <a:pt x="431571" y="68668"/>
                  </a:lnTo>
                  <a:lnTo>
                    <a:pt x="436245" y="71716"/>
                  </a:lnTo>
                  <a:lnTo>
                    <a:pt x="439293" y="74764"/>
                  </a:lnTo>
                  <a:lnTo>
                    <a:pt x="445389" y="67144"/>
                  </a:lnTo>
                  <a:lnTo>
                    <a:pt x="449961" y="59524"/>
                  </a:lnTo>
                  <a:lnTo>
                    <a:pt x="453009" y="54952"/>
                  </a:lnTo>
                  <a:close/>
                </a:path>
                <a:path w="605790" h="148589">
                  <a:moveTo>
                    <a:pt x="517017" y="73253"/>
                  </a:moveTo>
                  <a:lnTo>
                    <a:pt x="495681" y="62585"/>
                  </a:lnTo>
                  <a:lnTo>
                    <a:pt x="495681" y="48869"/>
                  </a:lnTo>
                  <a:lnTo>
                    <a:pt x="510921" y="48869"/>
                  </a:lnTo>
                  <a:lnTo>
                    <a:pt x="510921" y="29057"/>
                  </a:lnTo>
                  <a:lnTo>
                    <a:pt x="495681" y="29057"/>
                  </a:lnTo>
                  <a:lnTo>
                    <a:pt x="495681" y="1524"/>
                  </a:lnTo>
                  <a:lnTo>
                    <a:pt x="475869" y="1524"/>
                  </a:lnTo>
                  <a:lnTo>
                    <a:pt x="475869" y="29057"/>
                  </a:lnTo>
                  <a:lnTo>
                    <a:pt x="459105" y="29057"/>
                  </a:lnTo>
                  <a:lnTo>
                    <a:pt x="459105" y="48869"/>
                  </a:lnTo>
                  <a:lnTo>
                    <a:pt x="475869" y="48869"/>
                  </a:lnTo>
                  <a:lnTo>
                    <a:pt x="473011" y="58293"/>
                  </a:lnTo>
                  <a:lnTo>
                    <a:pt x="469011" y="68300"/>
                  </a:lnTo>
                  <a:lnTo>
                    <a:pt x="463867" y="78867"/>
                  </a:lnTo>
                  <a:lnTo>
                    <a:pt x="457581" y="90017"/>
                  </a:lnTo>
                  <a:lnTo>
                    <a:pt x="459867" y="103581"/>
                  </a:lnTo>
                  <a:lnTo>
                    <a:pt x="461010" y="110020"/>
                  </a:lnTo>
                  <a:lnTo>
                    <a:pt x="462153" y="116014"/>
                  </a:lnTo>
                  <a:lnTo>
                    <a:pt x="466432" y="109385"/>
                  </a:lnTo>
                  <a:lnTo>
                    <a:pt x="470154" y="103009"/>
                  </a:lnTo>
                  <a:lnTo>
                    <a:pt x="473290" y="96647"/>
                  </a:lnTo>
                  <a:lnTo>
                    <a:pt x="475869" y="90017"/>
                  </a:lnTo>
                  <a:lnTo>
                    <a:pt x="475869" y="146494"/>
                  </a:lnTo>
                  <a:lnTo>
                    <a:pt x="495681" y="146494"/>
                  </a:lnTo>
                  <a:lnTo>
                    <a:pt x="495681" y="90017"/>
                  </a:lnTo>
                  <a:lnTo>
                    <a:pt x="495681" y="83921"/>
                  </a:lnTo>
                  <a:lnTo>
                    <a:pt x="500253" y="85445"/>
                  </a:lnTo>
                  <a:lnTo>
                    <a:pt x="503301" y="88493"/>
                  </a:lnTo>
                  <a:lnTo>
                    <a:pt x="506349" y="90017"/>
                  </a:lnTo>
                  <a:lnTo>
                    <a:pt x="510222" y="83921"/>
                  </a:lnTo>
                  <a:lnTo>
                    <a:pt x="517017" y="73253"/>
                  </a:lnTo>
                  <a:close/>
                </a:path>
                <a:path w="605790" h="148589">
                  <a:moveTo>
                    <a:pt x="605497" y="53441"/>
                  </a:moveTo>
                  <a:lnTo>
                    <a:pt x="538353" y="53441"/>
                  </a:lnTo>
                  <a:lnTo>
                    <a:pt x="538353" y="30581"/>
                  </a:lnTo>
                  <a:lnTo>
                    <a:pt x="559460" y="29057"/>
                  </a:lnTo>
                  <a:lnTo>
                    <a:pt x="558939" y="29057"/>
                  </a:lnTo>
                  <a:lnTo>
                    <a:pt x="575157" y="27343"/>
                  </a:lnTo>
                  <a:lnTo>
                    <a:pt x="590499" y="25222"/>
                  </a:lnTo>
                  <a:lnTo>
                    <a:pt x="603973" y="22961"/>
                  </a:lnTo>
                  <a:lnTo>
                    <a:pt x="596353" y="3048"/>
                  </a:lnTo>
                  <a:lnTo>
                    <a:pt x="581190" y="6007"/>
                  </a:lnTo>
                  <a:lnTo>
                    <a:pt x="563156" y="8089"/>
                  </a:lnTo>
                  <a:lnTo>
                    <a:pt x="542264" y="9575"/>
                  </a:lnTo>
                  <a:lnTo>
                    <a:pt x="518541" y="10769"/>
                  </a:lnTo>
                  <a:lnTo>
                    <a:pt x="518541" y="74777"/>
                  </a:lnTo>
                  <a:lnTo>
                    <a:pt x="517410" y="91313"/>
                  </a:lnTo>
                  <a:lnTo>
                    <a:pt x="514159" y="106438"/>
                  </a:lnTo>
                  <a:lnTo>
                    <a:pt x="508889" y="119862"/>
                  </a:lnTo>
                  <a:lnTo>
                    <a:pt x="501777" y="131254"/>
                  </a:lnTo>
                  <a:lnTo>
                    <a:pt x="507873" y="135826"/>
                  </a:lnTo>
                  <a:lnTo>
                    <a:pt x="512445" y="141922"/>
                  </a:lnTo>
                  <a:lnTo>
                    <a:pt x="518541" y="148018"/>
                  </a:lnTo>
                  <a:lnTo>
                    <a:pt x="527418" y="133134"/>
                  </a:lnTo>
                  <a:lnTo>
                    <a:pt x="533590" y="115811"/>
                  </a:lnTo>
                  <a:lnTo>
                    <a:pt x="537184" y="95897"/>
                  </a:lnTo>
                  <a:lnTo>
                    <a:pt x="538353" y="73253"/>
                  </a:lnTo>
                  <a:lnTo>
                    <a:pt x="559689" y="73253"/>
                  </a:lnTo>
                  <a:lnTo>
                    <a:pt x="559689" y="146494"/>
                  </a:lnTo>
                  <a:lnTo>
                    <a:pt x="581113" y="146494"/>
                  </a:lnTo>
                  <a:lnTo>
                    <a:pt x="581113" y="73253"/>
                  </a:lnTo>
                  <a:lnTo>
                    <a:pt x="605497" y="73253"/>
                  </a:lnTo>
                  <a:lnTo>
                    <a:pt x="605497" y="53441"/>
                  </a:lnTo>
                  <a:close/>
                </a:path>
              </a:pathLst>
            </a:custGeom>
            <a:solidFill>
              <a:srgbClr val="364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7766315" y="4431792"/>
            <a:ext cx="2141220" cy="1039494"/>
            <a:chOff x="7766315" y="4431792"/>
            <a:chExt cx="2141220" cy="1039494"/>
          </a:xfrm>
        </p:grpSpPr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66315" y="4431792"/>
              <a:ext cx="2141197" cy="103936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782211" y="4440650"/>
              <a:ext cx="2106295" cy="1000760"/>
            </a:xfrm>
            <a:custGeom>
              <a:avLst/>
              <a:gdLst/>
              <a:ahLst/>
              <a:cxnLst/>
              <a:rect l="l" t="t" r="r" b="b"/>
              <a:pathLst>
                <a:path w="2106295" h="1000760">
                  <a:moveTo>
                    <a:pt x="2045017" y="1000696"/>
                  </a:moveTo>
                  <a:lnTo>
                    <a:pt x="62484" y="1000696"/>
                  </a:lnTo>
                  <a:lnTo>
                    <a:pt x="53339" y="997648"/>
                  </a:lnTo>
                  <a:lnTo>
                    <a:pt x="48768" y="997648"/>
                  </a:lnTo>
                  <a:lnTo>
                    <a:pt x="44195" y="994600"/>
                  </a:lnTo>
                  <a:lnTo>
                    <a:pt x="39624" y="993076"/>
                  </a:lnTo>
                  <a:lnTo>
                    <a:pt x="36576" y="991552"/>
                  </a:lnTo>
                  <a:lnTo>
                    <a:pt x="27432" y="985456"/>
                  </a:lnTo>
                  <a:lnTo>
                    <a:pt x="15240" y="973264"/>
                  </a:lnTo>
                  <a:lnTo>
                    <a:pt x="12192" y="968692"/>
                  </a:lnTo>
                  <a:lnTo>
                    <a:pt x="9144" y="965644"/>
                  </a:lnTo>
                  <a:lnTo>
                    <a:pt x="0" y="938117"/>
                  </a:lnTo>
                  <a:lnTo>
                    <a:pt x="0" y="928973"/>
                  </a:lnTo>
                  <a:lnTo>
                    <a:pt x="0" y="62483"/>
                  </a:lnTo>
                  <a:lnTo>
                    <a:pt x="1524" y="57912"/>
                  </a:lnTo>
                  <a:lnTo>
                    <a:pt x="3048" y="51816"/>
                  </a:lnTo>
                  <a:lnTo>
                    <a:pt x="4572" y="48767"/>
                  </a:lnTo>
                  <a:lnTo>
                    <a:pt x="9144" y="35052"/>
                  </a:lnTo>
                  <a:lnTo>
                    <a:pt x="12192" y="32004"/>
                  </a:lnTo>
                  <a:lnTo>
                    <a:pt x="15240" y="27431"/>
                  </a:lnTo>
                  <a:lnTo>
                    <a:pt x="21336" y="21335"/>
                  </a:lnTo>
                  <a:lnTo>
                    <a:pt x="24384" y="16764"/>
                  </a:lnTo>
                  <a:lnTo>
                    <a:pt x="27432" y="13716"/>
                  </a:lnTo>
                  <a:lnTo>
                    <a:pt x="32004" y="12191"/>
                  </a:lnTo>
                  <a:lnTo>
                    <a:pt x="36576" y="9143"/>
                  </a:lnTo>
                  <a:lnTo>
                    <a:pt x="39624" y="7619"/>
                  </a:lnTo>
                  <a:lnTo>
                    <a:pt x="44195" y="4571"/>
                  </a:lnTo>
                  <a:lnTo>
                    <a:pt x="53339" y="1523"/>
                  </a:lnTo>
                  <a:lnTo>
                    <a:pt x="57912" y="1523"/>
                  </a:lnTo>
                  <a:lnTo>
                    <a:pt x="62484" y="0"/>
                  </a:lnTo>
                  <a:lnTo>
                    <a:pt x="2045017" y="0"/>
                  </a:lnTo>
                  <a:lnTo>
                    <a:pt x="2049589" y="1523"/>
                  </a:lnTo>
                  <a:lnTo>
                    <a:pt x="2054161" y="1523"/>
                  </a:lnTo>
                  <a:lnTo>
                    <a:pt x="2058733" y="3048"/>
                  </a:lnTo>
                  <a:lnTo>
                    <a:pt x="2061781" y="4571"/>
                  </a:lnTo>
                  <a:lnTo>
                    <a:pt x="2066353" y="7619"/>
                  </a:lnTo>
                  <a:lnTo>
                    <a:pt x="2070925" y="9143"/>
                  </a:lnTo>
                  <a:lnTo>
                    <a:pt x="2075497" y="12191"/>
                  </a:lnTo>
                  <a:lnTo>
                    <a:pt x="2078545" y="13716"/>
                  </a:lnTo>
                  <a:lnTo>
                    <a:pt x="2092356" y="27431"/>
                  </a:lnTo>
                  <a:lnTo>
                    <a:pt x="2093880" y="32004"/>
                  </a:lnTo>
                  <a:lnTo>
                    <a:pt x="2096928" y="35052"/>
                  </a:lnTo>
                  <a:lnTo>
                    <a:pt x="2099976" y="39623"/>
                  </a:lnTo>
                  <a:lnTo>
                    <a:pt x="2103024" y="48767"/>
                  </a:lnTo>
                  <a:lnTo>
                    <a:pt x="2104548" y="51816"/>
                  </a:lnTo>
                  <a:lnTo>
                    <a:pt x="2104548" y="57912"/>
                  </a:lnTo>
                  <a:lnTo>
                    <a:pt x="2106072" y="62483"/>
                  </a:lnTo>
                  <a:lnTo>
                    <a:pt x="2106072" y="938117"/>
                  </a:lnTo>
                  <a:lnTo>
                    <a:pt x="2104548" y="942689"/>
                  </a:lnTo>
                  <a:lnTo>
                    <a:pt x="2104548" y="947261"/>
                  </a:lnTo>
                  <a:lnTo>
                    <a:pt x="2099976" y="961072"/>
                  </a:lnTo>
                  <a:lnTo>
                    <a:pt x="2096928" y="965644"/>
                  </a:lnTo>
                  <a:lnTo>
                    <a:pt x="2093880" y="968692"/>
                  </a:lnTo>
                  <a:lnTo>
                    <a:pt x="2092356" y="973264"/>
                  </a:lnTo>
                  <a:lnTo>
                    <a:pt x="2086260" y="979360"/>
                  </a:lnTo>
                  <a:lnTo>
                    <a:pt x="2081593" y="982408"/>
                  </a:lnTo>
                  <a:lnTo>
                    <a:pt x="2075497" y="988504"/>
                  </a:lnTo>
                  <a:lnTo>
                    <a:pt x="2070925" y="991552"/>
                  </a:lnTo>
                  <a:lnTo>
                    <a:pt x="2061781" y="994600"/>
                  </a:lnTo>
                  <a:lnTo>
                    <a:pt x="2058733" y="997648"/>
                  </a:lnTo>
                  <a:lnTo>
                    <a:pt x="2054161" y="997648"/>
                  </a:lnTo>
                  <a:lnTo>
                    <a:pt x="2045017" y="10006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82211" y="4440650"/>
              <a:ext cx="2106295" cy="1000760"/>
            </a:xfrm>
            <a:custGeom>
              <a:avLst/>
              <a:gdLst/>
              <a:ahLst/>
              <a:cxnLst/>
              <a:rect l="l" t="t" r="r" b="b"/>
              <a:pathLst>
                <a:path w="2106295" h="1000760">
                  <a:moveTo>
                    <a:pt x="0" y="928973"/>
                  </a:moveTo>
                  <a:lnTo>
                    <a:pt x="0" y="71627"/>
                  </a:lnTo>
                  <a:lnTo>
                    <a:pt x="0" y="67056"/>
                  </a:lnTo>
                  <a:lnTo>
                    <a:pt x="0" y="62483"/>
                  </a:lnTo>
                  <a:lnTo>
                    <a:pt x="1524" y="57912"/>
                  </a:lnTo>
                  <a:lnTo>
                    <a:pt x="3048" y="51816"/>
                  </a:lnTo>
                  <a:lnTo>
                    <a:pt x="4572" y="48767"/>
                  </a:lnTo>
                  <a:lnTo>
                    <a:pt x="6096" y="44196"/>
                  </a:lnTo>
                  <a:lnTo>
                    <a:pt x="7620" y="39623"/>
                  </a:lnTo>
                  <a:lnTo>
                    <a:pt x="9144" y="35052"/>
                  </a:lnTo>
                  <a:lnTo>
                    <a:pt x="12192" y="32004"/>
                  </a:lnTo>
                  <a:lnTo>
                    <a:pt x="15240" y="27431"/>
                  </a:lnTo>
                  <a:lnTo>
                    <a:pt x="18288" y="24383"/>
                  </a:lnTo>
                  <a:lnTo>
                    <a:pt x="21336" y="21335"/>
                  </a:lnTo>
                  <a:lnTo>
                    <a:pt x="24384" y="16764"/>
                  </a:lnTo>
                  <a:lnTo>
                    <a:pt x="27432" y="13716"/>
                  </a:lnTo>
                  <a:lnTo>
                    <a:pt x="32004" y="12191"/>
                  </a:lnTo>
                  <a:lnTo>
                    <a:pt x="36576" y="9143"/>
                  </a:lnTo>
                  <a:lnTo>
                    <a:pt x="39624" y="7619"/>
                  </a:lnTo>
                  <a:lnTo>
                    <a:pt x="44195" y="4571"/>
                  </a:lnTo>
                  <a:lnTo>
                    <a:pt x="48768" y="3048"/>
                  </a:lnTo>
                  <a:lnTo>
                    <a:pt x="53339" y="1523"/>
                  </a:lnTo>
                  <a:lnTo>
                    <a:pt x="57912" y="1523"/>
                  </a:lnTo>
                  <a:lnTo>
                    <a:pt x="62484" y="0"/>
                  </a:lnTo>
                  <a:lnTo>
                    <a:pt x="67056" y="0"/>
                  </a:lnTo>
                  <a:lnTo>
                    <a:pt x="71723" y="0"/>
                  </a:lnTo>
                  <a:lnTo>
                    <a:pt x="2035873" y="0"/>
                  </a:lnTo>
                  <a:lnTo>
                    <a:pt x="2040445" y="0"/>
                  </a:lnTo>
                  <a:lnTo>
                    <a:pt x="2045017" y="0"/>
                  </a:lnTo>
                  <a:lnTo>
                    <a:pt x="2049589" y="1523"/>
                  </a:lnTo>
                  <a:lnTo>
                    <a:pt x="2054161" y="1523"/>
                  </a:lnTo>
                  <a:lnTo>
                    <a:pt x="2058733" y="3048"/>
                  </a:lnTo>
                  <a:lnTo>
                    <a:pt x="2061781" y="4571"/>
                  </a:lnTo>
                  <a:lnTo>
                    <a:pt x="2066353" y="7619"/>
                  </a:lnTo>
                  <a:lnTo>
                    <a:pt x="2070925" y="9143"/>
                  </a:lnTo>
                  <a:lnTo>
                    <a:pt x="2075497" y="12191"/>
                  </a:lnTo>
                  <a:lnTo>
                    <a:pt x="2078545" y="13716"/>
                  </a:lnTo>
                  <a:lnTo>
                    <a:pt x="2081593" y="16764"/>
                  </a:lnTo>
                  <a:lnTo>
                    <a:pt x="2086260" y="21335"/>
                  </a:lnTo>
                  <a:lnTo>
                    <a:pt x="2089308" y="24383"/>
                  </a:lnTo>
                  <a:lnTo>
                    <a:pt x="2092356" y="27431"/>
                  </a:lnTo>
                  <a:lnTo>
                    <a:pt x="2093880" y="32004"/>
                  </a:lnTo>
                  <a:lnTo>
                    <a:pt x="2096928" y="35052"/>
                  </a:lnTo>
                  <a:lnTo>
                    <a:pt x="2099976" y="39623"/>
                  </a:lnTo>
                  <a:lnTo>
                    <a:pt x="2101500" y="44196"/>
                  </a:lnTo>
                  <a:lnTo>
                    <a:pt x="2103024" y="48767"/>
                  </a:lnTo>
                  <a:lnTo>
                    <a:pt x="2104548" y="51816"/>
                  </a:lnTo>
                  <a:lnTo>
                    <a:pt x="2104548" y="57912"/>
                  </a:lnTo>
                  <a:lnTo>
                    <a:pt x="2106072" y="62483"/>
                  </a:lnTo>
                  <a:lnTo>
                    <a:pt x="2106072" y="67056"/>
                  </a:lnTo>
                  <a:lnTo>
                    <a:pt x="2106072" y="71627"/>
                  </a:lnTo>
                  <a:lnTo>
                    <a:pt x="2106072" y="928973"/>
                  </a:lnTo>
                  <a:lnTo>
                    <a:pt x="2106072" y="933545"/>
                  </a:lnTo>
                  <a:lnTo>
                    <a:pt x="2106072" y="938117"/>
                  </a:lnTo>
                  <a:lnTo>
                    <a:pt x="2104548" y="942689"/>
                  </a:lnTo>
                  <a:lnTo>
                    <a:pt x="2104548" y="947261"/>
                  </a:lnTo>
                  <a:lnTo>
                    <a:pt x="2103024" y="951833"/>
                  </a:lnTo>
                  <a:lnTo>
                    <a:pt x="2101500" y="956500"/>
                  </a:lnTo>
                  <a:lnTo>
                    <a:pt x="2099976" y="961072"/>
                  </a:lnTo>
                  <a:lnTo>
                    <a:pt x="2096928" y="965644"/>
                  </a:lnTo>
                  <a:lnTo>
                    <a:pt x="2093880" y="968692"/>
                  </a:lnTo>
                  <a:lnTo>
                    <a:pt x="2092356" y="973264"/>
                  </a:lnTo>
                  <a:lnTo>
                    <a:pt x="2089308" y="976312"/>
                  </a:lnTo>
                  <a:lnTo>
                    <a:pt x="2086260" y="979360"/>
                  </a:lnTo>
                  <a:lnTo>
                    <a:pt x="2081593" y="982408"/>
                  </a:lnTo>
                  <a:lnTo>
                    <a:pt x="2078545" y="985456"/>
                  </a:lnTo>
                  <a:lnTo>
                    <a:pt x="2075497" y="988504"/>
                  </a:lnTo>
                  <a:lnTo>
                    <a:pt x="2070925" y="991552"/>
                  </a:lnTo>
                  <a:lnTo>
                    <a:pt x="2066353" y="993076"/>
                  </a:lnTo>
                  <a:lnTo>
                    <a:pt x="2061781" y="994600"/>
                  </a:lnTo>
                  <a:lnTo>
                    <a:pt x="2058733" y="997648"/>
                  </a:lnTo>
                  <a:lnTo>
                    <a:pt x="2054161" y="997648"/>
                  </a:lnTo>
                  <a:lnTo>
                    <a:pt x="2049589" y="999172"/>
                  </a:lnTo>
                  <a:lnTo>
                    <a:pt x="2045017" y="1000696"/>
                  </a:lnTo>
                  <a:lnTo>
                    <a:pt x="2040445" y="1000696"/>
                  </a:lnTo>
                  <a:lnTo>
                    <a:pt x="2035873" y="1000696"/>
                  </a:lnTo>
                  <a:lnTo>
                    <a:pt x="71723" y="1000696"/>
                  </a:lnTo>
                  <a:lnTo>
                    <a:pt x="67056" y="1000696"/>
                  </a:lnTo>
                  <a:lnTo>
                    <a:pt x="62484" y="1000696"/>
                  </a:lnTo>
                  <a:lnTo>
                    <a:pt x="57912" y="999172"/>
                  </a:lnTo>
                  <a:lnTo>
                    <a:pt x="53339" y="997648"/>
                  </a:lnTo>
                  <a:lnTo>
                    <a:pt x="48768" y="997648"/>
                  </a:lnTo>
                  <a:lnTo>
                    <a:pt x="44195" y="994600"/>
                  </a:lnTo>
                  <a:lnTo>
                    <a:pt x="39624" y="993076"/>
                  </a:lnTo>
                  <a:lnTo>
                    <a:pt x="36576" y="991552"/>
                  </a:lnTo>
                  <a:lnTo>
                    <a:pt x="32004" y="988504"/>
                  </a:lnTo>
                  <a:lnTo>
                    <a:pt x="27432" y="985456"/>
                  </a:lnTo>
                  <a:lnTo>
                    <a:pt x="24384" y="982408"/>
                  </a:lnTo>
                  <a:lnTo>
                    <a:pt x="21336" y="979360"/>
                  </a:lnTo>
                  <a:lnTo>
                    <a:pt x="18288" y="976312"/>
                  </a:lnTo>
                  <a:lnTo>
                    <a:pt x="15240" y="973264"/>
                  </a:lnTo>
                  <a:lnTo>
                    <a:pt x="12192" y="968692"/>
                  </a:lnTo>
                  <a:lnTo>
                    <a:pt x="9144" y="965644"/>
                  </a:lnTo>
                  <a:lnTo>
                    <a:pt x="7620" y="961072"/>
                  </a:lnTo>
                  <a:lnTo>
                    <a:pt x="6096" y="956500"/>
                  </a:lnTo>
                  <a:lnTo>
                    <a:pt x="4572" y="951833"/>
                  </a:lnTo>
                  <a:lnTo>
                    <a:pt x="3048" y="947261"/>
                  </a:lnTo>
                  <a:lnTo>
                    <a:pt x="1524" y="942689"/>
                  </a:lnTo>
                  <a:lnTo>
                    <a:pt x="0" y="938117"/>
                  </a:lnTo>
                  <a:lnTo>
                    <a:pt x="0" y="933545"/>
                  </a:lnTo>
                  <a:lnTo>
                    <a:pt x="0" y="928973"/>
                  </a:lnTo>
                  <a:close/>
                </a:path>
              </a:pathLst>
            </a:custGeom>
            <a:ln w="10677">
              <a:solidFill>
                <a:srgbClr val="F2F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692610" y="4629816"/>
              <a:ext cx="287020" cy="317500"/>
            </a:xfrm>
            <a:custGeom>
              <a:avLst/>
              <a:gdLst/>
              <a:ahLst/>
              <a:cxnLst/>
              <a:rect l="l" t="t" r="r" b="b"/>
              <a:pathLst>
                <a:path w="287020" h="317500">
                  <a:moveTo>
                    <a:pt x="15240" y="190690"/>
                  </a:moveTo>
                  <a:lnTo>
                    <a:pt x="12192" y="190690"/>
                  </a:lnTo>
                  <a:lnTo>
                    <a:pt x="10668" y="189166"/>
                  </a:lnTo>
                  <a:lnTo>
                    <a:pt x="7620" y="187642"/>
                  </a:lnTo>
                  <a:lnTo>
                    <a:pt x="4572" y="186118"/>
                  </a:lnTo>
                  <a:lnTo>
                    <a:pt x="3048" y="184594"/>
                  </a:lnTo>
                  <a:lnTo>
                    <a:pt x="1524" y="181451"/>
                  </a:lnTo>
                  <a:lnTo>
                    <a:pt x="0" y="178403"/>
                  </a:lnTo>
                  <a:lnTo>
                    <a:pt x="0" y="175355"/>
                  </a:lnTo>
                  <a:lnTo>
                    <a:pt x="0" y="172307"/>
                  </a:lnTo>
                  <a:lnTo>
                    <a:pt x="0" y="169259"/>
                  </a:lnTo>
                  <a:lnTo>
                    <a:pt x="1524" y="166211"/>
                  </a:lnTo>
                  <a:lnTo>
                    <a:pt x="3048" y="164687"/>
                  </a:lnTo>
                  <a:lnTo>
                    <a:pt x="160115" y="1523"/>
                  </a:lnTo>
                  <a:lnTo>
                    <a:pt x="161639" y="1523"/>
                  </a:lnTo>
                  <a:lnTo>
                    <a:pt x="163163" y="0"/>
                  </a:lnTo>
                  <a:lnTo>
                    <a:pt x="164687" y="0"/>
                  </a:lnTo>
                  <a:lnTo>
                    <a:pt x="167830" y="0"/>
                  </a:lnTo>
                  <a:lnTo>
                    <a:pt x="169354" y="0"/>
                  </a:lnTo>
                  <a:lnTo>
                    <a:pt x="170878" y="0"/>
                  </a:lnTo>
                  <a:lnTo>
                    <a:pt x="172402" y="1523"/>
                  </a:lnTo>
                  <a:lnTo>
                    <a:pt x="173926" y="3047"/>
                  </a:lnTo>
                  <a:lnTo>
                    <a:pt x="173926" y="4571"/>
                  </a:lnTo>
                  <a:lnTo>
                    <a:pt x="175450" y="6096"/>
                  </a:lnTo>
                  <a:lnTo>
                    <a:pt x="175450" y="7620"/>
                  </a:lnTo>
                  <a:lnTo>
                    <a:pt x="173926" y="9144"/>
                  </a:lnTo>
                  <a:lnTo>
                    <a:pt x="143351" y="105251"/>
                  </a:lnTo>
                  <a:lnTo>
                    <a:pt x="143351" y="108299"/>
                  </a:lnTo>
                  <a:lnTo>
                    <a:pt x="143351" y="109823"/>
                  </a:lnTo>
                  <a:lnTo>
                    <a:pt x="143351" y="112871"/>
                  </a:lnTo>
                  <a:lnTo>
                    <a:pt x="143351" y="115919"/>
                  </a:lnTo>
                  <a:lnTo>
                    <a:pt x="144875" y="117443"/>
                  </a:lnTo>
                  <a:lnTo>
                    <a:pt x="154019" y="126587"/>
                  </a:lnTo>
                  <a:lnTo>
                    <a:pt x="155543" y="126587"/>
                  </a:lnTo>
                  <a:lnTo>
                    <a:pt x="158591" y="126587"/>
                  </a:lnTo>
                  <a:lnTo>
                    <a:pt x="269938" y="126587"/>
                  </a:lnTo>
                  <a:lnTo>
                    <a:pt x="272986" y="126587"/>
                  </a:lnTo>
                  <a:lnTo>
                    <a:pt x="276034" y="128111"/>
                  </a:lnTo>
                  <a:lnTo>
                    <a:pt x="279082" y="129635"/>
                  </a:lnTo>
                  <a:lnTo>
                    <a:pt x="280606" y="131159"/>
                  </a:lnTo>
                  <a:lnTo>
                    <a:pt x="283654" y="132683"/>
                  </a:lnTo>
                  <a:lnTo>
                    <a:pt x="285178" y="135731"/>
                  </a:lnTo>
                  <a:lnTo>
                    <a:pt x="285178" y="138779"/>
                  </a:lnTo>
                  <a:lnTo>
                    <a:pt x="286702" y="141827"/>
                  </a:lnTo>
                  <a:lnTo>
                    <a:pt x="285178" y="144875"/>
                  </a:lnTo>
                  <a:lnTo>
                    <a:pt x="285178" y="147923"/>
                  </a:lnTo>
                  <a:lnTo>
                    <a:pt x="283654" y="149447"/>
                  </a:lnTo>
                  <a:lnTo>
                    <a:pt x="282130" y="152495"/>
                  </a:lnTo>
                  <a:lnTo>
                    <a:pt x="125063" y="314229"/>
                  </a:lnTo>
                  <a:lnTo>
                    <a:pt x="123539" y="315753"/>
                  </a:lnTo>
                  <a:lnTo>
                    <a:pt x="122015" y="317277"/>
                  </a:lnTo>
                  <a:lnTo>
                    <a:pt x="120491" y="317277"/>
                  </a:lnTo>
                  <a:lnTo>
                    <a:pt x="118967" y="317277"/>
                  </a:lnTo>
                  <a:lnTo>
                    <a:pt x="117443" y="317277"/>
                  </a:lnTo>
                  <a:lnTo>
                    <a:pt x="115919" y="315753"/>
                  </a:lnTo>
                  <a:lnTo>
                    <a:pt x="114395" y="315753"/>
                  </a:lnTo>
                  <a:lnTo>
                    <a:pt x="112871" y="314229"/>
                  </a:lnTo>
                  <a:lnTo>
                    <a:pt x="111347" y="312705"/>
                  </a:lnTo>
                  <a:lnTo>
                    <a:pt x="111347" y="311181"/>
                  </a:lnTo>
                  <a:lnTo>
                    <a:pt x="111347" y="309657"/>
                  </a:lnTo>
                  <a:lnTo>
                    <a:pt x="111347" y="306609"/>
                  </a:lnTo>
                  <a:lnTo>
                    <a:pt x="141827" y="212026"/>
                  </a:lnTo>
                  <a:lnTo>
                    <a:pt x="143351" y="208978"/>
                  </a:lnTo>
                  <a:lnTo>
                    <a:pt x="143351" y="207454"/>
                  </a:lnTo>
                  <a:lnTo>
                    <a:pt x="143351" y="204406"/>
                  </a:lnTo>
                  <a:lnTo>
                    <a:pt x="141827" y="201358"/>
                  </a:lnTo>
                  <a:lnTo>
                    <a:pt x="141827" y="199834"/>
                  </a:lnTo>
                  <a:lnTo>
                    <a:pt x="140303" y="196786"/>
                  </a:lnTo>
                  <a:lnTo>
                    <a:pt x="138779" y="195262"/>
                  </a:lnTo>
                  <a:lnTo>
                    <a:pt x="137255" y="193738"/>
                  </a:lnTo>
                  <a:lnTo>
                    <a:pt x="134207" y="192214"/>
                  </a:lnTo>
                  <a:lnTo>
                    <a:pt x="132683" y="190690"/>
                  </a:lnTo>
                  <a:lnTo>
                    <a:pt x="129635" y="190690"/>
                  </a:lnTo>
                  <a:lnTo>
                    <a:pt x="126587" y="190690"/>
                  </a:lnTo>
                  <a:lnTo>
                    <a:pt x="15240" y="190690"/>
                  </a:lnTo>
                  <a:close/>
                </a:path>
              </a:pathLst>
            </a:custGeom>
            <a:ln w="32023">
              <a:solidFill>
                <a:srgbClr val="E9B3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534019" y="5098072"/>
              <a:ext cx="602615" cy="151130"/>
            </a:xfrm>
            <a:custGeom>
              <a:avLst/>
              <a:gdLst/>
              <a:ahLst/>
              <a:cxnLst/>
              <a:rect l="l" t="t" r="r" b="b"/>
              <a:pathLst>
                <a:path w="602615" h="151129">
                  <a:moveTo>
                    <a:pt x="71716" y="53441"/>
                  </a:moveTo>
                  <a:lnTo>
                    <a:pt x="63715" y="49771"/>
                  </a:lnTo>
                  <a:lnTo>
                    <a:pt x="47713" y="41859"/>
                  </a:lnTo>
                  <a:lnTo>
                    <a:pt x="39712" y="38201"/>
                  </a:lnTo>
                  <a:lnTo>
                    <a:pt x="30480" y="53441"/>
                  </a:lnTo>
                  <a:lnTo>
                    <a:pt x="37668" y="56248"/>
                  </a:lnTo>
                  <a:lnTo>
                    <a:pt x="45415" y="59918"/>
                  </a:lnTo>
                  <a:lnTo>
                    <a:pt x="62572" y="68681"/>
                  </a:lnTo>
                  <a:lnTo>
                    <a:pt x="71716" y="53441"/>
                  </a:lnTo>
                  <a:close/>
                </a:path>
                <a:path w="602615" h="151129">
                  <a:moveTo>
                    <a:pt x="141820" y="16865"/>
                  </a:moveTo>
                  <a:lnTo>
                    <a:pt x="88480" y="16865"/>
                  </a:lnTo>
                  <a:lnTo>
                    <a:pt x="86956" y="10769"/>
                  </a:lnTo>
                  <a:lnTo>
                    <a:pt x="85432" y="6197"/>
                  </a:lnTo>
                  <a:lnTo>
                    <a:pt x="83908" y="1524"/>
                  </a:lnTo>
                  <a:lnTo>
                    <a:pt x="58000" y="4572"/>
                  </a:lnTo>
                  <a:lnTo>
                    <a:pt x="59524" y="7721"/>
                  </a:lnTo>
                  <a:lnTo>
                    <a:pt x="62572" y="12293"/>
                  </a:lnTo>
                  <a:lnTo>
                    <a:pt x="64096" y="16865"/>
                  </a:lnTo>
                  <a:lnTo>
                    <a:pt x="3048" y="16865"/>
                  </a:lnTo>
                  <a:lnTo>
                    <a:pt x="3048" y="54965"/>
                  </a:lnTo>
                  <a:lnTo>
                    <a:pt x="24384" y="54965"/>
                  </a:lnTo>
                  <a:lnTo>
                    <a:pt x="24384" y="35153"/>
                  </a:lnTo>
                  <a:lnTo>
                    <a:pt x="120484" y="35153"/>
                  </a:lnTo>
                  <a:lnTo>
                    <a:pt x="120484" y="54965"/>
                  </a:lnTo>
                  <a:lnTo>
                    <a:pt x="141820" y="54965"/>
                  </a:lnTo>
                  <a:lnTo>
                    <a:pt x="141820" y="35153"/>
                  </a:lnTo>
                  <a:lnTo>
                    <a:pt x="141820" y="16865"/>
                  </a:lnTo>
                  <a:close/>
                </a:path>
                <a:path w="602615" h="151129">
                  <a:moveTo>
                    <a:pt x="144868" y="88493"/>
                  </a:moveTo>
                  <a:lnTo>
                    <a:pt x="93052" y="88493"/>
                  </a:lnTo>
                  <a:lnTo>
                    <a:pt x="94221" y="78511"/>
                  </a:lnTo>
                  <a:lnTo>
                    <a:pt x="95389" y="66967"/>
                  </a:lnTo>
                  <a:lnTo>
                    <a:pt x="96570" y="53441"/>
                  </a:lnTo>
                  <a:lnTo>
                    <a:pt x="97624" y="39725"/>
                  </a:lnTo>
                  <a:lnTo>
                    <a:pt x="76288" y="39725"/>
                  </a:lnTo>
                  <a:lnTo>
                    <a:pt x="76250" y="41859"/>
                  </a:lnTo>
                  <a:lnTo>
                    <a:pt x="76085" y="49771"/>
                  </a:lnTo>
                  <a:lnTo>
                    <a:pt x="75488" y="61696"/>
                  </a:lnTo>
                  <a:lnTo>
                    <a:pt x="75145" y="66967"/>
                  </a:lnTo>
                  <a:lnTo>
                    <a:pt x="75069" y="67538"/>
                  </a:lnTo>
                  <a:lnTo>
                    <a:pt x="73723" y="78511"/>
                  </a:lnTo>
                  <a:lnTo>
                    <a:pt x="73672" y="78727"/>
                  </a:lnTo>
                  <a:lnTo>
                    <a:pt x="71716" y="88493"/>
                  </a:lnTo>
                  <a:lnTo>
                    <a:pt x="50380" y="88493"/>
                  </a:lnTo>
                  <a:lnTo>
                    <a:pt x="59524" y="74777"/>
                  </a:lnTo>
                  <a:lnTo>
                    <a:pt x="50647" y="70218"/>
                  </a:lnTo>
                  <a:lnTo>
                    <a:pt x="34582" y="61696"/>
                  </a:lnTo>
                  <a:lnTo>
                    <a:pt x="27432" y="58013"/>
                  </a:lnTo>
                  <a:lnTo>
                    <a:pt x="18288" y="73253"/>
                  </a:lnTo>
                  <a:lnTo>
                    <a:pt x="32194" y="80302"/>
                  </a:lnTo>
                  <a:lnTo>
                    <a:pt x="39535" y="84175"/>
                  </a:lnTo>
                  <a:lnTo>
                    <a:pt x="47332" y="88493"/>
                  </a:lnTo>
                  <a:lnTo>
                    <a:pt x="0" y="88493"/>
                  </a:lnTo>
                  <a:lnTo>
                    <a:pt x="0" y="108394"/>
                  </a:lnTo>
                  <a:lnTo>
                    <a:pt x="65620" y="108394"/>
                  </a:lnTo>
                  <a:lnTo>
                    <a:pt x="56718" y="115824"/>
                  </a:lnTo>
                  <a:lnTo>
                    <a:pt x="43662" y="122110"/>
                  </a:lnTo>
                  <a:lnTo>
                    <a:pt x="26327" y="127254"/>
                  </a:lnTo>
                  <a:lnTo>
                    <a:pt x="4572" y="131254"/>
                  </a:lnTo>
                  <a:lnTo>
                    <a:pt x="7620" y="135826"/>
                  </a:lnTo>
                  <a:lnTo>
                    <a:pt x="12192" y="141922"/>
                  </a:lnTo>
                  <a:lnTo>
                    <a:pt x="16764" y="151066"/>
                  </a:lnTo>
                  <a:lnTo>
                    <a:pt x="35953" y="146164"/>
                  </a:lnTo>
                  <a:lnTo>
                    <a:pt x="52273" y="140398"/>
                  </a:lnTo>
                  <a:lnTo>
                    <a:pt x="65709" y="133489"/>
                  </a:lnTo>
                  <a:lnTo>
                    <a:pt x="76288" y="125158"/>
                  </a:lnTo>
                  <a:lnTo>
                    <a:pt x="106768" y="136779"/>
                  </a:lnTo>
                  <a:lnTo>
                    <a:pt x="122148" y="142951"/>
                  </a:lnTo>
                  <a:lnTo>
                    <a:pt x="137248" y="149542"/>
                  </a:lnTo>
                  <a:lnTo>
                    <a:pt x="144868" y="129730"/>
                  </a:lnTo>
                  <a:lnTo>
                    <a:pt x="130975" y="125158"/>
                  </a:lnTo>
                  <a:lnTo>
                    <a:pt x="130251" y="124917"/>
                  </a:lnTo>
                  <a:lnTo>
                    <a:pt x="101574" y="114731"/>
                  </a:lnTo>
                  <a:lnTo>
                    <a:pt x="86956" y="109918"/>
                  </a:lnTo>
                  <a:lnTo>
                    <a:pt x="88480" y="109918"/>
                  </a:lnTo>
                  <a:lnTo>
                    <a:pt x="88480" y="108394"/>
                  </a:lnTo>
                  <a:lnTo>
                    <a:pt x="144868" y="108394"/>
                  </a:lnTo>
                  <a:lnTo>
                    <a:pt x="144868" y="88493"/>
                  </a:lnTo>
                  <a:close/>
                </a:path>
                <a:path w="602615" h="151129">
                  <a:moveTo>
                    <a:pt x="216585" y="12280"/>
                  </a:moveTo>
                  <a:lnTo>
                    <a:pt x="196773" y="12280"/>
                  </a:lnTo>
                  <a:lnTo>
                    <a:pt x="196773" y="32092"/>
                  </a:lnTo>
                  <a:lnTo>
                    <a:pt x="196773" y="61048"/>
                  </a:lnTo>
                  <a:lnTo>
                    <a:pt x="196773" y="80860"/>
                  </a:lnTo>
                  <a:lnTo>
                    <a:pt x="196773" y="109918"/>
                  </a:lnTo>
                  <a:lnTo>
                    <a:pt x="178396" y="109918"/>
                  </a:lnTo>
                  <a:lnTo>
                    <a:pt x="178396" y="80860"/>
                  </a:lnTo>
                  <a:lnTo>
                    <a:pt x="196773" y="80860"/>
                  </a:lnTo>
                  <a:lnTo>
                    <a:pt x="196773" y="61048"/>
                  </a:lnTo>
                  <a:lnTo>
                    <a:pt x="178396" y="61048"/>
                  </a:lnTo>
                  <a:lnTo>
                    <a:pt x="178396" y="32092"/>
                  </a:lnTo>
                  <a:lnTo>
                    <a:pt x="196773" y="32092"/>
                  </a:lnTo>
                  <a:lnTo>
                    <a:pt x="196773" y="12280"/>
                  </a:lnTo>
                  <a:lnTo>
                    <a:pt x="158584" y="12280"/>
                  </a:lnTo>
                  <a:lnTo>
                    <a:pt x="158584" y="140398"/>
                  </a:lnTo>
                  <a:lnTo>
                    <a:pt x="178396" y="140398"/>
                  </a:lnTo>
                  <a:lnTo>
                    <a:pt x="178396" y="129730"/>
                  </a:lnTo>
                  <a:lnTo>
                    <a:pt x="196773" y="129730"/>
                  </a:lnTo>
                  <a:lnTo>
                    <a:pt x="196773" y="138874"/>
                  </a:lnTo>
                  <a:lnTo>
                    <a:pt x="216585" y="138874"/>
                  </a:lnTo>
                  <a:lnTo>
                    <a:pt x="216585" y="129730"/>
                  </a:lnTo>
                  <a:lnTo>
                    <a:pt x="216585" y="109918"/>
                  </a:lnTo>
                  <a:lnTo>
                    <a:pt x="216585" y="80860"/>
                  </a:lnTo>
                  <a:lnTo>
                    <a:pt x="216585" y="61048"/>
                  </a:lnTo>
                  <a:lnTo>
                    <a:pt x="216585" y="32092"/>
                  </a:lnTo>
                  <a:lnTo>
                    <a:pt x="216585" y="12280"/>
                  </a:lnTo>
                  <a:close/>
                </a:path>
                <a:path w="602615" h="151129">
                  <a:moveTo>
                    <a:pt x="260781" y="91528"/>
                  </a:moveTo>
                  <a:lnTo>
                    <a:pt x="253098" y="80670"/>
                  </a:lnTo>
                  <a:lnTo>
                    <a:pt x="240004" y="62382"/>
                  </a:lnTo>
                  <a:lnTo>
                    <a:pt x="234873" y="54952"/>
                  </a:lnTo>
                  <a:lnTo>
                    <a:pt x="219633" y="65620"/>
                  </a:lnTo>
                  <a:lnTo>
                    <a:pt x="224739" y="73939"/>
                  </a:lnTo>
                  <a:lnTo>
                    <a:pt x="237210" y="92887"/>
                  </a:lnTo>
                  <a:lnTo>
                    <a:pt x="244017" y="103822"/>
                  </a:lnTo>
                  <a:lnTo>
                    <a:pt x="260781" y="91528"/>
                  </a:lnTo>
                  <a:close/>
                </a:path>
                <a:path w="602615" h="151129">
                  <a:moveTo>
                    <a:pt x="298881" y="27520"/>
                  </a:moveTo>
                  <a:lnTo>
                    <a:pt x="286689" y="27520"/>
                  </a:lnTo>
                  <a:lnTo>
                    <a:pt x="286689" y="3048"/>
                  </a:lnTo>
                  <a:lnTo>
                    <a:pt x="265353" y="3048"/>
                  </a:lnTo>
                  <a:lnTo>
                    <a:pt x="265353" y="27520"/>
                  </a:lnTo>
                  <a:lnTo>
                    <a:pt x="221157" y="27520"/>
                  </a:lnTo>
                  <a:lnTo>
                    <a:pt x="221157" y="47332"/>
                  </a:lnTo>
                  <a:lnTo>
                    <a:pt x="265353" y="47332"/>
                  </a:lnTo>
                  <a:lnTo>
                    <a:pt x="265353" y="122110"/>
                  </a:lnTo>
                  <a:lnTo>
                    <a:pt x="262305" y="126682"/>
                  </a:lnTo>
                  <a:lnTo>
                    <a:pt x="253161" y="126682"/>
                  </a:lnTo>
                  <a:lnTo>
                    <a:pt x="245541" y="125158"/>
                  </a:lnTo>
                  <a:lnTo>
                    <a:pt x="231825" y="125158"/>
                  </a:lnTo>
                  <a:lnTo>
                    <a:pt x="233349" y="131254"/>
                  </a:lnTo>
                  <a:lnTo>
                    <a:pt x="236397" y="146494"/>
                  </a:lnTo>
                  <a:lnTo>
                    <a:pt x="272973" y="146494"/>
                  </a:lnTo>
                  <a:lnTo>
                    <a:pt x="277545" y="144970"/>
                  </a:lnTo>
                  <a:lnTo>
                    <a:pt x="280593" y="140398"/>
                  </a:lnTo>
                  <a:lnTo>
                    <a:pt x="285165" y="135826"/>
                  </a:lnTo>
                  <a:lnTo>
                    <a:pt x="286689" y="129730"/>
                  </a:lnTo>
                  <a:lnTo>
                    <a:pt x="286689" y="126682"/>
                  </a:lnTo>
                  <a:lnTo>
                    <a:pt x="286689" y="47332"/>
                  </a:lnTo>
                  <a:lnTo>
                    <a:pt x="298881" y="47332"/>
                  </a:lnTo>
                  <a:lnTo>
                    <a:pt x="298881" y="27520"/>
                  </a:lnTo>
                  <a:close/>
                </a:path>
                <a:path w="602615" h="151129">
                  <a:moveTo>
                    <a:pt x="350799" y="15328"/>
                  </a:moveTo>
                  <a:lnTo>
                    <a:pt x="334035" y="15328"/>
                  </a:lnTo>
                  <a:lnTo>
                    <a:pt x="334035" y="35140"/>
                  </a:lnTo>
                  <a:lnTo>
                    <a:pt x="334035" y="99148"/>
                  </a:lnTo>
                  <a:lnTo>
                    <a:pt x="326415" y="99148"/>
                  </a:lnTo>
                  <a:lnTo>
                    <a:pt x="326415" y="35140"/>
                  </a:lnTo>
                  <a:lnTo>
                    <a:pt x="334035" y="35140"/>
                  </a:lnTo>
                  <a:lnTo>
                    <a:pt x="334035" y="15328"/>
                  </a:lnTo>
                  <a:lnTo>
                    <a:pt x="309549" y="15328"/>
                  </a:lnTo>
                  <a:lnTo>
                    <a:pt x="309549" y="132778"/>
                  </a:lnTo>
                  <a:lnTo>
                    <a:pt x="326415" y="132778"/>
                  </a:lnTo>
                  <a:lnTo>
                    <a:pt x="326415" y="119062"/>
                  </a:lnTo>
                  <a:lnTo>
                    <a:pt x="334035" y="119062"/>
                  </a:lnTo>
                  <a:lnTo>
                    <a:pt x="334035" y="128206"/>
                  </a:lnTo>
                  <a:lnTo>
                    <a:pt x="350799" y="128206"/>
                  </a:lnTo>
                  <a:lnTo>
                    <a:pt x="350799" y="119062"/>
                  </a:lnTo>
                  <a:lnTo>
                    <a:pt x="350799" y="99148"/>
                  </a:lnTo>
                  <a:lnTo>
                    <a:pt x="350799" y="35140"/>
                  </a:lnTo>
                  <a:lnTo>
                    <a:pt x="350799" y="15328"/>
                  </a:lnTo>
                  <a:close/>
                </a:path>
                <a:path w="602615" h="151129">
                  <a:moveTo>
                    <a:pt x="420903" y="48856"/>
                  </a:moveTo>
                  <a:lnTo>
                    <a:pt x="405663" y="48856"/>
                  </a:lnTo>
                  <a:lnTo>
                    <a:pt x="405663" y="67144"/>
                  </a:lnTo>
                  <a:lnTo>
                    <a:pt x="405663" y="96100"/>
                  </a:lnTo>
                  <a:lnTo>
                    <a:pt x="396519" y="96100"/>
                  </a:lnTo>
                  <a:lnTo>
                    <a:pt x="396519" y="67144"/>
                  </a:lnTo>
                  <a:lnTo>
                    <a:pt x="405663" y="67144"/>
                  </a:lnTo>
                  <a:lnTo>
                    <a:pt x="405663" y="48856"/>
                  </a:lnTo>
                  <a:lnTo>
                    <a:pt x="381279" y="48856"/>
                  </a:lnTo>
                  <a:lnTo>
                    <a:pt x="381279" y="123634"/>
                  </a:lnTo>
                  <a:lnTo>
                    <a:pt x="396519" y="123634"/>
                  </a:lnTo>
                  <a:lnTo>
                    <a:pt x="396519" y="114490"/>
                  </a:lnTo>
                  <a:lnTo>
                    <a:pt x="420903" y="114490"/>
                  </a:lnTo>
                  <a:lnTo>
                    <a:pt x="420903" y="96100"/>
                  </a:lnTo>
                  <a:lnTo>
                    <a:pt x="420903" y="67144"/>
                  </a:lnTo>
                  <a:lnTo>
                    <a:pt x="420903" y="48856"/>
                  </a:lnTo>
                  <a:close/>
                </a:path>
                <a:path w="602615" h="151129">
                  <a:moveTo>
                    <a:pt x="446811" y="19900"/>
                  </a:moveTo>
                  <a:lnTo>
                    <a:pt x="401091" y="19900"/>
                  </a:lnTo>
                  <a:lnTo>
                    <a:pt x="408711" y="3048"/>
                  </a:lnTo>
                  <a:lnTo>
                    <a:pt x="387375" y="0"/>
                  </a:lnTo>
                  <a:lnTo>
                    <a:pt x="385851" y="6184"/>
                  </a:lnTo>
                  <a:lnTo>
                    <a:pt x="384327" y="13804"/>
                  </a:lnTo>
                  <a:lnTo>
                    <a:pt x="381279" y="19900"/>
                  </a:lnTo>
                  <a:lnTo>
                    <a:pt x="356895" y="19900"/>
                  </a:lnTo>
                  <a:lnTo>
                    <a:pt x="356895" y="146494"/>
                  </a:lnTo>
                  <a:lnTo>
                    <a:pt x="375183" y="146494"/>
                  </a:lnTo>
                  <a:lnTo>
                    <a:pt x="375183" y="38188"/>
                  </a:lnTo>
                  <a:lnTo>
                    <a:pt x="428523" y="38188"/>
                  </a:lnTo>
                  <a:lnTo>
                    <a:pt x="428523" y="125158"/>
                  </a:lnTo>
                  <a:lnTo>
                    <a:pt x="423951" y="128206"/>
                  </a:lnTo>
                  <a:lnTo>
                    <a:pt x="399567" y="128206"/>
                  </a:lnTo>
                  <a:lnTo>
                    <a:pt x="401091" y="135826"/>
                  </a:lnTo>
                  <a:lnTo>
                    <a:pt x="404139" y="148018"/>
                  </a:lnTo>
                  <a:lnTo>
                    <a:pt x="414667" y="147777"/>
                  </a:lnTo>
                  <a:lnTo>
                    <a:pt x="423189" y="147256"/>
                  </a:lnTo>
                  <a:lnTo>
                    <a:pt x="429425" y="146735"/>
                  </a:lnTo>
                  <a:lnTo>
                    <a:pt x="433095" y="146494"/>
                  </a:lnTo>
                  <a:lnTo>
                    <a:pt x="437667" y="144970"/>
                  </a:lnTo>
                  <a:lnTo>
                    <a:pt x="440715" y="143446"/>
                  </a:lnTo>
                  <a:lnTo>
                    <a:pt x="442239" y="138874"/>
                  </a:lnTo>
                  <a:lnTo>
                    <a:pt x="445287" y="135826"/>
                  </a:lnTo>
                  <a:lnTo>
                    <a:pt x="446811" y="131254"/>
                  </a:lnTo>
                  <a:lnTo>
                    <a:pt x="446811" y="38188"/>
                  </a:lnTo>
                  <a:lnTo>
                    <a:pt x="446811" y="19900"/>
                  </a:lnTo>
                  <a:close/>
                </a:path>
                <a:path w="602615" h="151129">
                  <a:moveTo>
                    <a:pt x="530733" y="108394"/>
                  </a:moveTo>
                  <a:lnTo>
                    <a:pt x="525653" y="93510"/>
                  </a:lnTo>
                  <a:lnTo>
                    <a:pt x="519874" y="78778"/>
                  </a:lnTo>
                  <a:lnTo>
                    <a:pt x="514972" y="67144"/>
                  </a:lnTo>
                  <a:lnTo>
                    <a:pt x="507873" y="50380"/>
                  </a:lnTo>
                  <a:lnTo>
                    <a:pt x="489585" y="58000"/>
                  </a:lnTo>
                  <a:lnTo>
                    <a:pt x="495274" y="72847"/>
                  </a:lnTo>
                  <a:lnTo>
                    <a:pt x="500875" y="87718"/>
                  </a:lnTo>
                  <a:lnTo>
                    <a:pt x="506183" y="102298"/>
                  </a:lnTo>
                  <a:lnTo>
                    <a:pt x="510921" y="116014"/>
                  </a:lnTo>
                  <a:lnTo>
                    <a:pt x="530733" y="108394"/>
                  </a:lnTo>
                  <a:close/>
                </a:path>
                <a:path w="602615" h="151129">
                  <a:moveTo>
                    <a:pt x="561213" y="97624"/>
                  </a:moveTo>
                  <a:lnTo>
                    <a:pt x="556653" y="82219"/>
                  </a:lnTo>
                  <a:lnTo>
                    <a:pt x="552145" y="67779"/>
                  </a:lnTo>
                  <a:lnTo>
                    <a:pt x="548132" y="55410"/>
                  </a:lnTo>
                  <a:lnTo>
                    <a:pt x="544449" y="44284"/>
                  </a:lnTo>
                  <a:lnTo>
                    <a:pt x="526161" y="50380"/>
                  </a:lnTo>
                  <a:lnTo>
                    <a:pt x="529602" y="61480"/>
                  </a:lnTo>
                  <a:lnTo>
                    <a:pt x="533209" y="74015"/>
                  </a:lnTo>
                  <a:lnTo>
                    <a:pt x="537083" y="87718"/>
                  </a:lnTo>
                  <a:lnTo>
                    <a:pt x="541401" y="102298"/>
                  </a:lnTo>
                  <a:lnTo>
                    <a:pt x="561213" y="97624"/>
                  </a:lnTo>
                  <a:close/>
                </a:path>
                <a:path w="602615" h="151129">
                  <a:moveTo>
                    <a:pt x="602361" y="120586"/>
                  </a:moveTo>
                  <a:lnTo>
                    <a:pt x="577977" y="120586"/>
                  </a:lnTo>
                  <a:lnTo>
                    <a:pt x="584301" y="101676"/>
                  </a:lnTo>
                  <a:lnTo>
                    <a:pt x="589788" y="83921"/>
                  </a:lnTo>
                  <a:lnTo>
                    <a:pt x="594550" y="67779"/>
                  </a:lnTo>
                  <a:lnTo>
                    <a:pt x="599313" y="51904"/>
                  </a:lnTo>
                  <a:lnTo>
                    <a:pt x="577977" y="45808"/>
                  </a:lnTo>
                  <a:lnTo>
                    <a:pt x="572185" y="68097"/>
                  </a:lnTo>
                  <a:lnTo>
                    <a:pt x="566750" y="87718"/>
                  </a:lnTo>
                  <a:lnTo>
                    <a:pt x="561467" y="105473"/>
                  </a:lnTo>
                  <a:lnTo>
                    <a:pt x="556641" y="120586"/>
                  </a:lnTo>
                  <a:lnTo>
                    <a:pt x="485013" y="120586"/>
                  </a:lnTo>
                  <a:lnTo>
                    <a:pt x="485013" y="141922"/>
                  </a:lnTo>
                  <a:lnTo>
                    <a:pt x="602361" y="141922"/>
                  </a:lnTo>
                  <a:lnTo>
                    <a:pt x="602361" y="120586"/>
                  </a:lnTo>
                  <a:close/>
                </a:path>
                <a:path w="602615" h="151129">
                  <a:moveTo>
                    <a:pt x="602361" y="19900"/>
                  </a:moveTo>
                  <a:lnTo>
                    <a:pt x="552069" y="19900"/>
                  </a:lnTo>
                  <a:lnTo>
                    <a:pt x="549021" y="12280"/>
                  </a:lnTo>
                  <a:lnTo>
                    <a:pt x="545973" y="6184"/>
                  </a:lnTo>
                  <a:lnTo>
                    <a:pt x="544449" y="1524"/>
                  </a:lnTo>
                  <a:lnTo>
                    <a:pt x="520065" y="6184"/>
                  </a:lnTo>
                  <a:lnTo>
                    <a:pt x="521589" y="10756"/>
                  </a:lnTo>
                  <a:lnTo>
                    <a:pt x="524637" y="15328"/>
                  </a:lnTo>
                  <a:lnTo>
                    <a:pt x="526161" y="19900"/>
                  </a:lnTo>
                  <a:lnTo>
                    <a:pt x="468147" y="19900"/>
                  </a:lnTo>
                  <a:lnTo>
                    <a:pt x="468109" y="68668"/>
                  </a:lnTo>
                  <a:lnTo>
                    <a:pt x="467982" y="72847"/>
                  </a:lnTo>
                  <a:lnTo>
                    <a:pt x="467944" y="74015"/>
                  </a:lnTo>
                  <a:lnTo>
                    <a:pt x="467525" y="88569"/>
                  </a:lnTo>
                  <a:lnTo>
                    <a:pt x="465480" y="107010"/>
                  </a:lnTo>
                  <a:lnTo>
                    <a:pt x="461721" y="122313"/>
                  </a:lnTo>
                  <a:lnTo>
                    <a:pt x="455955" y="134302"/>
                  </a:lnTo>
                  <a:lnTo>
                    <a:pt x="462051" y="140398"/>
                  </a:lnTo>
                  <a:lnTo>
                    <a:pt x="468147" y="144970"/>
                  </a:lnTo>
                  <a:lnTo>
                    <a:pt x="472821" y="149542"/>
                  </a:lnTo>
                  <a:lnTo>
                    <a:pt x="479691" y="135851"/>
                  </a:lnTo>
                  <a:lnTo>
                    <a:pt x="484441" y="117716"/>
                  </a:lnTo>
                  <a:lnTo>
                    <a:pt x="487172" y="95275"/>
                  </a:lnTo>
                  <a:lnTo>
                    <a:pt x="487235" y="93510"/>
                  </a:lnTo>
                  <a:lnTo>
                    <a:pt x="488061" y="68668"/>
                  </a:lnTo>
                  <a:lnTo>
                    <a:pt x="488061" y="38188"/>
                  </a:lnTo>
                  <a:lnTo>
                    <a:pt x="602361" y="38188"/>
                  </a:lnTo>
                  <a:lnTo>
                    <a:pt x="602361" y="19900"/>
                  </a:lnTo>
                  <a:close/>
                </a:path>
              </a:pathLst>
            </a:custGeom>
            <a:solidFill>
              <a:srgbClr val="364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7" name="object 4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199370" y="7288720"/>
            <a:ext cx="176878" cy="747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60297"/>
            <a:ext cx="1136650" cy="278130"/>
          </a:xfrm>
          <a:custGeom>
            <a:avLst/>
            <a:gdLst/>
            <a:ahLst/>
            <a:cxnLst/>
            <a:rect l="l" t="t" r="r" b="b"/>
            <a:pathLst>
              <a:path w="1136650" h="278130">
                <a:moveTo>
                  <a:pt x="141833" y="201358"/>
                </a:moveTo>
                <a:lnTo>
                  <a:pt x="130378" y="173062"/>
                </a:lnTo>
                <a:lnTo>
                  <a:pt x="118922" y="145313"/>
                </a:lnTo>
                <a:lnTo>
                  <a:pt x="107454" y="118135"/>
                </a:lnTo>
                <a:lnTo>
                  <a:pt x="96012" y="91541"/>
                </a:lnTo>
                <a:lnTo>
                  <a:pt x="62484" y="105257"/>
                </a:lnTo>
                <a:lnTo>
                  <a:pt x="73634" y="134442"/>
                </a:lnTo>
                <a:lnTo>
                  <a:pt x="84201" y="162648"/>
                </a:lnTo>
                <a:lnTo>
                  <a:pt x="94208" y="189992"/>
                </a:lnTo>
                <a:lnTo>
                  <a:pt x="103632" y="216598"/>
                </a:lnTo>
                <a:lnTo>
                  <a:pt x="141833" y="201358"/>
                </a:lnTo>
                <a:close/>
              </a:path>
              <a:path w="1136650" h="278130">
                <a:moveTo>
                  <a:pt x="198221" y="180022"/>
                </a:moveTo>
                <a:lnTo>
                  <a:pt x="189357" y="150774"/>
                </a:lnTo>
                <a:lnTo>
                  <a:pt x="181076" y="124701"/>
                </a:lnTo>
                <a:lnTo>
                  <a:pt x="173355" y="101498"/>
                </a:lnTo>
                <a:lnTo>
                  <a:pt x="166217" y="80873"/>
                </a:lnTo>
                <a:lnTo>
                  <a:pt x="131165" y="91541"/>
                </a:lnTo>
                <a:lnTo>
                  <a:pt x="137401" y="112382"/>
                </a:lnTo>
                <a:lnTo>
                  <a:pt x="144500" y="135940"/>
                </a:lnTo>
                <a:lnTo>
                  <a:pt x="152158" y="162077"/>
                </a:lnTo>
                <a:lnTo>
                  <a:pt x="160121" y="190690"/>
                </a:lnTo>
                <a:lnTo>
                  <a:pt x="198221" y="180022"/>
                </a:lnTo>
                <a:close/>
              </a:path>
              <a:path w="1136650" h="278130">
                <a:moveTo>
                  <a:pt x="274510" y="35052"/>
                </a:moveTo>
                <a:lnTo>
                  <a:pt x="179933" y="35052"/>
                </a:lnTo>
                <a:lnTo>
                  <a:pt x="175615" y="25082"/>
                </a:lnTo>
                <a:lnTo>
                  <a:pt x="171742" y="15811"/>
                </a:lnTo>
                <a:lnTo>
                  <a:pt x="168135" y="7416"/>
                </a:lnTo>
                <a:lnTo>
                  <a:pt x="164693" y="0"/>
                </a:lnTo>
                <a:lnTo>
                  <a:pt x="120497" y="10668"/>
                </a:lnTo>
                <a:lnTo>
                  <a:pt x="122796" y="16408"/>
                </a:lnTo>
                <a:lnTo>
                  <a:pt x="125260" y="22288"/>
                </a:lnTo>
                <a:lnTo>
                  <a:pt x="127990" y="28460"/>
                </a:lnTo>
                <a:lnTo>
                  <a:pt x="131165" y="35052"/>
                </a:lnTo>
                <a:lnTo>
                  <a:pt x="22860" y="35052"/>
                </a:lnTo>
                <a:lnTo>
                  <a:pt x="22745" y="128117"/>
                </a:lnTo>
                <a:lnTo>
                  <a:pt x="22618" y="134442"/>
                </a:lnTo>
                <a:lnTo>
                  <a:pt x="22593" y="135940"/>
                </a:lnTo>
                <a:lnTo>
                  <a:pt x="22072" y="163512"/>
                </a:lnTo>
                <a:lnTo>
                  <a:pt x="17716" y="198691"/>
                </a:lnTo>
                <a:lnTo>
                  <a:pt x="10210" y="227558"/>
                </a:lnTo>
                <a:lnTo>
                  <a:pt x="0" y="250126"/>
                </a:lnTo>
                <a:lnTo>
                  <a:pt x="8864" y="257898"/>
                </a:lnTo>
                <a:lnTo>
                  <a:pt x="17145" y="265074"/>
                </a:lnTo>
                <a:lnTo>
                  <a:pt x="24866" y="271653"/>
                </a:lnTo>
                <a:lnTo>
                  <a:pt x="32004" y="277660"/>
                </a:lnTo>
                <a:lnTo>
                  <a:pt x="44246" y="251904"/>
                </a:lnTo>
                <a:lnTo>
                  <a:pt x="53340" y="218313"/>
                </a:lnTo>
                <a:lnTo>
                  <a:pt x="59004" y="177012"/>
                </a:lnTo>
                <a:lnTo>
                  <a:pt x="60960" y="128117"/>
                </a:lnTo>
                <a:lnTo>
                  <a:pt x="60960" y="68681"/>
                </a:lnTo>
                <a:lnTo>
                  <a:pt x="274510" y="68681"/>
                </a:lnTo>
                <a:lnTo>
                  <a:pt x="274510" y="35052"/>
                </a:lnTo>
                <a:close/>
              </a:path>
              <a:path w="1136650" h="278130">
                <a:moveTo>
                  <a:pt x="276034" y="224218"/>
                </a:moveTo>
                <a:lnTo>
                  <a:pt x="227177" y="224218"/>
                </a:lnTo>
                <a:lnTo>
                  <a:pt x="239166" y="187896"/>
                </a:lnTo>
                <a:lnTo>
                  <a:pt x="249885" y="154266"/>
                </a:lnTo>
                <a:lnTo>
                  <a:pt x="259181" y="123202"/>
                </a:lnTo>
                <a:lnTo>
                  <a:pt x="266890" y="94589"/>
                </a:lnTo>
                <a:lnTo>
                  <a:pt x="228701" y="83921"/>
                </a:lnTo>
                <a:lnTo>
                  <a:pt x="217551" y="125133"/>
                </a:lnTo>
                <a:lnTo>
                  <a:pt x="206984" y="162077"/>
                </a:lnTo>
                <a:lnTo>
                  <a:pt x="196977" y="195021"/>
                </a:lnTo>
                <a:lnTo>
                  <a:pt x="187553" y="224218"/>
                </a:lnTo>
                <a:lnTo>
                  <a:pt x="54864" y="224218"/>
                </a:lnTo>
                <a:lnTo>
                  <a:pt x="54864" y="263944"/>
                </a:lnTo>
                <a:lnTo>
                  <a:pt x="276034" y="263944"/>
                </a:lnTo>
                <a:lnTo>
                  <a:pt x="276034" y="224218"/>
                </a:lnTo>
                <a:close/>
              </a:path>
              <a:path w="1136650" h="278130">
                <a:moveTo>
                  <a:pt x="547497" y="13716"/>
                </a:moveTo>
                <a:lnTo>
                  <a:pt x="507771" y="13716"/>
                </a:lnTo>
                <a:lnTo>
                  <a:pt x="507771" y="50292"/>
                </a:lnTo>
                <a:lnTo>
                  <a:pt x="507771" y="85445"/>
                </a:lnTo>
                <a:lnTo>
                  <a:pt x="507771" y="120497"/>
                </a:lnTo>
                <a:lnTo>
                  <a:pt x="507771" y="155549"/>
                </a:lnTo>
                <a:lnTo>
                  <a:pt x="449859" y="155549"/>
                </a:lnTo>
                <a:lnTo>
                  <a:pt x="449859" y="120497"/>
                </a:lnTo>
                <a:lnTo>
                  <a:pt x="507771" y="120497"/>
                </a:lnTo>
                <a:lnTo>
                  <a:pt x="507771" y="85445"/>
                </a:lnTo>
                <a:lnTo>
                  <a:pt x="449859" y="85445"/>
                </a:lnTo>
                <a:lnTo>
                  <a:pt x="449859" y="50292"/>
                </a:lnTo>
                <a:lnTo>
                  <a:pt x="507771" y="50292"/>
                </a:lnTo>
                <a:lnTo>
                  <a:pt x="507771" y="13716"/>
                </a:lnTo>
                <a:lnTo>
                  <a:pt x="410235" y="13716"/>
                </a:lnTo>
                <a:lnTo>
                  <a:pt x="410235" y="50292"/>
                </a:lnTo>
                <a:lnTo>
                  <a:pt x="410235" y="85445"/>
                </a:lnTo>
                <a:lnTo>
                  <a:pt x="410235" y="120497"/>
                </a:lnTo>
                <a:lnTo>
                  <a:pt x="410235" y="155549"/>
                </a:lnTo>
                <a:lnTo>
                  <a:pt x="350710" y="155549"/>
                </a:lnTo>
                <a:lnTo>
                  <a:pt x="350710" y="120497"/>
                </a:lnTo>
                <a:lnTo>
                  <a:pt x="410235" y="120497"/>
                </a:lnTo>
                <a:lnTo>
                  <a:pt x="410235" y="85445"/>
                </a:lnTo>
                <a:lnTo>
                  <a:pt x="350710" y="85445"/>
                </a:lnTo>
                <a:lnTo>
                  <a:pt x="350710" y="50292"/>
                </a:lnTo>
                <a:lnTo>
                  <a:pt x="410235" y="50292"/>
                </a:lnTo>
                <a:lnTo>
                  <a:pt x="410235" y="13716"/>
                </a:lnTo>
                <a:lnTo>
                  <a:pt x="312610" y="13716"/>
                </a:lnTo>
                <a:lnTo>
                  <a:pt x="312610" y="144881"/>
                </a:lnTo>
                <a:lnTo>
                  <a:pt x="311175" y="181584"/>
                </a:lnTo>
                <a:lnTo>
                  <a:pt x="306895" y="211836"/>
                </a:lnTo>
                <a:lnTo>
                  <a:pt x="299745" y="236054"/>
                </a:lnTo>
                <a:lnTo>
                  <a:pt x="289750" y="254698"/>
                </a:lnTo>
                <a:lnTo>
                  <a:pt x="298894" y="259829"/>
                </a:lnTo>
                <a:lnTo>
                  <a:pt x="308038" y="265645"/>
                </a:lnTo>
                <a:lnTo>
                  <a:pt x="317182" y="271729"/>
                </a:lnTo>
                <a:lnTo>
                  <a:pt x="326326" y="277660"/>
                </a:lnTo>
                <a:lnTo>
                  <a:pt x="346684" y="220573"/>
                </a:lnTo>
                <a:lnTo>
                  <a:pt x="349186" y="192214"/>
                </a:lnTo>
                <a:lnTo>
                  <a:pt x="410235" y="192214"/>
                </a:lnTo>
                <a:lnTo>
                  <a:pt x="410235" y="270040"/>
                </a:lnTo>
                <a:lnTo>
                  <a:pt x="449859" y="270040"/>
                </a:lnTo>
                <a:lnTo>
                  <a:pt x="449859" y="192214"/>
                </a:lnTo>
                <a:lnTo>
                  <a:pt x="507771" y="192214"/>
                </a:lnTo>
                <a:lnTo>
                  <a:pt x="507771" y="216598"/>
                </a:lnTo>
                <a:lnTo>
                  <a:pt x="506628" y="224599"/>
                </a:lnTo>
                <a:lnTo>
                  <a:pt x="503199" y="230314"/>
                </a:lnTo>
                <a:lnTo>
                  <a:pt x="497484" y="233743"/>
                </a:lnTo>
                <a:lnTo>
                  <a:pt x="489483" y="234886"/>
                </a:lnTo>
                <a:lnTo>
                  <a:pt x="486651" y="234632"/>
                </a:lnTo>
                <a:lnTo>
                  <a:pt x="471271" y="232968"/>
                </a:lnTo>
                <a:lnTo>
                  <a:pt x="459003" y="231838"/>
                </a:lnTo>
                <a:lnTo>
                  <a:pt x="462178" y="242150"/>
                </a:lnTo>
                <a:lnTo>
                  <a:pt x="464908" y="252463"/>
                </a:lnTo>
                <a:lnTo>
                  <a:pt x="467423" y="263029"/>
                </a:lnTo>
                <a:lnTo>
                  <a:pt x="469671" y="273062"/>
                </a:lnTo>
                <a:lnTo>
                  <a:pt x="482803" y="273062"/>
                </a:lnTo>
                <a:lnTo>
                  <a:pt x="494626" y="272897"/>
                </a:lnTo>
                <a:lnTo>
                  <a:pt x="505040" y="272440"/>
                </a:lnTo>
                <a:lnTo>
                  <a:pt x="513867" y="271564"/>
                </a:lnTo>
                <a:lnTo>
                  <a:pt x="521919" y="270040"/>
                </a:lnTo>
                <a:lnTo>
                  <a:pt x="521766" y="270040"/>
                </a:lnTo>
                <a:lnTo>
                  <a:pt x="528345" y="267944"/>
                </a:lnTo>
                <a:lnTo>
                  <a:pt x="534022" y="264922"/>
                </a:lnTo>
                <a:lnTo>
                  <a:pt x="538251" y="260896"/>
                </a:lnTo>
                <a:lnTo>
                  <a:pt x="542277" y="254838"/>
                </a:lnTo>
                <a:lnTo>
                  <a:pt x="542328" y="254698"/>
                </a:lnTo>
                <a:lnTo>
                  <a:pt x="545160" y="248234"/>
                </a:lnTo>
                <a:lnTo>
                  <a:pt x="546912" y="241084"/>
                </a:lnTo>
                <a:lnTo>
                  <a:pt x="547382" y="234886"/>
                </a:lnTo>
                <a:lnTo>
                  <a:pt x="547497" y="192214"/>
                </a:lnTo>
                <a:lnTo>
                  <a:pt x="547497" y="155549"/>
                </a:lnTo>
                <a:lnTo>
                  <a:pt x="547497" y="120497"/>
                </a:lnTo>
                <a:lnTo>
                  <a:pt x="547497" y="85445"/>
                </a:lnTo>
                <a:lnTo>
                  <a:pt x="547497" y="50292"/>
                </a:lnTo>
                <a:lnTo>
                  <a:pt x="547497" y="13716"/>
                </a:lnTo>
                <a:close/>
              </a:path>
              <a:path w="1136650" h="278130">
                <a:moveTo>
                  <a:pt x="841819" y="102209"/>
                </a:moveTo>
                <a:lnTo>
                  <a:pt x="741133" y="102209"/>
                </a:lnTo>
                <a:lnTo>
                  <a:pt x="821905" y="47244"/>
                </a:lnTo>
                <a:lnTo>
                  <a:pt x="821905" y="15240"/>
                </a:lnTo>
                <a:lnTo>
                  <a:pt x="673989" y="15240"/>
                </a:lnTo>
                <a:lnTo>
                  <a:pt x="673989" y="48768"/>
                </a:lnTo>
                <a:lnTo>
                  <a:pt x="756373" y="48768"/>
                </a:lnTo>
                <a:lnTo>
                  <a:pt x="673989" y="102209"/>
                </a:lnTo>
                <a:lnTo>
                  <a:pt x="673989" y="135737"/>
                </a:lnTo>
                <a:lnTo>
                  <a:pt x="698461" y="135737"/>
                </a:lnTo>
                <a:lnTo>
                  <a:pt x="690689" y="154368"/>
                </a:lnTo>
                <a:lnTo>
                  <a:pt x="680897" y="171259"/>
                </a:lnTo>
                <a:lnTo>
                  <a:pt x="668807" y="186410"/>
                </a:lnTo>
                <a:lnTo>
                  <a:pt x="654177" y="199834"/>
                </a:lnTo>
                <a:lnTo>
                  <a:pt x="649605" y="199834"/>
                </a:lnTo>
                <a:lnTo>
                  <a:pt x="646557" y="201358"/>
                </a:lnTo>
                <a:lnTo>
                  <a:pt x="641985" y="202882"/>
                </a:lnTo>
                <a:lnTo>
                  <a:pt x="641985" y="111353"/>
                </a:lnTo>
                <a:lnTo>
                  <a:pt x="667893" y="111353"/>
                </a:lnTo>
                <a:lnTo>
                  <a:pt x="667893" y="73253"/>
                </a:lnTo>
                <a:lnTo>
                  <a:pt x="641985" y="73253"/>
                </a:lnTo>
                <a:lnTo>
                  <a:pt x="641985" y="1524"/>
                </a:lnTo>
                <a:lnTo>
                  <a:pt x="603885" y="1524"/>
                </a:lnTo>
                <a:lnTo>
                  <a:pt x="603885" y="73253"/>
                </a:lnTo>
                <a:lnTo>
                  <a:pt x="574929" y="73253"/>
                </a:lnTo>
                <a:lnTo>
                  <a:pt x="574929" y="111353"/>
                </a:lnTo>
                <a:lnTo>
                  <a:pt x="603885" y="111353"/>
                </a:lnTo>
                <a:lnTo>
                  <a:pt x="603885" y="208978"/>
                </a:lnTo>
                <a:lnTo>
                  <a:pt x="595884" y="211010"/>
                </a:lnTo>
                <a:lnTo>
                  <a:pt x="587883" y="212598"/>
                </a:lnTo>
                <a:lnTo>
                  <a:pt x="579882" y="213918"/>
                </a:lnTo>
                <a:lnTo>
                  <a:pt x="571881" y="215074"/>
                </a:lnTo>
                <a:lnTo>
                  <a:pt x="579501" y="254698"/>
                </a:lnTo>
                <a:lnTo>
                  <a:pt x="599770" y="250126"/>
                </a:lnTo>
                <a:lnTo>
                  <a:pt x="621601" y="245554"/>
                </a:lnTo>
                <a:lnTo>
                  <a:pt x="644867" y="240982"/>
                </a:lnTo>
                <a:lnTo>
                  <a:pt x="669417" y="236410"/>
                </a:lnTo>
                <a:lnTo>
                  <a:pt x="667893" y="228790"/>
                </a:lnTo>
                <a:lnTo>
                  <a:pt x="667931" y="228600"/>
                </a:lnTo>
                <a:lnTo>
                  <a:pt x="669417" y="221170"/>
                </a:lnTo>
                <a:lnTo>
                  <a:pt x="669417" y="215074"/>
                </a:lnTo>
                <a:lnTo>
                  <a:pt x="677037" y="222694"/>
                </a:lnTo>
                <a:lnTo>
                  <a:pt x="681609" y="225742"/>
                </a:lnTo>
                <a:lnTo>
                  <a:pt x="691591" y="215074"/>
                </a:lnTo>
                <a:lnTo>
                  <a:pt x="698766" y="207416"/>
                </a:lnTo>
                <a:lnTo>
                  <a:pt x="701903" y="202882"/>
                </a:lnTo>
                <a:lnTo>
                  <a:pt x="713359" y="186410"/>
                </a:lnTo>
                <a:lnTo>
                  <a:pt x="724992" y="162699"/>
                </a:lnTo>
                <a:lnTo>
                  <a:pt x="733513" y="135737"/>
                </a:lnTo>
                <a:lnTo>
                  <a:pt x="756373" y="135737"/>
                </a:lnTo>
                <a:lnTo>
                  <a:pt x="746645" y="168897"/>
                </a:lnTo>
                <a:lnTo>
                  <a:pt x="731037" y="199453"/>
                </a:lnTo>
                <a:lnTo>
                  <a:pt x="709409" y="227126"/>
                </a:lnTo>
                <a:lnTo>
                  <a:pt x="681609" y="251650"/>
                </a:lnTo>
                <a:lnTo>
                  <a:pt x="690549" y="257429"/>
                </a:lnTo>
                <a:lnTo>
                  <a:pt x="699033" y="263169"/>
                </a:lnTo>
                <a:lnTo>
                  <a:pt x="707212" y="268897"/>
                </a:lnTo>
                <a:lnTo>
                  <a:pt x="715225" y="274612"/>
                </a:lnTo>
                <a:lnTo>
                  <a:pt x="726109" y="265163"/>
                </a:lnTo>
                <a:lnTo>
                  <a:pt x="753325" y="233362"/>
                </a:lnTo>
                <a:lnTo>
                  <a:pt x="776376" y="188595"/>
                </a:lnTo>
                <a:lnTo>
                  <a:pt x="791425" y="135737"/>
                </a:lnTo>
                <a:lnTo>
                  <a:pt x="806665" y="135737"/>
                </a:lnTo>
                <a:lnTo>
                  <a:pt x="804379" y="180403"/>
                </a:lnTo>
                <a:lnTo>
                  <a:pt x="803021" y="201358"/>
                </a:lnTo>
                <a:lnTo>
                  <a:pt x="802906" y="202882"/>
                </a:lnTo>
                <a:lnTo>
                  <a:pt x="777709" y="233362"/>
                </a:lnTo>
                <a:lnTo>
                  <a:pt x="753325" y="233362"/>
                </a:lnTo>
                <a:lnTo>
                  <a:pt x="755357" y="244500"/>
                </a:lnTo>
                <a:lnTo>
                  <a:pt x="756983" y="255130"/>
                </a:lnTo>
                <a:lnTo>
                  <a:pt x="759421" y="273088"/>
                </a:lnTo>
                <a:lnTo>
                  <a:pt x="769429" y="272846"/>
                </a:lnTo>
                <a:lnTo>
                  <a:pt x="787717" y="271805"/>
                </a:lnTo>
                <a:lnTo>
                  <a:pt x="795997" y="271564"/>
                </a:lnTo>
                <a:lnTo>
                  <a:pt x="813384" y="267576"/>
                </a:lnTo>
                <a:lnTo>
                  <a:pt x="837247" y="222694"/>
                </a:lnTo>
                <a:lnTo>
                  <a:pt x="840638" y="162699"/>
                </a:lnTo>
                <a:lnTo>
                  <a:pt x="841527" y="131965"/>
                </a:lnTo>
                <a:lnTo>
                  <a:pt x="841819" y="102209"/>
                </a:lnTo>
                <a:close/>
              </a:path>
              <a:path w="1136650" h="278130">
                <a:moveTo>
                  <a:pt x="953071" y="239458"/>
                </a:moveTo>
                <a:lnTo>
                  <a:pt x="934783" y="213550"/>
                </a:lnTo>
                <a:lnTo>
                  <a:pt x="916228" y="222389"/>
                </a:lnTo>
                <a:lnTo>
                  <a:pt x="897255" y="230505"/>
                </a:lnTo>
                <a:lnTo>
                  <a:pt x="877989" y="237769"/>
                </a:lnTo>
                <a:lnTo>
                  <a:pt x="858583" y="244030"/>
                </a:lnTo>
                <a:lnTo>
                  <a:pt x="864019" y="252031"/>
                </a:lnTo>
                <a:lnTo>
                  <a:pt x="868870" y="259892"/>
                </a:lnTo>
                <a:lnTo>
                  <a:pt x="873163" y="267474"/>
                </a:lnTo>
                <a:lnTo>
                  <a:pt x="876871" y="274612"/>
                </a:lnTo>
                <a:lnTo>
                  <a:pt x="895426" y="266331"/>
                </a:lnTo>
                <a:lnTo>
                  <a:pt x="953071" y="239458"/>
                </a:lnTo>
                <a:close/>
              </a:path>
              <a:path w="1136650" h="278130">
                <a:moveTo>
                  <a:pt x="1099477" y="150977"/>
                </a:moveTo>
                <a:lnTo>
                  <a:pt x="1061377" y="150977"/>
                </a:lnTo>
                <a:lnTo>
                  <a:pt x="1061377" y="173926"/>
                </a:lnTo>
                <a:lnTo>
                  <a:pt x="1061377" y="189166"/>
                </a:lnTo>
                <a:lnTo>
                  <a:pt x="933259" y="189166"/>
                </a:lnTo>
                <a:lnTo>
                  <a:pt x="933259" y="173926"/>
                </a:lnTo>
                <a:lnTo>
                  <a:pt x="1061377" y="173926"/>
                </a:lnTo>
                <a:lnTo>
                  <a:pt x="1061377" y="150977"/>
                </a:lnTo>
                <a:lnTo>
                  <a:pt x="895159" y="150977"/>
                </a:lnTo>
                <a:lnTo>
                  <a:pt x="895159" y="212026"/>
                </a:lnTo>
                <a:lnTo>
                  <a:pt x="983653" y="212026"/>
                </a:lnTo>
                <a:lnTo>
                  <a:pt x="983653" y="237934"/>
                </a:lnTo>
                <a:lnTo>
                  <a:pt x="982129" y="240982"/>
                </a:lnTo>
                <a:lnTo>
                  <a:pt x="979081" y="242506"/>
                </a:lnTo>
                <a:lnTo>
                  <a:pt x="977557" y="244030"/>
                </a:lnTo>
                <a:lnTo>
                  <a:pt x="972883" y="245554"/>
                </a:lnTo>
                <a:lnTo>
                  <a:pt x="968311" y="245554"/>
                </a:lnTo>
                <a:lnTo>
                  <a:pt x="945451" y="244030"/>
                </a:lnTo>
                <a:lnTo>
                  <a:pt x="949833" y="261226"/>
                </a:lnTo>
                <a:lnTo>
                  <a:pt x="951661" y="268973"/>
                </a:lnTo>
                <a:lnTo>
                  <a:pt x="953071" y="276110"/>
                </a:lnTo>
                <a:lnTo>
                  <a:pt x="963091" y="276110"/>
                </a:lnTo>
                <a:lnTo>
                  <a:pt x="972553" y="275945"/>
                </a:lnTo>
                <a:lnTo>
                  <a:pt x="981443" y="275488"/>
                </a:lnTo>
                <a:lnTo>
                  <a:pt x="989749" y="274612"/>
                </a:lnTo>
                <a:lnTo>
                  <a:pt x="1000417" y="274612"/>
                </a:lnTo>
                <a:lnTo>
                  <a:pt x="1008037" y="271564"/>
                </a:lnTo>
                <a:lnTo>
                  <a:pt x="1012609" y="266992"/>
                </a:lnTo>
                <a:lnTo>
                  <a:pt x="1018705" y="262420"/>
                </a:lnTo>
                <a:lnTo>
                  <a:pt x="1020229" y="254698"/>
                </a:lnTo>
                <a:lnTo>
                  <a:pt x="1020229" y="245554"/>
                </a:lnTo>
                <a:lnTo>
                  <a:pt x="1020229" y="212026"/>
                </a:lnTo>
                <a:lnTo>
                  <a:pt x="1099477" y="212026"/>
                </a:lnTo>
                <a:lnTo>
                  <a:pt x="1099477" y="189166"/>
                </a:lnTo>
                <a:lnTo>
                  <a:pt x="1099477" y="173926"/>
                </a:lnTo>
                <a:lnTo>
                  <a:pt x="1099477" y="150977"/>
                </a:lnTo>
                <a:close/>
              </a:path>
              <a:path w="1136650" h="278130">
                <a:moveTo>
                  <a:pt x="1133094" y="244030"/>
                </a:moveTo>
                <a:lnTo>
                  <a:pt x="1053757" y="216598"/>
                </a:lnTo>
                <a:lnTo>
                  <a:pt x="1038517" y="242506"/>
                </a:lnTo>
                <a:lnTo>
                  <a:pt x="1060513" y="250507"/>
                </a:lnTo>
                <a:lnTo>
                  <a:pt x="1080808" y="258368"/>
                </a:lnTo>
                <a:lnTo>
                  <a:pt x="1099375" y="265950"/>
                </a:lnTo>
                <a:lnTo>
                  <a:pt x="1116241" y="273088"/>
                </a:lnTo>
                <a:lnTo>
                  <a:pt x="1133094" y="244030"/>
                </a:lnTo>
                <a:close/>
              </a:path>
              <a:path w="1136650" h="278130">
                <a:moveTo>
                  <a:pt x="1136142" y="111353"/>
                </a:moveTo>
                <a:lnTo>
                  <a:pt x="1023277" y="111353"/>
                </a:lnTo>
                <a:lnTo>
                  <a:pt x="1018705" y="99161"/>
                </a:lnTo>
                <a:lnTo>
                  <a:pt x="1107097" y="99161"/>
                </a:lnTo>
                <a:lnTo>
                  <a:pt x="1107097" y="76301"/>
                </a:lnTo>
                <a:lnTo>
                  <a:pt x="1107097" y="64109"/>
                </a:lnTo>
                <a:lnTo>
                  <a:pt x="1107097" y="44196"/>
                </a:lnTo>
                <a:lnTo>
                  <a:pt x="1107097" y="33528"/>
                </a:lnTo>
                <a:lnTo>
                  <a:pt x="1107097" y="10668"/>
                </a:lnTo>
                <a:lnTo>
                  <a:pt x="1067473" y="10668"/>
                </a:lnTo>
                <a:lnTo>
                  <a:pt x="1067473" y="33528"/>
                </a:lnTo>
                <a:lnTo>
                  <a:pt x="1067473" y="44196"/>
                </a:lnTo>
                <a:lnTo>
                  <a:pt x="1067473" y="64109"/>
                </a:lnTo>
                <a:lnTo>
                  <a:pt x="1067473" y="76301"/>
                </a:lnTo>
                <a:lnTo>
                  <a:pt x="925639" y="76301"/>
                </a:lnTo>
                <a:lnTo>
                  <a:pt x="925639" y="64109"/>
                </a:lnTo>
                <a:lnTo>
                  <a:pt x="1067473" y="64109"/>
                </a:lnTo>
                <a:lnTo>
                  <a:pt x="1067473" y="44196"/>
                </a:lnTo>
                <a:lnTo>
                  <a:pt x="925639" y="44196"/>
                </a:lnTo>
                <a:lnTo>
                  <a:pt x="925639" y="33528"/>
                </a:lnTo>
                <a:lnTo>
                  <a:pt x="1067473" y="33528"/>
                </a:lnTo>
                <a:lnTo>
                  <a:pt x="1067473" y="10668"/>
                </a:lnTo>
                <a:lnTo>
                  <a:pt x="887539" y="10668"/>
                </a:lnTo>
                <a:lnTo>
                  <a:pt x="887539" y="99161"/>
                </a:lnTo>
                <a:lnTo>
                  <a:pt x="971359" y="99161"/>
                </a:lnTo>
                <a:lnTo>
                  <a:pt x="975931" y="111353"/>
                </a:lnTo>
                <a:lnTo>
                  <a:pt x="858583" y="111353"/>
                </a:lnTo>
                <a:lnTo>
                  <a:pt x="858583" y="138785"/>
                </a:lnTo>
                <a:lnTo>
                  <a:pt x="1136142" y="138785"/>
                </a:lnTo>
                <a:lnTo>
                  <a:pt x="1136142" y="111353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474993" y="935069"/>
            <a:ext cx="294640" cy="108585"/>
            <a:chOff x="9474993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474987" y="935735"/>
              <a:ext cx="92710" cy="107950"/>
            </a:xfrm>
            <a:custGeom>
              <a:avLst/>
              <a:gdLst/>
              <a:ahLst/>
              <a:cxnLst/>
              <a:rect l="l" t="t" r="r" b="b"/>
              <a:pathLst>
                <a:path w="92709" h="107950">
                  <a:moveTo>
                    <a:pt x="62484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5240" y="37439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8956" y="14579"/>
                  </a:lnTo>
                  <a:lnTo>
                    <a:pt x="44196" y="14579"/>
                  </a:lnTo>
                  <a:lnTo>
                    <a:pt x="51816" y="17627"/>
                  </a:lnTo>
                  <a:lnTo>
                    <a:pt x="57912" y="22199"/>
                  </a:lnTo>
                  <a:lnTo>
                    <a:pt x="57912" y="6959"/>
                  </a:lnTo>
                  <a:lnTo>
                    <a:pt x="53340" y="5435"/>
                  </a:lnTo>
                  <a:lnTo>
                    <a:pt x="45720" y="3911"/>
                  </a:lnTo>
                  <a:lnTo>
                    <a:pt x="35052" y="3911"/>
                  </a:lnTo>
                  <a:lnTo>
                    <a:pt x="28244" y="4241"/>
                  </a:lnTo>
                  <a:lnTo>
                    <a:pt x="21717" y="5435"/>
                  </a:lnTo>
                  <a:lnTo>
                    <a:pt x="15760" y="7772"/>
                  </a:lnTo>
                  <a:lnTo>
                    <a:pt x="10668" y="11531"/>
                  </a:lnTo>
                  <a:lnTo>
                    <a:pt x="3048" y="16103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5240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672" y="69443"/>
                  </a:lnTo>
                  <a:lnTo>
                    <a:pt x="44196" y="70967"/>
                  </a:lnTo>
                  <a:lnTo>
                    <a:pt x="45720" y="74015"/>
                  </a:lnTo>
                  <a:lnTo>
                    <a:pt x="47244" y="75539"/>
                  </a:lnTo>
                  <a:lnTo>
                    <a:pt x="48768" y="78587"/>
                  </a:lnTo>
                  <a:lnTo>
                    <a:pt x="48768" y="81635"/>
                  </a:lnTo>
                  <a:lnTo>
                    <a:pt x="47358" y="87934"/>
                  </a:lnTo>
                  <a:lnTo>
                    <a:pt x="43243" y="92773"/>
                  </a:lnTo>
                  <a:lnTo>
                    <a:pt x="36550" y="95872"/>
                  </a:lnTo>
                  <a:lnTo>
                    <a:pt x="27432" y="96964"/>
                  </a:lnTo>
                  <a:lnTo>
                    <a:pt x="22860" y="96964"/>
                  </a:lnTo>
                  <a:lnTo>
                    <a:pt x="16764" y="95440"/>
                  </a:lnTo>
                  <a:lnTo>
                    <a:pt x="7620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3048" y="104584"/>
                  </a:lnTo>
                  <a:lnTo>
                    <a:pt x="6096" y="104584"/>
                  </a:lnTo>
                  <a:lnTo>
                    <a:pt x="12192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2484" y="89344"/>
                  </a:lnTo>
                  <a:lnTo>
                    <a:pt x="62484" y="74015"/>
                  </a:lnTo>
                  <a:close/>
                </a:path>
                <a:path w="92709" h="107950">
                  <a:moveTo>
                    <a:pt x="92671" y="0"/>
                  </a:moveTo>
                  <a:lnTo>
                    <a:pt x="78955" y="0"/>
                  </a:lnTo>
                  <a:lnTo>
                    <a:pt x="78955" y="106680"/>
                  </a:lnTo>
                  <a:lnTo>
                    <a:pt x="92671" y="106680"/>
                  </a:lnTo>
                  <a:lnTo>
                    <a:pt x="92671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9389" y="935069"/>
              <a:ext cx="179927" cy="10829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824180" y="939641"/>
            <a:ext cx="59690" cy="104139"/>
          </a:xfrm>
          <a:custGeom>
            <a:avLst/>
            <a:gdLst/>
            <a:ahLst/>
            <a:cxnLst/>
            <a:rect l="l" t="t" r="r" b="b"/>
            <a:pathLst>
              <a:path w="59690" h="104140">
                <a:moveTo>
                  <a:pt x="22859" y="103727"/>
                </a:moveTo>
                <a:lnTo>
                  <a:pt x="13716" y="103727"/>
                </a:lnTo>
                <a:lnTo>
                  <a:pt x="6096" y="102203"/>
                </a:lnTo>
                <a:lnTo>
                  <a:pt x="0" y="99155"/>
                </a:lnTo>
                <a:lnTo>
                  <a:pt x="0" y="85439"/>
                </a:lnTo>
                <a:lnTo>
                  <a:pt x="5738" y="89201"/>
                </a:lnTo>
                <a:lnTo>
                  <a:pt x="11620" y="91535"/>
                </a:lnTo>
                <a:lnTo>
                  <a:pt x="17787" y="92725"/>
                </a:lnTo>
                <a:lnTo>
                  <a:pt x="24384" y="93059"/>
                </a:lnTo>
                <a:lnTo>
                  <a:pt x="30480" y="93059"/>
                </a:lnTo>
                <a:lnTo>
                  <a:pt x="36576" y="91535"/>
                </a:lnTo>
                <a:lnTo>
                  <a:pt x="39624" y="88487"/>
                </a:lnTo>
                <a:lnTo>
                  <a:pt x="44291" y="85439"/>
                </a:lnTo>
                <a:lnTo>
                  <a:pt x="45815" y="80771"/>
                </a:lnTo>
                <a:lnTo>
                  <a:pt x="45815" y="74675"/>
                </a:lnTo>
                <a:lnTo>
                  <a:pt x="44085" y="66436"/>
                </a:lnTo>
                <a:lnTo>
                  <a:pt x="38909" y="60197"/>
                </a:lnTo>
                <a:lnTo>
                  <a:pt x="30304" y="56245"/>
                </a:lnTo>
                <a:lnTo>
                  <a:pt x="18288" y="54863"/>
                </a:lnTo>
                <a:lnTo>
                  <a:pt x="10668" y="54863"/>
                </a:lnTo>
                <a:lnTo>
                  <a:pt x="10668" y="44195"/>
                </a:lnTo>
                <a:lnTo>
                  <a:pt x="18288" y="44195"/>
                </a:lnTo>
                <a:lnTo>
                  <a:pt x="29170" y="43291"/>
                </a:lnTo>
                <a:lnTo>
                  <a:pt x="36766" y="40385"/>
                </a:lnTo>
                <a:lnTo>
                  <a:pt x="41219" y="35194"/>
                </a:lnTo>
                <a:lnTo>
                  <a:pt x="42672" y="27431"/>
                </a:lnTo>
                <a:lnTo>
                  <a:pt x="42672" y="15239"/>
                </a:lnTo>
                <a:lnTo>
                  <a:pt x="36576" y="10667"/>
                </a:lnTo>
                <a:lnTo>
                  <a:pt x="16764" y="10667"/>
                </a:lnTo>
                <a:lnTo>
                  <a:pt x="10668" y="12191"/>
                </a:lnTo>
                <a:lnTo>
                  <a:pt x="4572" y="16763"/>
                </a:lnTo>
                <a:lnTo>
                  <a:pt x="4572" y="6095"/>
                </a:lnTo>
                <a:lnTo>
                  <a:pt x="10668" y="1523"/>
                </a:lnTo>
                <a:lnTo>
                  <a:pt x="18288" y="0"/>
                </a:lnTo>
                <a:lnTo>
                  <a:pt x="36576" y="0"/>
                </a:lnTo>
                <a:lnTo>
                  <a:pt x="42672" y="1523"/>
                </a:lnTo>
                <a:lnTo>
                  <a:pt x="48863" y="6095"/>
                </a:lnTo>
                <a:lnTo>
                  <a:pt x="53435" y="10667"/>
                </a:lnTo>
                <a:lnTo>
                  <a:pt x="56483" y="16763"/>
                </a:lnTo>
                <a:lnTo>
                  <a:pt x="56483" y="24383"/>
                </a:lnTo>
                <a:lnTo>
                  <a:pt x="55076" y="32908"/>
                </a:lnTo>
                <a:lnTo>
                  <a:pt x="50946" y="40004"/>
                </a:lnTo>
                <a:lnTo>
                  <a:pt x="44227" y="45386"/>
                </a:lnTo>
                <a:lnTo>
                  <a:pt x="35052" y="48767"/>
                </a:lnTo>
                <a:lnTo>
                  <a:pt x="35052" y="50291"/>
                </a:lnTo>
                <a:lnTo>
                  <a:pt x="42672" y="50291"/>
                </a:lnTo>
                <a:lnTo>
                  <a:pt x="48863" y="53339"/>
                </a:lnTo>
                <a:lnTo>
                  <a:pt x="58007" y="62483"/>
                </a:lnTo>
                <a:lnTo>
                  <a:pt x="59531" y="67055"/>
                </a:lnTo>
                <a:lnTo>
                  <a:pt x="59531" y="82391"/>
                </a:lnTo>
                <a:lnTo>
                  <a:pt x="31219" y="103179"/>
                </a:lnTo>
                <a:lnTo>
                  <a:pt x="22859" y="103727"/>
                </a:lnTo>
                <a:close/>
              </a:path>
            </a:pathLst>
          </a:custGeom>
          <a:solidFill>
            <a:srgbClr val="23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102" y="1282826"/>
            <a:ext cx="2080069" cy="18611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46760" y="1941576"/>
            <a:ext cx="3014980" cy="4913630"/>
            <a:chOff x="746760" y="1941576"/>
            <a:chExt cx="3014980" cy="491363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3336" y="1956816"/>
              <a:ext cx="2942843" cy="482039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" y="1941576"/>
              <a:ext cx="3014472" cy="4913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0578" y="1976627"/>
              <a:ext cx="2869025" cy="476592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846576" y="1941576"/>
            <a:ext cx="3022600" cy="4913630"/>
            <a:chOff x="3846576" y="1941576"/>
            <a:chExt cx="3022600" cy="491363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83152" y="1956816"/>
              <a:ext cx="2948940" cy="482039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46576" y="1941576"/>
              <a:ext cx="3022091" cy="49133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7823" y="1976627"/>
              <a:ext cx="2877693" cy="4765929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950964" y="1941576"/>
            <a:ext cx="3017520" cy="4913630"/>
            <a:chOff x="6950964" y="1941576"/>
            <a:chExt cx="3017520" cy="4913630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87539" y="1956816"/>
              <a:ext cx="2941319" cy="482039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50964" y="1941576"/>
              <a:ext cx="3017519" cy="49133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24306" y="1976627"/>
              <a:ext cx="2870073" cy="4765929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00893" y="7288720"/>
            <a:ext cx="175355" cy="747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58773"/>
            <a:ext cx="1136650" cy="281305"/>
          </a:xfrm>
          <a:custGeom>
            <a:avLst/>
            <a:gdLst/>
            <a:ahLst/>
            <a:cxnLst/>
            <a:rect l="l" t="t" r="r" b="b"/>
            <a:pathLst>
              <a:path w="1136650" h="281305">
                <a:moveTo>
                  <a:pt x="96012" y="125069"/>
                </a:moveTo>
                <a:lnTo>
                  <a:pt x="70104" y="129641"/>
                </a:lnTo>
                <a:lnTo>
                  <a:pt x="70104" y="88493"/>
                </a:lnTo>
                <a:lnTo>
                  <a:pt x="94488" y="88493"/>
                </a:lnTo>
                <a:lnTo>
                  <a:pt x="94488" y="51816"/>
                </a:lnTo>
                <a:lnTo>
                  <a:pt x="70104" y="51816"/>
                </a:lnTo>
                <a:lnTo>
                  <a:pt x="70104" y="3048"/>
                </a:lnTo>
                <a:lnTo>
                  <a:pt x="35052" y="3048"/>
                </a:lnTo>
                <a:lnTo>
                  <a:pt x="35052" y="51816"/>
                </a:lnTo>
                <a:lnTo>
                  <a:pt x="3048" y="51816"/>
                </a:lnTo>
                <a:lnTo>
                  <a:pt x="3048" y="88493"/>
                </a:lnTo>
                <a:lnTo>
                  <a:pt x="35052" y="88493"/>
                </a:lnTo>
                <a:lnTo>
                  <a:pt x="35052" y="137261"/>
                </a:lnTo>
                <a:lnTo>
                  <a:pt x="0" y="143357"/>
                </a:lnTo>
                <a:lnTo>
                  <a:pt x="4572" y="183070"/>
                </a:lnTo>
                <a:lnTo>
                  <a:pt x="35052" y="175463"/>
                </a:lnTo>
                <a:lnTo>
                  <a:pt x="35052" y="230314"/>
                </a:lnTo>
                <a:lnTo>
                  <a:pt x="33528" y="234886"/>
                </a:lnTo>
                <a:lnTo>
                  <a:pt x="32004" y="236410"/>
                </a:lnTo>
                <a:lnTo>
                  <a:pt x="30480" y="239458"/>
                </a:lnTo>
                <a:lnTo>
                  <a:pt x="3048" y="239458"/>
                </a:lnTo>
                <a:lnTo>
                  <a:pt x="6248" y="250571"/>
                </a:lnTo>
                <a:lnTo>
                  <a:pt x="8940" y="260845"/>
                </a:lnTo>
                <a:lnTo>
                  <a:pt x="10769" y="268693"/>
                </a:lnTo>
                <a:lnTo>
                  <a:pt x="10883" y="269328"/>
                </a:lnTo>
                <a:lnTo>
                  <a:pt x="11010" y="269976"/>
                </a:lnTo>
                <a:lnTo>
                  <a:pt x="12192" y="276136"/>
                </a:lnTo>
                <a:lnTo>
                  <a:pt x="30746" y="275590"/>
                </a:lnTo>
                <a:lnTo>
                  <a:pt x="45148" y="274040"/>
                </a:lnTo>
                <a:lnTo>
                  <a:pt x="69989" y="242506"/>
                </a:lnTo>
                <a:lnTo>
                  <a:pt x="70104" y="175348"/>
                </a:lnTo>
                <a:lnTo>
                  <a:pt x="70104" y="167830"/>
                </a:lnTo>
                <a:lnTo>
                  <a:pt x="94488" y="161645"/>
                </a:lnTo>
                <a:lnTo>
                  <a:pt x="94513" y="154216"/>
                </a:lnTo>
                <a:lnTo>
                  <a:pt x="94678" y="145643"/>
                </a:lnTo>
                <a:lnTo>
                  <a:pt x="94780" y="143357"/>
                </a:lnTo>
                <a:lnTo>
                  <a:pt x="94856" y="141833"/>
                </a:lnTo>
                <a:lnTo>
                  <a:pt x="94932" y="140309"/>
                </a:lnTo>
                <a:lnTo>
                  <a:pt x="95135" y="135928"/>
                </a:lnTo>
                <a:lnTo>
                  <a:pt x="95643" y="129641"/>
                </a:lnTo>
                <a:lnTo>
                  <a:pt x="96012" y="125069"/>
                </a:lnTo>
                <a:close/>
              </a:path>
              <a:path w="1136650" h="281305">
                <a:moveTo>
                  <a:pt x="277558" y="239458"/>
                </a:moveTo>
                <a:lnTo>
                  <a:pt x="260667" y="233705"/>
                </a:lnTo>
                <a:lnTo>
                  <a:pt x="244513" y="227647"/>
                </a:lnTo>
                <a:lnTo>
                  <a:pt x="229247" y="221030"/>
                </a:lnTo>
                <a:lnTo>
                  <a:pt x="214985" y="213550"/>
                </a:lnTo>
                <a:lnTo>
                  <a:pt x="230124" y="196977"/>
                </a:lnTo>
                <a:lnTo>
                  <a:pt x="234886" y="190690"/>
                </a:lnTo>
                <a:lnTo>
                  <a:pt x="243598" y="179209"/>
                </a:lnTo>
                <a:lnTo>
                  <a:pt x="255308" y="160362"/>
                </a:lnTo>
                <a:lnTo>
                  <a:pt x="265366" y="140309"/>
                </a:lnTo>
                <a:lnTo>
                  <a:pt x="265366" y="106781"/>
                </a:lnTo>
                <a:lnTo>
                  <a:pt x="204317" y="106781"/>
                </a:lnTo>
                <a:lnTo>
                  <a:pt x="204317" y="76301"/>
                </a:lnTo>
                <a:lnTo>
                  <a:pt x="271462" y="76301"/>
                </a:lnTo>
                <a:lnTo>
                  <a:pt x="271462" y="42672"/>
                </a:lnTo>
                <a:lnTo>
                  <a:pt x="204317" y="42672"/>
                </a:lnTo>
                <a:lnTo>
                  <a:pt x="204317" y="3048"/>
                </a:lnTo>
                <a:lnTo>
                  <a:pt x="163169" y="3048"/>
                </a:lnTo>
                <a:lnTo>
                  <a:pt x="163169" y="42672"/>
                </a:lnTo>
                <a:lnTo>
                  <a:pt x="102108" y="42672"/>
                </a:lnTo>
                <a:lnTo>
                  <a:pt x="102108" y="76301"/>
                </a:lnTo>
                <a:lnTo>
                  <a:pt x="163169" y="76301"/>
                </a:lnTo>
                <a:lnTo>
                  <a:pt x="163169" y="106781"/>
                </a:lnTo>
                <a:lnTo>
                  <a:pt x="102108" y="106781"/>
                </a:lnTo>
                <a:lnTo>
                  <a:pt x="102108" y="141833"/>
                </a:lnTo>
                <a:lnTo>
                  <a:pt x="221081" y="141833"/>
                </a:lnTo>
                <a:lnTo>
                  <a:pt x="213626" y="155041"/>
                </a:lnTo>
                <a:lnTo>
                  <a:pt x="204889" y="167411"/>
                </a:lnTo>
                <a:lnTo>
                  <a:pt x="194716" y="179209"/>
                </a:lnTo>
                <a:lnTo>
                  <a:pt x="182981" y="190690"/>
                </a:lnTo>
                <a:lnTo>
                  <a:pt x="170738" y="180086"/>
                </a:lnTo>
                <a:lnTo>
                  <a:pt x="159359" y="168744"/>
                </a:lnTo>
                <a:lnTo>
                  <a:pt x="149110" y="156540"/>
                </a:lnTo>
                <a:lnTo>
                  <a:pt x="140309" y="143357"/>
                </a:lnTo>
                <a:lnTo>
                  <a:pt x="108204" y="161645"/>
                </a:lnTo>
                <a:lnTo>
                  <a:pt x="118567" y="175348"/>
                </a:lnTo>
                <a:lnTo>
                  <a:pt x="129057" y="188595"/>
                </a:lnTo>
                <a:lnTo>
                  <a:pt x="139801" y="200952"/>
                </a:lnTo>
                <a:lnTo>
                  <a:pt x="150977" y="212026"/>
                </a:lnTo>
                <a:lnTo>
                  <a:pt x="136410" y="220649"/>
                </a:lnTo>
                <a:lnTo>
                  <a:pt x="120256" y="228409"/>
                </a:lnTo>
                <a:lnTo>
                  <a:pt x="102666" y="235610"/>
                </a:lnTo>
                <a:lnTo>
                  <a:pt x="83820" y="242506"/>
                </a:lnTo>
                <a:lnTo>
                  <a:pt x="89509" y="252526"/>
                </a:lnTo>
                <a:lnTo>
                  <a:pt x="94170" y="260464"/>
                </a:lnTo>
                <a:lnTo>
                  <a:pt x="100317" y="270878"/>
                </a:lnTo>
                <a:lnTo>
                  <a:pt x="105156" y="279184"/>
                </a:lnTo>
                <a:lnTo>
                  <a:pt x="127215" y="269976"/>
                </a:lnTo>
                <a:lnTo>
                  <a:pt x="147535" y="260464"/>
                </a:lnTo>
                <a:lnTo>
                  <a:pt x="166192" y="250342"/>
                </a:lnTo>
                <a:lnTo>
                  <a:pt x="182981" y="239458"/>
                </a:lnTo>
                <a:lnTo>
                  <a:pt x="199491" y="250342"/>
                </a:lnTo>
                <a:lnTo>
                  <a:pt x="217081" y="260273"/>
                </a:lnTo>
                <a:lnTo>
                  <a:pt x="235483" y="269328"/>
                </a:lnTo>
                <a:lnTo>
                  <a:pt x="254609" y="277660"/>
                </a:lnTo>
                <a:lnTo>
                  <a:pt x="259511" y="269976"/>
                </a:lnTo>
                <a:lnTo>
                  <a:pt x="264972" y="260845"/>
                </a:lnTo>
                <a:lnTo>
                  <a:pt x="270979" y="250571"/>
                </a:lnTo>
                <a:lnTo>
                  <a:pt x="277558" y="239458"/>
                </a:lnTo>
                <a:close/>
              </a:path>
              <a:path w="1136650" h="281305">
                <a:moveTo>
                  <a:pt x="564261" y="210502"/>
                </a:moveTo>
                <a:lnTo>
                  <a:pt x="531634" y="189306"/>
                </a:lnTo>
                <a:lnTo>
                  <a:pt x="502450" y="164363"/>
                </a:lnTo>
                <a:lnTo>
                  <a:pt x="476732" y="135420"/>
                </a:lnTo>
                <a:lnTo>
                  <a:pt x="454444" y="102209"/>
                </a:lnTo>
                <a:lnTo>
                  <a:pt x="553593" y="102209"/>
                </a:lnTo>
                <a:lnTo>
                  <a:pt x="553593" y="65633"/>
                </a:lnTo>
                <a:lnTo>
                  <a:pt x="506260" y="65633"/>
                </a:lnTo>
                <a:lnTo>
                  <a:pt x="532168" y="39624"/>
                </a:lnTo>
                <a:lnTo>
                  <a:pt x="484924" y="1524"/>
                </a:lnTo>
                <a:lnTo>
                  <a:pt x="462064" y="25908"/>
                </a:lnTo>
                <a:lnTo>
                  <a:pt x="471487" y="34467"/>
                </a:lnTo>
                <a:lnTo>
                  <a:pt x="481495" y="44018"/>
                </a:lnTo>
                <a:lnTo>
                  <a:pt x="503212" y="65633"/>
                </a:lnTo>
                <a:lnTo>
                  <a:pt x="445300" y="65633"/>
                </a:lnTo>
                <a:lnTo>
                  <a:pt x="445300" y="3048"/>
                </a:lnTo>
                <a:lnTo>
                  <a:pt x="404152" y="3048"/>
                </a:lnTo>
                <a:lnTo>
                  <a:pt x="404152" y="65633"/>
                </a:lnTo>
                <a:lnTo>
                  <a:pt x="297370" y="65633"/>
                </a:lnTo>
                <a:lnTo>
                  <a:pt x="297370" y="102209"/>
                </a:lnTo>
                <a:lnTo>
                  <a:pt x="391858" y="102209"/>
                </a:lnTo>
                <a:lnTo>
                  <a:pt x="369836" y="135686"/>
                </a:lnTo>
                <a:lnTo>
                  <a:pt x="344805" y="165315"/>
                </a:lnTo>
                <a:lnTo>
                  <a:pt x="316636" y="191223"/>
                </a:lnTo>
                <a:lnTo>
                  <a:pt x="285178" y="213550"/>
                </a:lnTo>
                <a:lnTo>
                  <a:pt x="292912" y="221576"/>
                </a:lnTo>
                <a:lnTo>
                  <a:pt x="300228" y="229743"/>
                </a:lnTo>
                <a:lnTo>
                  <a:pt x="307251" y="238201"/>
                </a:lnTo>
                <a:lnTo>
                  <a:pt x="314134" y="247078"/>
                </a:lnTo>
                <a:lnTo>
                  <a:pt x="341261" y="224510"/>
                </a:lnTo>
                <a:lnTo>
                  <a:pt x="365391" y="200215"/>
                </a:lnTo>
                <a:lnTo>
                  <a:pt x="386397" y="174180"/>
                </a:lnTo>
                <a:lnTo>
                  <a:pt x="404152" y="146405"/>
                </a:lnTo>
                <a:lnTo>
                  <a:pt x="404152" y="276136"/>
                </a:lnTo>
                <a:lnTo>
                  <a:pt x="445300" y="276136"/>
                </a:lnTo>
                <a:lnTo>
                  <a:pt x="445300" y="149453"/>
                </a:lnTo>
                <a:lnTo>
                  <a:pt x="463588" y="176936"/>
                </a:lnTo>
                <a:lnTo>
                  <a:pt x="484162" y="202120"/>
                </a:lnTo>
                <a:lnTo>
                  <a:pt x="507022" y="224980"/>
                </a:lnTo>
                <a:lnTo>
                  <a:pt x="532168" y="245554"/>
                </a:lnTo>
                <a:lnTo>
                  <a:pt x="539534" y="236435"/>
                </a:lnTo>
                <a:lnTo>
                  <a:pt x="547636" y="227457"/>
                </a:lnTo>
                <a:lnTo>
                  <a:pt x="564261" y="210502"/>
                </a:lnTo>
                <a:close/>
              </a:path>
              <a:path w="1136650" h="281305">
                <a:moveTo>
                  <a:pt x="638937" y="111353"/>
                </a:moveTo>
                <a:lnTo>
                  <a:pt x="616267" y="93256"/>
                </a:lnTo>
                <a:lnTo>
                  <a:pt x="594741" y="76301"/>
                </a:lnTo>
                <a:lnTo>
                  <a:pt x="571881" y="103733"/>
                </a:lnTo>
                <a:lnTo>
                  <a:pt x="613029" y="141833"/>
                </a:lnTo>
                <a:lnTo>
                  <a:pt x="638937" y="111353"/>
                </a:lnTo>
                <a:close/>
              </a:path>
              <a:path w="1136650" h="281305">
                <a:moveTo>
                  <a:pt x="640461" y="173926"/>
                </a:moveTo>
                <a:lnTo>
                  <a:pt x="622363" y="167640"/>
                </a:lnTo>
                <a:lnTo>
                  <a:pt x="613676" y="164249"/>
                </a:lnTo>
                <a:lnTo>
                  <a:pt x="605409" y="160121"/>
                </a:lnTo>
                <a:lnTo>
                  <a:pt x="598766" y="188175"/>
                </a:lnTo>
                <a:lnTo>
                  <a:pt x="592264" y="215074"/>
                </a:lnTo>
                <a:lnTo>
                  <a:pt x="585482" y="240842"/>
                </a:lnTo>
                <a:lnTo>
                  <a:pt x="577977" y="265468"/>
                </a:lnTo>
                <a:lnTo>
                  <a:pt x="587121" y="268020"/>
                </a:lnTo>
                <a:lnTo>
                  <a:pt x="596265" y="270992"/>
                </a:lnTo>
                <a:lnTo>
                  <a:pt x="605409" y="274256"/>
                </a:lnTo>
                <a:lnTo>
                  <a:pt x="614553" y="277660"/>
                </a:lnTo>
                <a:lnTo>
                  <a:pt x="621423" y="248602"/>
                </a:lnTo>
                <a:lnTo>
                  <a:pt x="628078" y="221754"/>
                </a:lnTo>
                <a:lnTo>
                  <a:pt x="634479" y="196773"/>
                </a:lnTo>
                <a:lnTo>
                  <a:pt x="640461" y="173926"/>
                </a:lnTo>
                <a:close/>
              </a:path>
              <a:path w="1136650" h="281305">
                <a:moveTo>
                  <a:pt x="646557" y="39624"/>
                </a:moveTo>
                <a:lnTo>
                  <a:pt x="637705" y="32435"/>
                </a:lnTo>
                <a:lnTo>
                  <a:pt x="627126" y="24384"/>
                </a:lnTo>
                <a:lnTo>
                  <a:pt x="614845" y="15201"/>
                </a:lnTo>
                <a:lnTo>
                  <a:pt x="600837" y="4572"/>
                </a:lnTo>
                <a:lnTo>
                  <a:pt x="576453" y="28956"/>
                </a:lnTo>
                <a:lnTo>
                  <a:pt x="588505" y="38341"/>
                </a:lnTo>
                <a:lnTo>
                  <a:pt x="599694" y="48018"/>
                </a:lnTo>
                <a:lnTo>
                  <a:pt x="620649" y="67157"/>
                </a:lnTo>
                <a:lnTo>
                  <a:pt x="646557" y="39624"/>
                </a:lnTo>
                <a:close/>
              </a:path>
              <a:path w="1136650" h="281305">
                <a:moveTo>
                  <a:pt x="849439" y="248602"/>
                </a:moveTo>
                <a:lnTo>
                  <a:pt x="835406" y="242874"/>
                </a:lnTo>
                <a:lnTo>
                  <a:pt x="818680" y="236982"/>
                </a:lnTo>
                <a:lnTo>
                  <a:pt x="799414" y="230822"/>
                </a:lnTo>
                <a:lnTo>
                  <a:pt x="777722" y="224218"/>
                </a:lnTo>
                <a:lnTo>
                  <a:pt x="832586" y="224218"/>
                </a:lnTo>
                <a:lnTo>
                  <a:pt x="832586" y="109829"/>
                </a:lnTo>
                <a:lnTo>
                  <a:pt x="797534" y="109829"/>
                </a:lnTo>
                <a:lnTo>
                  <a:pt x="797534" y="137261"/>
                </a:lnTo>
                <a:lnTo>
                  <a:pt x="797534" y="154025"/>
                </a:lnTo>
                <a:lnTo>
                  <a:pt x="797534" y="180022"/>
                </a:lnTo>
                <a:lnTo>
                  <a:pt x="797534" y="196773"/>
                </a:lnTo>
                <a:lnTo>
                  <a:pt x="762482" y="196773"/>
                </a:lnTo>
                <a:lnTo>
                  <a:pt x="762482" y="180022"/>
                </a:lnTo>
                <a:lnTo>
                  <a:pt x="797534" y="180022"/>
                </a:lnTo>
                <a:lnTo>
                  <a:pt x="797534" y="154025"/>
                </a:lnTo>
                <a:lnTo>
                  <a:pt x="762482" y="154025"/>
                </a:lnTo>
                <a:lnTo>
                  <a:pt x="762482" y="137261"/>
                </a:lnTo>
                <a:lnTo>
                  <a:pt x="797534" y="137261"/>
                </a:lnTo>
                <a:lnTo>
                  <a:pt x="797534" y="109829"/>
                </a:lnTo>
                <a:lnTo>
                  <a:pt x="762482" y="109829"/>
                </a:lnTo>
                <a:lnTo>
                  <a:pt x="762482" y="97637"/>
                </a:lnTo>
                <a:lnTo>
                  <a:pt x="821918" y="97637"/>
                </a:lnTo>
                <a:lnTo>
                  <a:pt x="821918" y="79349"/>
                </a:lnTo>
                <a:lnTo>
                  <a:pt x="843343" y="79349"/>
                </a:lnTo>
                <a:lnTo>
                  <a:pt x="843343" y="70205"/>
                </a:lnTo>
                <a:lnTo>
                  <a:pt x="843343" y="56388"/>
                </a:lnTo>
                <a:lnTo>
                  <a:pt x="843343" y="27432"/>
                </a:lnTo>
                <a:lnTo>
                  <a:pt x="808202" y="27432"/>
                </a:lnTo>
                <a:lnTo>
                  <a:pt x="808202" y="56388"/>
                </a:lnTo>
                <a:lnTo>
                  <a:pt x="808202" y="70205"/>
                </a:lnTo>
                <a:lnTo>
                  <a:pt x="681609" y="70205"/>
                </a:lnTo>
                <a:lnTo>
                  <a:pt x="681609" y="56388"/>
                </a:lnTo>
                <a:lnTo>
                  <a:pt x="808202" y="56388"/>
                </a:lnTo>
                <a:lnTo>
                  <a:pt x="808202" y="27432"/>
                </a:lnTo>
                <a:lnTo>
                  <a:pt x="767054" y="27432"/>
                </a:lnTo>
                <a:lnTo>
                  <a:pt x="763790" y="21336"/>
                </a:lnTo>
                <a:lnTo>
                  <a:pt x="757402" y="7721"/>
                </a:lnTo>
                <a:lnTo>
                  <a:pt x="753338" y="0"/>
                </a:lnTo>
                <a:lnTo>
                  <a:pt x="715238" y="10668"/>
                </a:lnTo>
                <a:lnTo>
                  <a:pt x="718286" y="16764"/>
                </a:lnTo>
                <a:lnTo>
                  <a:pt x="721334" y="21336"/>
                </a:lnTo>
                <a:lnTo>
                  <a:pt x="722858" y="27432"/>
                </a:lnTo>
                <a:lnTo>
                  <a:pt x="646557" y="27432"/>
                </a:lnTo>
                <a:lnTo>
                  <a:pt x="646557" y="39624"/>
                </a:lnTo>
                <a:lnTo>
                  <a:pt x="646557" y="79349"/>
                </a:lnTo>
                <a:lnTo>
                  <a:pt x="667893" y="79349"/>
                </a:lnTo>
                <a:lnTo>
                  <a:pt x="667893" y="97637"/>
                </a:lnTo>
                <a:lnTo>
                  <a:pt x="727430" y="97637"/>
                </a:lnTo>
                <a:lnTo>
                  <a:pt x="727430" y="196773"/>
                </a:lnTo>
                <a:lnTo>
                  <a:pt x="692378" y="196773"/>
                </a:lnTo>
                <a:lnTo>
                  <a:pt x="692378" y="180022"/>
                </a:lnTo>
                <a:lnTo>
                  <a:pt x="727430" y="180022"/>
                </a:lnTo>
                <a:lnTo>
                  <a:pt x="727430" y="154025"/>
                </a:lnTo>
                <a:lnTo>
                  <a:pt x="692378" y="154025"/>
                </a:lnTo>
                <a:lnTo>
                  <a:pt x="692378" y="137261"/>
                </a:lnTo>
                <a:lnTo>
                  <a:pt x="727430" y="137261"/>
                </a:lnTo>
                <a:lnTo>
                  <a:pt x="727430" y="109829"/>
                </a:lnTo>
                <a:lnTo>
                  <a:pt x="658749" y="109829"/>
                </a:lnTo>
                <a:lnTo>
                  <a:pt x="658749" y="224218"/>
                </a:lnTo>
                <a:lnTo>
                  <a:pt x="713714" y="224218"/>
                </a:lnTo>
                <a:lnTo>
                  <a:pt x="693597" y="231673"/>
                </a:lnTo>
                <a:lnTo>
                  <a:pt x="674382" y="238125"/>
                </a:lnTo>
                <a:lnTo>
                  <a:pt x="655751" y="243725"/>
                </a:lnTo>
                <a:lnTo>
                  <a:pt x="637413" y="248602"/>
                </a:lnTo>
                <a:lnTo>
                  <a:pt x="637501" y="248767"/>
                </a:lnTo>
                <a:lnTo>
                  <a:pt x="654177" y="280708"/>
                </a:lnTo>
                <a:lnTo>
                  <a:pt x="675601" y="273558"/>
                </a:lnTo>
                <a:lnTo>
                  <a:pt x="696328" y="265836"/>
                </a:lnTo>
                <a:lnTo>
                  <a:pt x="716191" y="257517"/>
                </a:lnTo>
                <a:lnTo>
                  <a:pt x="735050" y="248602"/>
                </a:lnTo>
                <a:lnTo>
                  <a:pt x="718286" y="224218"/>
                </a:lnTo>
                <a:lnTo>
                  <a:pt x="768578" y="224218"/>
                </a:lnTo>
                <a:lnTo>
                  <a:pt x="754862" y="248602"/>
                </a:lnTo>
                <a:lnTo>
                  <a:pt x="834199" y="279184"/>
                </a:lnTo>
                <a:lnTo>
                  <a:pt x="849439" y="248602"/>
                </a:lnTo>
                <a:close/>
              </a:path>
              <a:path w="1136650" h="281305">
                <a:moveTo>
                  <a:pt x="936307" y="56388"/>
                </a:moveTo>
                <a:lnTo>
                  <a:pt x="927138" y="44678"/>
                </a:lnTo>
                <a:lnTo>
                  <a:pt x="917829" y="32385"/>
                </a:lnTo>
                <a:lnTo>
                  <a:pt x="898207" y="6096"/>
                </a:lnTo>
                <a:lnTo>
                  <a:pt x="867727" y="24384"/>
                </a:lnTo>
                <a:lnTo>
                  <a:pt x="876846" y="37249"/>
                </a:lnTo>
                <a:lnTo>
                  <a:pt x="885825" y="50685"/>
                </a:lnTo>
                <a:lnTo>
                  <a:pt x="894511" y="64719"/>
                </a:lnTo>
                <a:lnTo>
                  <a:pt x="902779" y="79349"/>
                </a:lnTo>
                <a:lnTo>
                  <a:pt x="936307" y="56388"/>
                </a:lnTo>
                <a:close/>
              </a:path>
              <a:path w="1136650" h="281305">
                <a:moveTo>
                  <a:pt x="1133094" y="128117"/>
                </a:moveTo>
                <a:lnTo>
                  <a:pt x="1091857" y="128117"/>
                </a:lnTo>
                <a:lnTo>
                  <a:pt x="1091857" y="79349"/>
                </a:lnTo>
                <a:lnTo>
                  <a:pt x="1122426" y="79349"/>
                </a:lnTo>
                <a:lnTo>
                  <a:pt x="1122426" y="45720"/>
                </a:lnTo>
                <a:lnTo>
                  <a:pt x="1091857" y="45720"/>
                </a:lnTo>
                <a:lnTo>
                  <a:pt x="1091857" y="4572"/>
                </a:lnTo>
                <a:lnTo>
                  <a:pt x="1055281" y="4572"/>
                </a:lnTo>
                <a:lnTo>
                  <a:pt x="1055281" y="45720"/>
                </a:lnTo>
                <a:lnTo>
                  <a:pt x="1055281" y="79349"/>
                </a:lnTo>
                <a:lnTo>
                  <a:pt x="1055281" y="128117"/>
                </a:lnTo>
                <a:lnTo>
                  <a:pt x="1012609" y="128117"/>
                </a:lnTo>
                <a:lnTo>
                  <a:pt x="1012609" y="79349"/>
                </a:lnTo>
                <a:lnTo>
                  <a:pt x="1055281" y="79349"/>
                </a:lnTo>
                <a:lnTo>
                  <a:pt x="1055281" y="45720"/>
                </a:lnTo>
                <a:lnTo>
                  <a:pt x="1012609" y="45720"/>
                </a:lnTo>
                <a:lnTo>
                  <a:pt x="1012609" y="4572"/>
                </a:lnTo>
                <a:lnTo>
                  <a:pt x="975931" y="4572"/>
                </a:lnTo>
                <a:lnTo>
                  <a:pt x="975931" y="45720"/>
                </a:lnTo>
                <a:lnTo>
                  <a:pt x="945451" y="45720"/>
                </a:lnTo>
                <a:lnTo>
                  <a:pt x="945451" y="79349"/>
                </a:lnTo>
                <a:lnTo>
                  <a:pt x="975931" y="79349"/>
                </a:lnTo>
                <a:lnTo>
                  <a:pt x="975690" y="97040"/>
                </a:lnTo>
                <a:lnTo>
                  <a:pt x="975169" y="111163"/>
                </a:lnTo>
                <a:lnTo>
                  <a:pt x="974648" y="121564"/>
                </a:lnTo>
                <a:lnTo>
                  <a:pt x="974407" y="128117"/>
                </a:lnTo>
                <a:lnTo>
                  <a:pt x="934783" y="128117"/>
                </a:lnTo>
                <a:lnTo>
                  <a:pt x="934783" y="161645"/>
                </a:lnTo>
                <a:lnTo>
                  <a:pt x="968311" y="161645"/>
                </a:lnTo>
                <a:lnTo>
                  <a:pt x="964336" y="173723"/>
                </a:lnTo>
                <a:lnTo>
                  <a:pt x="959358" y="184785"/>
                </a:lnTo>
                <a:lnTo>
                  <a:pt x="953528" y="194957"/>
                </a:lnTo>
                <a:lnTo>
                  <a:pt x="946975" y="204406"/>
                </a:lnTo>
                <a:lnTo>
                  <a:pt x="956983" y="211264"/>
                </a:lnTo>
                <a:lnTo>
                  <a:pt x="966419" y="218122"/>
                </a:lnTo>
                <a:lnTo>
                  <a:pt x="975309" y="224980"/>
                </a:lnTo>
                <a:lnTo>
                  <a:pt x="983653" y="231838"/>
                </a:lnTo>
                <a:lnTo>
                  <a:pt x="991958" y="216395"/>
                </a:lnTo>
                <a:lnTo>
                  <a:pt x="998702" y="199644"/>
                </a:lnTo>
                <a:lnTo>
                  <a:pt x="1004011" y="181444"/>
                </a:lnTo>
                <a:lnTo>
                  <a:pt x="1008037" y="161645"/>
                </a:lnTo>
                <a:lnTo>
                  <a:pt x="1055281" y="161645"/>
                </a:lnTo>
                <a:lnTo>
                  <a:pt x="1055281" y="227266"/>
                </a:lnTo>
                <a:lnTo>
                  <a:pt x="1091857" y="227266"/>
                </a:lnTo>
                <a:lnTo>
                  <a:pt x="1091857" y="161645"/>
                </a:lnTo>
                <a:lnTo>
                  <a:pt x="1133094" y="161645"/>
                </a:lnTo>
                <a:lnTo>
                  <a:pt x="1133094" y="128117"/>
                </a:lnTo>
                <a:close/>
              </a:path>
              <a:path w="1136650" h="281305">
                <a:moveTo>
                  <a:pt x="1136142" y="233362"/>
                </a:moveTo>
                <a:lnTo>
                  <a:pt x="1116634" y="234492"/>
                </a:lnTo>
                <a:lnTo>
                  <a:pt x="1085570" y="235458"/>
                </a:lnTo>
                <a:lnTo>
                  <a:pt x="1042822" y="236156"/>
                </a:lnTo>
                <a:lnTo>
                  <a:pt x="988225" y="236410"/>
                </a:lnTo>
                <a:lnTo>
                  <a:pt x="966520" y="234886"/>
                </a:lnTo>
                <a:lnTo>
                  <a:pt x="967486" y="234886"/>
                </a:lnTo>
                <a:lnTo>
                  <a:pt x="950417" y="230695"/>
                </a:lnTo>
                <a:lnTo>
                  <a:pt x="935837" y="223558"/>
                </a:lnTo>
                <a:lnTo>
                  <a:pt x="924115" y="213550"/>
                </a:lnTo>
                <a:lnTo>
                  <a:pt x="924115" y="102209"/>
                </a:lnTo>
                <a:lnTo>
                  <a:pt x="860107" y="102209"/>
                </a:lnTo>
                <a:lnTo>
                  <a:pt x="860107" y="137261"/>
                </a:lnTo>
                <a:lnTo>
                  <a:pt x="887539" y="137261"/>
                </a:lnTo>
                <a:lnTo>
                  <a:pt x="887539" y="208978"/>
                </a:lnTo>
                <a:lnTo>
                  <a:pt x="879805" y="215607"/>
                </a:lnTo>
                <a:lnTo>
                  <a:pt x="872490" y="221932"/>
                </a:lnTo>
                <a:lnTo>
                  <a:pt x="865466" y="228269"/>
                </a:lnTo>
                <a:lnTo>
                  <a:pt x="858583" y="234886"/>
                </a:lnTo>
                <a:lnTo>
                  <a:pt x="873823" y="277660"/>
                </a:lnTo>
                <a:lnTo>
                  <a:pt x="905827" y="245554"/>
                </a:lnTo>
                <a:lnTo>
                  <a:pt x="913231" y="251244"/>
                </a:lnTo>
                <a:lnTo>
                  <a:pt x="952601" y="268351"/>
                </a:lnTo>
                <a:lnTo>
                  <a:pt x="991273" y="271564"/>
                </a:lnTo>
                <a:lnTo>
                  <a:pt x="1123950" y="271564"/>
                </a:lnTo>
                <a:lnTo>
                  <a:pt x="1124038" y="271259"/>
                </a:lnTo>
                <a:lnTo>
                  <a:pt x="1126502" y="262382"/>
                </a:lnTo>
                <a:lnTo>
                  <a:pt x="1129474" y="253034"/>
                </a:lnTo>
                <a:lnTo>
                  <a:pt x="1132014" y="245554"/>
                </a:lnTo>
                <a:lnTo>
                  <a:pt x="1135113" y="236410"/>
                </a:lnTo>
                <a:lnTo>
                  <a:pt x="1135202" y="236156"/>
                </a:lnTo>
                <a:lnTo>
                  <a:pt x="1136142" y="233362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474993" y="935069"/>
            <a:ext cx="294640" cy="108585"/>
            <a:chOff x="9474993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474987" y="935735"/>
              <a:ext cx="92710" cy="107950"/>
            </a:xfrm>
            <a:custGeom>
              <a:avLst/>
              <a:gdLst/>
              <a:ahLst/>
              <a:cxnLst/>
              <a:rect l="l" t="t" r="r" b="b"/>
              <a:pathLst>
                <a:path w="92709" h="107950">
                  <a:moveTo>
                    <a:pt x="62484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5240" y="37439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8956" y="14579"/>
                  </a:lnTo>
                  <a:lnTo>
                    <a:pt x="44196" y="14579"/>
                  </a:lnTo>
                  <a:lnTo>
                    <a:pt x="51816" y="17627"/>
                  </a:lnTo>
                  <a:lnTo>
                    <a:pt x="57912" y="22199"/>
                  </a:lnTo>
                  <a:lnTo>
                    <a:pt x="57912" y="6959"/>
                  </a:lnTo>
                  <a:lnTo>
                    <a:pt x="53340" y="5435"/>
                  </a:lnTo>
                  <a:lnTo>
                    <a:pt x="45720" y="3911"/>
                  </a:lnTo>
                  <a:lnTo>
                    <a:pt x="35052" y="3911"/>
                  </a:lnTo>
                  <a:lnTo>
                    <a:pt x="28244" y="4241"/>
                  </a:lnTo>
                  <a:lnTo>
                    <a:pt x="21717" y="5435"/>
                  </a:lnTo>
                  <a:lnTo>
                    <a:pt x="15760" y="7772"/>
                  </a:lnTo>
                  <a:lnTo>
                    <a:pt x="10668" y="11531"/>
                  </a:lnTo>
                  <a:lnTo>
                    <a:pt x="3048" y="16103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5240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672" y="69443"/>
                  </a:lnTo>
                  <a:lnTo>
                    <a:pt x="44196" y="70967"/>
                  </a:lnTo>
                  <a:lnTo>
                    <a:pt x="45720" y="74015"/>
                  </a:lnTo>
                  <a:lnTo>
                    <a:pt x="47244" y="75539"/>
                  </a:lnTo>
                  <a:lnTo>
                    <a:pt x="48768" y="78587"/>
                  </a:lnTo>
                  <a:lnTo>
                    <a:pt x="48768" y="81635"/>
                  </a:lnTo>
                  <a:lnTo>
                    <a:pt x="47358" y="87934"/>
                  </a:lnTo>
                  <a:lnTo>
                    <a:pt x="43243" y="92773"/>
                  </a:lnTo>
                  <a:lnTo>
                    <a:pt x="36550" y="95872"/>
                  </a:lnTo>
                  <a:lnTo>
                    <a:pt x="27432" y="96964"/>
                  </a:lnTo>
                  <a:lnTo>
                    <a:pt x="22860" y="96964"/>
                  </a:lnTo>
                  <a:lnTo>
                    <a:pt x="16764" y="95440"/>
                  </a:lnTo>
                  <a:lnTo>
                    <a:pt x="7620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3048" y="104584"/>
                  </a:lnTo>
                  <a:lnTo>
                    <a:pt x="6096" y="104584"/>
                  </a:lnTo>
                  <a:lnTo>
                    <a:pt x="12192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2484" y="89344"/>
                  </a:lnTo>
                  <a:lnTo>
                    <a:pt x="62484" y="74015"/>
                  </a:lnTo>
                  <a:close/>
                </a:path>
                <a:path w="92709" h="107950">
                  <a:moveTo>
                    <a:pt x="92671" y="0"/>
                  </a:moveTo>
                  <a:lnTo>
                    <a:pt x="78955" y="0"/>
                  </a:lnTo>
                  <a:lnTo>
                    <a:pt x="78955" y="106680"/>
                  </a:lnTo>
                  <a:lnTo>
                    <a:pt x="92671" y="106680"/>
                  </a:lnTo>
                  <a:lnTo>
                    <a:pt x="92671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9389" y="935069"/>
              <a:ext cx="179927" cy="1082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16559" y="941165"/>
            <a:ext cx="74771" cy="1006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102" y="1285875"/>
            <a:ext cx="186023" cy="18154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085945" y="1295019"/>
            <a:ext cx="354330" cy="149860"/>
            <a:chOff x="1085945" y="1295019"/>
            <a:chExt cx="354330" cy="14986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5945" y="1295019"/>
              <a:ext cx="230219" cy="1495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8168" y="1298066"/>
              <a:ext cx="91535" cy="14497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08283" y="1282826"/>
            <a:ext cx="1518951" cy="186118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973836" y="1975104"/>
            <a:ext cx="38100" cy="3089275"/>
          </a:xfrm>
          <a:custGeom>
            <a:avLst/>
            <a:gdLst/>
            <a:ahLst/>
            <a:cxnLst/>
            <a:rect l="l" t="t" r="r" b="b"/>
            <a:pathLst>
              <a:path w="38100" h="3089275">
                <a:moveTo>
                  <a:pt x="38100" y="3089147"/>
                </a:moveTo>
                <a:lnTo>
                  <a:pt x="0" y="3089147"/>
                </a:lnTo>
                <a:lnTo>
                  <a:pt x="0" y="0"/>
                </a:lnTo>
                <a:lnTo>
                  <a:pt x="38100" y="0"/>
                </a:lnTo>
                <a:lnTo>
                  <a:pt x="38100" y="3089147"/>
                </a:lnTo>
                <a:close/>
              </a:path>
            </a:pathLst>
          </a:custGeom>
          <a:solidFill>
            <a:srgbClr val="E4E6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17688" y="2100548"/>
            <a:ext cx="336994" cy="16163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24882" y="2099024"/>
            <a:ext cx="1258157" cy="167735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317675" y="2401061"/>
            <a:ext cx="1264285" cy="149860"/>
          </a:xfrm>
          <a:custGeom>
            <a:avLst/>
            <a:gdLst/>
            <a:ahLst/>
            <a:cxnLst/>
            <a:rect l="l" t="t" r="r" b="b"/>
            <a:pathLst>
              <a:path w="1264285" h="149860">
                <a:moveTo>
                  <a:pt x="126593" y="48768"/>
                </a:moveTo>
                <a:lnTo>
                  <a:pt x="114401" y="48768"/>
                </a:lnTo>
                <a:lnTo>
                  <a:pt x="114401" y="62484"/>
                </a:lnTo>
                <a:lnTo>
                  <a:pt x="126593" y="62484"/>
                </a:lnTo>
                <a:lnTo>
                  <a:pt x="126593" y="48768"/>
                </a:lnTo>
                <a:close/>
              </a:path>
              <a:path w="1264285" h="149860">
                <a:moveTo>
                  <a:pt x="144881" y="15240"/>
                </a:moveTo>
                <a:lnTo>
                  <a:pt x="79349" y="15240"/>
                </a:lnTo>
                <a:lnTo>
                  <a:pt x="79349" y="1524"/>
                </a:lnTo>
                <a:lnTo>
                  <a:pt x="67157" y="1524"/>
                </a:lnTo>
                <a:lnTo>
                  <a:pt x="67157" y="15240"/>
                </a:lnTo>
                <a:lnTo>
                  <a:pt x="3048" y="15240"/>
                </a:lnTo>
                <a:lnTo>
                  <a:pt x="3048" y="24384"/>
                </a:lnTo>
                <a:lnTo>
                  <a:pt x="67157" y="24384"/>
                </a:lnTo>
                <a:lnTo>
                  <a:pt x="67157" y="38100"/>
                </a:lnTo>
                <a:lnTo>
                  <a:pt x="79349" y="38100"/>
                </a:lnTo>
                <a:lnTo>
                  <a:pt x="79349" y="24384"/>
                </a:lnTo>
                <a:lnTo>
                  <a:pt x="144881" y="24384"/>
                </a:lnTo>
                <a:lnTo>
                  <a:pt x="144881" y="15240"/>
                </a:lnTo>
                <a:close/>
              </a:path>
              <a:path w="1264285" h="149860">
                <a:moveTo>
                  <a:pt x="147929" y="131165"/>
                </a:moveTo>
                <a:lnTo>
                  <a:pt x="126593" y="131165"/>
                </a:lnTo>
                <a:lnTo>
                  <a:pt x="126593" y="117449"/>
                </a:lnTo>
                <a:lnTo>
                  <a:pt x="114401" y="117449"/>
                </a:lnTo>
                <a:lnTo>
                  <a:pt x="114401" y="131165"/>
                </a:lnTo>
                <a:lnTo>
                  <a:pt x="32004" y="131165"/>
                </a:lnTo>
                <a:lnTo>
                  <a:pt x="32004" y="117195"/>
                </a:lnTo>
                <a:lnTo>
                  <a:pt x="126593" y="117195"/>
                </a:lnTo>
                <a:lnTo>
                  <a:pt x="126593" y="108305"/>
                </a:lnTo>
                <a:lnTo>
                  <a:pt x="126593" y="94589"/>
                </a:lnTo>
                <a:lnTo>
                  <a:pt x="114401" y="94589"/>
                </a:lnTo>
                <a:lnTo>
                  <a:pt x="114401" y="108305"/>
                </a:lnTo>
                <a:lnTo>
                  <a:pt x="32004" y="108305"/>
                </a:lnTo>
                <a:lnTo>
                  <a:pt x="32004" y="94335"/>
                </a:lnTo>
                <a:lnTo>
                  <a:pt x="126593" y="94335"/>
                </a:lnTo>
                <a:lnTo>
                  <a:pt x="126593" y="85445"/>
                </a:lnTo>
                <a:lnTo>
                  <a:pt x="126593" y="71628"/>
                </a:lnTo>
                <a:lnTo>
                  <a:pt x="114401" y="71628"/>
                </a:lnTo>
                <a:lnTo>
                  <a:pt x="114401" y="85445"/>
                </a:lnTo>
                <a:lnTo>
                  <a:pt x="32004" y="85445"/>
                </a:lnTo>
                <a:lnTo>
                  <a:pt x="32004" y="71475"/>
                </a:lnTo>
                <a:lnTo>
                  <a:pt x="126593" y="71475"/>
                </a:lnTo>
                <a:lnTo>
                  <a:pt x="126593" y="62585"/>
                </a:lnTo>
                <a:lnTo>
                  <a:pt x="32004" y="62585"/>
                </a:lnTo>
                <a:lnTo>
                  <a:pt x="32004" y="48615"/>
                </a:lnTo>
                <a:lnTo>
                  <a:pt x="126593" y="48615"/>
                </a:lnTo>
                <a:lnTo>
                  <a:pt x="126593" y="38455"/>
                </a:lnTo>
                <a:lnTo>
                  <a:pt x="21336" y="38455"/>
                </a:lnTo>
                <a:lnTo>
                  <a:pt x="21336" y="48615"/>
                </a:lnTo>
                <a:lnTo>
                  <a:pt x="21336" y="62585"/>
                </a:lnTo>
                <a:lnTo>
                  <a:pt x="21336" y="131165"/>
                </a:lnTo>
                <a:lnTo>
                  <a:pt x="0" y="131165"/>
                </a:lnTo>
                <a:lnTo>
                  <a:pt x="0" y="141833"/>
                </a:lnTo>
                <a:lnTo>
                  <a:pt x="147929" y="141833"/>
                </a:lnTo>
                <a:lnTo>
                  <a:pt x="147929" y="131165"/>
                </a:lnTo>
                <a:close/>
              </a:path>
              <a:path w="1264285" h="149860">
                <a:moveTo>
                  <a:pt x="201358" y="30480"/>
                </a:moveTo>
                <a:lnTo>
                  <a:pt x="184505" y="30480"/>
                </a:lnTo>
                <a:lnTo>
                  <a:pt x="184505" y="3048"/>
                </a:lnTo>
                <a:lnTo>
                  <a:pt x="173837" y="3048"/>
                </a:lnTo>
                <a:lnTo>
                  <a:pt x="173837" y="30480"/>
                </a:lnTo>
                <a:lnTo>
                  <a:pt x="154025" y="30480"/>
                </a:lnTo>
                <a:lnTo>
                  <a:pt x="154025" y="41148"/>
                </a:lnTo>
                <a:lnTo>
                  <a:pt x="173837" y="41148"/>
                </a:lnTo>
                <a:lnTo>
                  <a:pt x="173837" y="74676"/>
                </a:lnTo>
                <a:lnTo>
                  <a:pt x="166217" y="77825"/>
                </a:lnTo>
                <a:lnTo>
                  <a:pt x="160121" y="79349"/>
                </a:lnTo>
                <a:lnTo>
                  <a:pt x="152501" y="80873"/>
                </a:lnTo>
                <a:lnTo>
                  <a:pt x="154025" y="94589"/>
                </a:lnTo>
                <a:lnTo>
                  <a:pt x="160121" y="91541"/>
                </a:lnTo>
                <a:lnTo>
                  <a:pt x="166217" y="90017"/>
                </a:lnTo>
                <a:lnTo>
                  <a:pt x="173837" y="86969"/>
                </a:lnTo>
                <a:lnTo>
                  <a:pt x="173837" y="131165"/>
                </a:lnTo>
                <a:lnTo>
                  <a:pt x="170789" y="134213"/>
                </a:lnTo>
                <a:lnTo>
                  <a:pt x="160121" y="134213"/>
                </a:lnTo>
                <a:lnTo>
                  <a:pt x="154025" y="132689"/>
                </a:lnTo>
                <a:lnTo>
                  <a:pt x="154025" y="137261"/>
                </a:lnTo>
                <a:lnTo>
                  <a:pt x="155549" y="141833"/>
                </a:lnTo>
                <a:lnTo>
                  <a:pt x="155549" y="146405"/>
                </a:lnTo>
                <a:lnTo>
                  <a:pt x="179933" y="146405"/>
                </a:lnTo>
                <a:lnTo>
                  <a:pt x="184505" y="140309"/>
                </a:lnTo>
                <a:lnTo>
                  <a:pt x="184505" y="134213"/>
                </a:lnTo>
                <a:lnTo>
                  <a:pt x="184505" y="86969"/>
                </a:lnTo>
                <a:lnTo>
                  <a:pt x="184505" y="83921"/>
                </a:lnTo>
                <a:lnTo>
                  <a:pt x="198310" y="79349"/>
                </a:lnTo>
                <a:lnTo>
                  <a:pt x="198310" y="71628"/>
                </a:lnTo>
                <a:lnTo>
                  <a:pt x="198310" y="67056"/>
                </a:lnTo>
                <a:lnTo>
                  <a:pt x="184505" y="71628"/>
                </a:lnTo>
                <a:lnTo>
                  <a:pt x="184505" y="41148"/>
                </a:lnTo>
                <a:lnTo>
                  <a:pt x="201358" y="41148"/>
                </a:lnTo>
                <a:lnTo>
                  <a:pt x="201358" y="30480"/>
                </a:lnTo>
                <a:close/>
              </a:path>
              <a:path w="1264285" h="149860">
                <a:moveTo>
                  <a:pt x="239458" y="47244"/>
                </a:moveTo>
                <a:lnTo>
                  <a:pt x="230314" y="35052"/>
                </a:lnTo>
                <a:lnTo>
                  <a:pt x="225742" y="30480"/>
                </a:lnTo>
                <a:lnTo>
                  <a:pt x="218122" y="36576"/>
                </a:lnTo>
                <a:lnTo>
                  <a:pt x="222694" y="42672"/>
                </a:lnTo>
                <a:lnTo>
                  <a:pt x="225742" y="47244"/>
                </a:lnTo>
                <a:lnTo>
                  <a:pt x="230314" y="53340"/>
                </a:lnTo>
                <a:lnTo>
                  <a:pt x="239458" y="47244"/>
                </a:lnTo>
                <a:close/>
              </a:path>
              <a:path w="1264285" h="149860">
                <a:moveTo>
                  <a:pt x="295846" y="18288"/>
                </a:moveTo>
                <a:lnTo>
                  <a:pt x="254698" y="18288"/>
                </a:lnTo>
                <a:lnTo>
                  <a:pt x="257746" y="16764"/>
                </a:lnTo>
                <a:lnTo>
                  <a:pt x="254698" y="10668"/>
                </a:lnTo>
                <a:lnTo>
                  <a:pt x="251650" y="6096"/>
                </a:lnTo>
                <a:lnTo>
                  <a:pt x="248602" y="0"/>
                </a:lnTo>
                <a:lnTo>
                  <a:pt x="239458" y="4572"/>
                </a:lnTo>
                <a:lnTo>
                  <a:pt x="240982" y="9144"/>
                </a:lnTo>
                <a:lnTo>
                  <a:pt x="244030" y="13716"/>
                </a:lnTo>
                <a:lnTo>
                  <a:pt x="245554" y="18288"/>
                </a:lnTo>
                <a:lnTo>
                  <a:pt x="204406" y="18288"/>
                </a:lnTo>
                <a:lnTo>
                  <a:pt x="204406" y="28956"/>
                </a:lnTo>
                <a:lnTo>
                  <a:pt x="295846" y="28956"/>
                </a:lnTo>
                <a:lnTo>
                  <a:pt x="295846" y="18288"/>
                </a:lnTo>
                <a:close/>
              </a:path>
              <a:path w="1264285" h="149860">
                <a:moveTo>
                  <a:pt x="298894" y="82397"/>
                </a:moveTo>
                <a:lnTo>
                  <a:pt x="266890" y="82397"/>
                </a:lnTo>
                <a:lnTo>
                  <a:pt x="266890" y="93065"/>
                </a:lnTo>
                <a:lnTo>
                  <a:pt x="264058" y="99631"/>
                </a:lnTo>
                <a:lnTo>
                  <a:pt x="260223" y="105638"/>
                </a:lnTo>
                <a:lnTo>
                  <a:pt x="255536" y="111061"/>
                </a:lnTo>
                <a:lnTo>
                  <a:pt x="250126" y="115925"/>
                </a:lnTo>
                <a:lnTo>
                  <a:pt x="238506" y="111353"/>
                </a:lnTo>
                <a:lnTo>
                  <a:pt x="232346" y="109067"/>
                </a:lnTo>
                <a:lnTo>
                  <a:pt x="225742" y="106781"/>
                </a:lnTo>
                <a:lnTo>
                  <a:pt x="234886" y="93065"/>
                </a:lnTo>
                <a:lnTo>
                  <a:pt x="266890" y="93065"/>
                </a:lnTo>
                <a:lnTo>
                  <a:pt x="266890" y="82397"/>
                </a:lnTo>
                <a:lnTo>
                  <a:pt x="240982" y="82397"/>
                </a:lnTo>
                <a:lnTo>
                  <a:pt x="244030" y="79349"/>
                </a:lnTo>
                <a:lnTo>
                  <a:pt x="245554" y="76200"/>
                </a:lnTo>
                <a:lnTo>
                  <a:pt x="248602" y="71628"/>
                </a:lnTo>
                <a:lnTo>
                  <a:pt x="237934" y="67056"/>
                </a:lnTo>
                <a:lnTo>
                  <a:pt x="234886" y="71628"/>
                </a:lnTo>
                <a:lnTo>
                  <a:pt x="231838" y="77825"/>
                </a:lnTo>
                <a:lnTo>
                  <a:pt x="228790" y="82397"/>
                </a:lnTo>
                <a:lnTo>
                  <a:pt x="198310" y="82397"/>
                </a:lnTo>
                <a:lnTo>
                  <a:pt x="198310" y="93065"/>
                </a:lnTo>
                <a:lnTo>
                  <a:pt x="222694" y="93065"/>
                </a:lnTo>
                <a:lnTo>
                  <a:pt x="218122" y="99161"/>
                </a:lnTo>
                <a:lnTo>
                  <a:pt x="215074" y="103733"/>
                </a:lnTo>
                <a:lnTo>
                  <a:pt x="210502" y="109829"/>
                </a:lnTo>
                <a:lnTo>
                  <a:pt x="218490" y="113233"/>
                </a:lnTo>
                <a:lnTo>
                  <a:pt x="226314" y="116497"/>
                </a:lnTo>
                <a:lnTo>
                  <a:pt x="233870" y="119468"/>
                </a:lnTo>
                <a:lnTo>
                  <a:pt x="240982" y="122021"/>
                </a:lnTo>
                <a:lnTo>
                  <a:pt x="231038" y="127190"/>
                </a:lnTo>
                <a:lnTo>
                  <a:pt x="219646" y="131356"/>
                </a:lnTo>
                <a:lnTo>
                  <a:pt x="207086" y="134670"/>
                </a:lnTo>
                <a:lnTo>
                  <a:pt x="193649" y="137261"/>
                </a:lnTo>
                <a:lnTo>
                  <a:pt x="195262" y="140309"/>
                </a:lnTo>
                <a:lnTo>
                  <a:pt x="196786" y="144881"/>
                </a:lnTo>
                <a:lnTo>
                  <a:pt x="198310" y="147929"/>
                </a:lnTo>
                <a:lnTo>
                  <a:pt x="214579" y="144195"/>
                </a:lnTo>
                <a:lnTo>
                  <a:pt x="228981" y="139738"/>
                </a:lnTo>
                <a:lnTo>
                  <a:pt x="241388" y="134429"/>
                </a:lnTo>
                <a:lnTo>
                  <a:pt x="251650" y="128117"/>
                </a:lnTo>
                <a:lnTo>
                  <a:pt x="282727" y="143332"/>
                </a:lnTo>
                <a:lnTo>
                  <a:pt x="291274" y="147929"/>
                </a:lnTo>
                <a:lnTo>
                  <a:pt x="298894" y="135737"/>
                </a:lnTo>
                <a:lnTo>
                  <a:pt x="280416" y="128689"/>
                </a:lnTo>
                <a:lnTo>
                  <a:pt x="279006" y="128117"/>
                </a:lnTo>
                <a:lnTo>
                  <a:pt x="270827" y="124802"/>
                </a:lnTo>
                <a:lnTo>
                  <a:pt x="260794" y="120497"/>
                </a:lnTo>
                <a:lnTo>
                  <a:pt x="265430" y="115925"/>
                </a:lnTo>
                <a:lnTo>
                  <a:pt x="266877" y="114490"/>
                </a:lnTo>
                <a:lnTo>
                  <a:pt x="271653" y="107924"/>
                </a:lnTo>
                <a:lnTo>
                  <a:pt x="275590" y="100774"/>
                </a:lnTo>
                <a:lnTo>
                  <a:pt x="279082" y="93065"/>
                </a:lnTo>
                <a:lnTo>
                  <a:pt x="298894" y="93065"/>
                </a:lnTo>
                <a:lnTo>
                  <a:pt x="298894" y="82397"/>
                </a:lnTo>
                <a:close/>
              </a:path>
              <a:path w="1264285" h="149860">
                <a:moveTo>
                  <a:pt x="298894" y="54864"/>
                </a:moveTo>
                <a:lnTo>
                  <a:pt x="268414" y="54864"/>
                </a:lnTo>
                <a:lnTo>
                  <a:pt x="274510" y="48768"/>
                </a:lnTo>
                <a:lnTo>
                  <a:pt x="283654" y="36576"/>
                </a:lnTo>
                <a:lnTo>
                  <a:pt x="272986" y="30480"/>
                </a:lnTo>
                <a:lnTo>
                  <a:pt x="269303" y="36220"/>
                </a:lnTo>
                <a:lnTo>
                  <a:pt x="265176" y="42100"/>
                </a:lnTo>
                <a:lnTo>
                  <a:pt x="260781" y="48272"/>
                </a:lnTo>
                <a:lnTo>
                  <a:pt x="256222" y="54864"/>
                </a:lnTo>
                <a:lnTo>
                  <a:pt x="198310" y="54864"/>
                </a:lnTo>
                <a:lnTo>
                  <a:pt x="198310" y="64008"/>
                </a:lnTo>
                <a:lnTo>
                  <a:pt x="298894" y="64008"/>
                </a:lnTo>
                <a:lnTo>
                  <a:pt x="298894" y="54864"/>
                </a:lnTo>
                <a:close/>
              </a:path>
              <a:path w="1264285" h="149860">
                <a:moveTo>
                  <a:pt x="451396" y="73152"/>
                </a:moveTo>
                <a:lnTo>
                  <a:pt x="442874" y="66294"/>
                </a:lnTo>
                <a:lnTo>
                  <a:pt x="433489" y="59436"/>
                </a:lnTo>
                <a:lnTo>
                  <a:pt x="426847" y="54864"/>
                </a:lnTo>
                <a:lnTo>
                  <a:pt x="424637" y="53340"/>
                </a:lnTo>
                <a:lnTo>
                  <a:pt x="423532" y="52578"/>
                </a:lnTo>
                <a:lnTo>
                  <a:pt x="413296" y="45720"/>
                </a:lnTo>
                <a:lnTo>
                  <a:pt x="407200" y="53340"/>
                </a:lnTo>
                <a:lnTo>
                  <a:pt x="407200" y="3048"/>
                </a:lnTo>
                <a:lnTo>
                  <a:pt x="395008" y="3048"/>
                </a:lnTo>
                <a:lnTo>
                  <a:pt x="395008" y="125069"/>
                </a:lnTo>
                <a:lnTo>
                  <a:pt x="407200" y="125069"/>
                </a:lnTo>
                <a:lnTo>
                  <a:pt x="407200" y="54864"/>
                </a:lnTo>
                <a:lnTo>
                  <a:pt x="417195" y="61963"/>
                </a:lnTo>
                <a:lnTo>
                  <a:pt x="426631" y="69354"/>
                </a:lnTo>
                <a:lnTo>
                  <a:pt x="435483" y="76771"/>
                </a:lnTo>
                <a:lnTo>
                  <a:pt x="443776" y="83921"/>
                </a:lnTo>
                <a:lnTo>
                  <a:pt x="451396" y="73152"/>
                </a:lnTo>
                <a:close/>
              </a:path>
              <a:path w="1264285" h="149860">
                <a:moveTo>
                  <a:pt x="452945" y="131114"/>
                </a:moveTo>
                <a:lnTo>
                  <a:pt x="432612" y="131114"/>
                </a:lnTo>
                <a:lnTo>
                  <a:pt x="415010" y="130784"/>
                </a:lnTo>
                <a:lnTo>
                  <a:pt x="368909" y="122402"/>
                </a:lnTo>
                <a:lnTo>
                  <a:pt x="353860" y="109829"/>
                </a:lnTo>
                <a:lnTo>
                  <a:pt x="359676" y="99161"/>
                </a:lnTo>
                <a:lnTo>
                  <a:pt x="362140" y="94627"/>
                </a:lnTo>
                <a:lnTo>
                  <a:pt x="368719" y="78536"/>
                </a:lnTo>
                <a:lnTo>
                  <a:pt x="373570" y="61315"/>
                </a:lnTo>
                <a:lnTo>
                  <a:pt x="376720" y="42672"/>
                </a:lnTo>
                <a:lnTo>
                  <a:pt x="376720" y="32004"/>
                </a:lnTo>
                <a:lnTo>
                  <a:pt x="364528" y="32004"/>
                </a:lnTo>
                <a:lnTo>
                  <a:pt x="364528" y="42672"/>
                </a:lnTo>
                <a:lnTo>
                  <a:pt x="362521" y="58153"/>
                </a:lnTo>
                <a:lnTo>
                  <a:pt x="358813" y="72631"/>
                </a:lnTo>
                <a:lnTo>
                  <a:pt x="353377" y="86258"/>
                </a:lnTo>
                <a:lnTo>
                  <a:pt x="346240" y="99161"/>
                </a:lnTo>
                <a:lnTo>
                  <a:pt x="340995" y="89433"/>
                </a:lnTo>
                <a:lnTo>
                  <a:pt x="336626" y="78536"/>
                </a:lnTo>
                <a:lnTo>
                  <a:pt x="333984" y="70104"/>
                </a:lnTo>
                <a:lnTo>
                  <a:pt x="332803" y="66294"/>
                </a:lnTo>
                <a:lnTo>
                  <a:pt x="329374" y="53340"/>
                </a:lnTo>
                <a:lnTo>
                  <a:pt x="330898" y="50292"/>
                </a:lnTo>
                <a:lnTo>
                  <a:pt x="330898" y="47244"/>
                </a:lnTo>
                <a:lnTo>
                  <a:pt x="332422" y="42672"/>
                </a:lnTo>
                <a:lnTo>
                  <a:pt x="364528" y="42672"/>
                </a:lnTo>
                <a:lnTo>
                  <a:pt x="364528" y="32004"/>
                </a:lnTo>
                <a:lnTo>
                  <a:pt x="336994" y="32004"/>
                </a:lnTo>
                <a:lnTo>
                  <a:pt x="338391" y="25146"/>
                </a:lnTo>
                <a:lnTo>
                  <a:pt x="341795" y="11430"/>
                </a:lnTo>
                <a:lnTo>
                  <a:pt x="343192" y="4572"/>
                </a:lnTo>
                <a:lnTo>
                  <a:pt x="330898" y="1524"/>
                </a:lnTo>
                <a:lnTo>
                  <a:pt x="325755" y="23533"/>
                </a:lnTo>
                <a:lnTo>
                  <a:pt x="319468" y="43827"/>
                </a:lnTo>
                <a:lnTo>
                  <a:pt x="312039" y="62433"/>
                </a:lnTo>
                <a:lnTo>
                  <a:pt x="303466" y="79349"/>
                </a:lnTo>
                <a:lnTo>
                  <a:pt x="311086" y="86969"/>
                </a:lnTo>
                <a:lnTo>
                  <a:pt x="312610" y="90017"/>
                </a:lnTo>
                <a:lnTo>
                  <a:pt x="315658" y="83921"/>
                </a:lnTo>
                <a:lnTo>
                  <a:pt x="318706" y="76200"/>
                </a:lnTo>
                <a:lnTo>
                  <a:pt x="321754" y="70104"/>
                </a:lnTo>
                <a:lnTo>
                  <a:pt x="325475" y="81280"/>
                </a:lnTo>
                <a:lnTo>
                  <a:pt x="329768" y="91719"/>
                </a:lnTo>
                <a:lnTo>
                  <a:pt x="334657" y="101282"/>
                </a:lnTo>
                <a:lnTo>
                  <a:pt x="340144" y="109829"/>
                </a:lnTo>
                <a:lnTo>
                  <a:pt x="332701" y="118452"/>
                </a:lnTo>
                <a:lnTo>
                  <a:pt x="324535" y="126111"/>
                </a:lnTo>
                <a:lnTo>
                  <a:pt x="315620" y="133400"/>
                </a:lnTo>
                <a:lnTo>
                  <a:pt x="306514" y="140309"/>
                </a:lnTo>
                <a:lnTo>
                  <a:pt x="315658" y="149453"/>
                </a:lnTo>
                <a:lnTo>
                  <a:pt x="324523" y="142544"/>
                </a:lnTo>
                <a:lnTo>
                  <a:pt x="332816" y="135356"/>
                </a:lnTo>
                <a:lnTo>
                  <a:pt x="340563" y="127596"/>
                </a:lnTo>
                <a:lnTo>
                  <a:pt x="347764" y="118973"/>
                </a:lnTo>
                <a:lnTo>
                  <a:pt x="355434" y="127025"/>
                </a:lnTo>
                <a:lnTo>
                  <a:pt x="398411" y="142074"/>
                </a:lnTo>
                <a:lnTo>
                  <a:pt x="429793" y="143306"/>
                </a:lnTo>
                <a:lnTo>
                  <a:pt x="448360" y="143306"/>
                </a:lnTo>
                <a:lnTo>
                  <a:pt x="448475" y="142976"/>
                </a:lnTo>
                <a:lnTo>
                  <a:pt x="451396" y="134213"/>
                </a:lnTo>
                <a:lnTo>
                  <a:pt x="452945" y="131114"/>
                </a:lnTo>
                <a:close/>
              </a:path>
              <a:path w="1264285" h="149860">
                <a:moveTo>
                  <a:pt x="510921" y="120497"/>
                </a:moveTo>
                <a:lnTo>
                  <a:pt x="509397" y="117449"/>
                </a:lnTo>
                <a:lnTo>
                  <a:pt x="509397" y="114401"/>
                </a:lnTo>
                <a:lnTo>
                  <a:pt x="509397" y="112877"/>
                </a:lnTo>
                <a:lnTo>
                  <a:pt x="507873" y="109829"/>
                </a:lnTo>
                <a:lnTo>
                  <a:pt x="489585" y="114401"/>
                </a:lnTo>
                <a:lnTo>
                  <a:pt x="489585" y="73164"/>
                </a:lnTo>
                <a:lnTo>
                  <a:pt x="507873" y="73164"/>
                </a:lnTo>
                <a:lnTo>
                  <a:pt x="507873" y="62496"/>
                </a:lnTo>
                <a:lnTo>
                  <a:pt x="489585" y="62496"/>
                </a:lnTo>
                <a:lnTo>
                  <a:pt x="489585" y="24396"/>
                </a:lnTo>
                <a:lnTo>
                  <a:pt x="509397" y="24396"/>
                </a:lnTo>
                <a:lnTo>
                  <a:pt x="509397" y="13728"/>
                </a:lnTo>
                <a:lnTo>
                  <a:pt x="459016" y="13728"/>
                </a:lnTo>
                <a:lnTo>
                  <a:pt x="459016" y="24396"/>
                </a:lnTo>
                <a:lnTo>
                  <a:pt x="478828" y="24396"/>
                </a:lnTo>
                <a:lnTo>
                  <a:pt x="478828" y="62496"/>
                </a:lnTo>
                <a:lnTo>
                  <a:pt x="460540" y="62496"/>
                </a:lnTo>
                <a:lnTo>
                  <a:pt x="460540" y="73164"/>
                </a:lnTo>
                <a:lnTo>
                  <a:pt x="478828" y="73164"/>
                </a:lnTo>
                <a:lnTo>
                  <a:pt x="478828" y="117449"/>
                </a:lnTo>
                <a:lnTo>
                  <a:pt x="471208" y="118973"/>
                </a:lnTo>
                <a:lnTo>
                  <a:pt x="463588" y="122021"/>
                </a:lnTo>
                <a:lnTo>
                  <a:pt x="455968" y="123545"/>
                </a:lnTo>
                <a:lnTo>
                  <a:pt x="460540" y="135737"/>
                </a:lnTo>
                <a:lnTo>
                  <a:pt x="472909" y="131432"/>
                </a:lnTo>
                <a:lnTo>
                  <a:pt x="485165" y="127546"/>
                </a:lnTo>
                <a:lnTo>
                  <a:pt x="497700" y="123952"/>
                </a:lnTo>
                <a:lnTo>
                  <a:pt x="510921" y="120497"/>
                </a:lnTo>
                <a:close/>
              </a:path>
              <a:path w="1264285" h="149860">
                <a:moveTo>
                  <a:pt x="605409" y="132689"/>
                </a:moveTo>
                <a:lnTo>
                  <a:pt x="561213" y="132689"/>
                </a:lnTo>
                <a:lnTo>
                  <a:pt x="561213" y="109829"/>
                </a:lnTo>
                <a:lnTo>
                  <a:pt x="599313" y="109829"/>
                </a:lnTo>
                <a:lnTo>
                  <a:pt x="599313" y="100685"/>
                </a:lnTo>
                <a:lnTo>
                  <a:pt x="561213" y="100685"/>
                </a:lnTo>
                <a:lnTo>
                  <a:pt x="561213" y="80873"/>
                </a:lnTo>
                <a:lnTo>
                  <a:pt x="585597" y="80873"/>
                </a:lnTo>
                <a:lnTo>
                  <a:pt x="585597" y="85445"/>
                </a:lnTo>
                <a:lnTo>
                  <a:pt x="596265" y="85445"/>
                </a:lnTo>
                <a:lnTo>
                  <a:pt x="596265" y="9156"/>
                </a:lnTo>
                <a:lnTo>
                  <a:pt x="585597" y="9156"/>
                </a:lnTo>
                <a:lnTo>
                  <a:pt x="585597" y="19824"/>
                </a:lnTo>
                <a:lnTo>
                  <a:pt x="585597" y="39636"/>
                </a:lnTo>
                <a:lnTo>
                  <a:pt x="585597" y="50304"/>
                </a:lnTo>
                <a:lnTo>
                  <a:pt x="585597" y="70116"/>
                </a:lnTo>
                <a:lnTo>
                  <a:pt x="561213" y="70116"/>
                </a:lnTo>
                <a:lnTo>
                  <a:pt x="561213" y="50304"/>
                </a:lnTo>
                <a:lnTo>
                  <a:pt x="585597" y="50304"/>
                </a:lnTo>
                <a:lnTo>
                  <a:pt x="585597" y="39636"/>
                </a:lnTo>
                <a:lnTo>
                  <a:pt x="561213" y="39636"/>
                </a:lnTo>
                <a:lnTo>
                  <a:pt x="561213" y="19824"/>
                </a:lnTo>
                <a:lnTo>
                  <a:pt x="585597" y="19824"/>
                </a:lnTo>
                <a:lnTo>
                  <a:pt x="585597" y="9156"/>
                </a:lnTo>
                <a:lnTo>
                  <a:pt x="550545" y="9156"/>
                </a:lnTo>
                <a:lnTo>
                  <a:pt x="550545" y="19824"/>
                </a:lnTo>
                <a:lnTo>
                  <a:pt x="550545" y="39636"/>
                </a:lnTo>
                <a:lnTo>
                  <a:pt x="550545" y="50304"/>
                </a:lnTo>
                <a:lnTo>
                  <a:pt x="550545" y="70116"/>
                </a:lnTo>
                <a:lnTo>
                  <a:pt x="526161" y="70116"/>
                </a:lnTo>
                <a:lnTo>
                  <a:pt x="526161" y="50304"/>
                </a:lnTo>
                <a:lnTo>
                  <a:pt x="550545" y="50304"/>
                </a:lnTo>
                <a:lnTo>
                  <a:pt x="550545" y="39636"/>
                </a:lnTo>
                <a:lnTo>
                  <a:pt x="526161" y="39636"/>
                </a:lnTo>
                <a:lnTo>
                  <a:pt x="526161" y="19824"/>
                </a:lnTo>
                <a:lnTo>
                  <a:pt x="550545" y="19824"/>
                </a:lnTo>
                <a:lnTo>
                  <a:pt x="550545" y="9156"/>
                </a:lnTo>
                <a:lnTo>
                  <a:pt x="515493" y="9156"/>
                </a:lnTo>
                <a:lnTo>
                  <a:pt x="515493" y="85445"/>
                </a:lnTo>
                <a:lnTo>
                  <a:pt x="526161" y="85445"/>
                </a:lnTo>
                <a:lnTo>
                  <a:pt x="526161" y="80873"/>
                </a:lnTo>
                <a:lnTo>
                  <a:pt x="550545" y="80873"/>
                </a:lnTo>
                <a:lnTo>
                  <a:pt x="550545" y="100685"/>
                </a:lnTo>
                <a:lnTo>
                  <a:pt x="512445" y="100685"/>
                </a:lnTo>
                <a:lnTo>
                  <a:pt x="512445" y="109829"/>
                </a:lnTo>
                <a:lnTo>
                  <a:pt x="550545" y="109829"/>
                </a:lnTo>
                <a:lnTo>
                  <a:pt x="550545" y="132689"/>
                </a:lnTo>
                <a:lnTo>
                  <a:pt x="503301" y="132689"/>
                </a:lnTo>
                <a:lnTo>
                  <a:pt x="503301" y="141833"/>
                </a:lnTo>
                <a:lnTo>
                  <a:pt x="605409" y="141833"/>
                </a:lnTo>
                <a:lnTo>
                  <a:pt x="605409" y="132689"/>
                </a:lnTo>
                <a:close/>
              </a:path>
              <a:path w="1264285" h="149860">
                <a:moveTo>
                  <a:pt x="652653" y="4483"/>
                </a:moveTo>
                <a:lnTo>
                  <a:pt x="641985" y="1435"/>
                </a:lnTo>
                <a:lnTo>
                  <a:pt x="634758" y="21628"/>
                </a:lnTo>
                <a:lnTo>
                  <a:pt x="627126" y="40119"/>
                </a:lnTo>
                <a:lnTo>
                  <a:pt x="618845" y="57416"/>
                </a:lnTo>
                <a:lnTo>
                  <a:pt x="609981" y="73164"/>
                </a:lnTo>
                <a:lnTo>
                  <a:pt x="610069" y="73418"/>
                </a:lnTo>
                <a:lnTo>
                  <a:pt x="611505" y="77736"/>
                </a:lnTo>
                <a:lnTo>
                  <a:pt x="613029" y="80784"/>
                </a:lnTo>
                <a:lnTo>
                  <a:pt x="614553" y="85356"/>
                </a:lnTo>
                <a:lnTo>
                  <a:pt x="619125" y="79260"/>
                </a:lnTo>
                <a:lnTo>
                  <a:pt x="628269" y="64020"/>
                </a:lnTo>
                <a:lnTo>
                  <a:pt x="628269" y="147840"/>
                </a:lnTo>
                <a:lnTo>
                  <a:pt x="637413" y="147840"/>
                </a:lnTo>
                <a:lnTo>
                  <a:pt x="637413" y="64020"/>
                </a:lnTo>
                <a:lnTo>
                  <a:pt x="637413" y="42583"/>
                </a:lnTo>
                <a:lnTo>
                  <a:pt x="641731" y="33413"/>
                </a:lnTo>
                <a:lnTo>
                  <a:pt x="645604" y="24104"/>
                </a:lnTo>
                <a:lnTo>
                  <a:pt x="649211" y="14503"/>
                </a:lnTo>
                <a:lnTo>
                  <a:pt x="652653" y="4483"/>
                </a:lnTo>
                <a:close/>
              </a:path>
              <a:path w="1264285" h="149860">
                <a:moveTo>
                  <a:pt x="757910" y="128028"/>
                </a:moveTo>
                <a:lnTo>
                  <a:pt x="732320" y="97548"/>
                </a:lnTo>
                <a:lnTo>
                  <a:pt x="730478" y="92976"/>
                </a:lnTo>
                <a:lnTo>
                  <a:pt x="736574" y="88404"/>
                </a:lnTo>
                <a:lnTo>
                  <a:pt x="744194" y="85356"/>
                </a:lnTo>
                <a:lnTo>
                  <a:pt x="750290" y="80784"/>
                </a:lnTo>
                <a:lnTo>
                  <a:pt x="742670" y="73164"/>
                </a:lnTo>
                <a:lnTo>
                  <a:pt x="728560" y="82499"/>
                </a:lnTo>
                <a:lnTo>
                  <a:pt x="720775" y="87515"/>
                </a:lnTo>
                <a:lnTo>
                  <a:pt x="712089" y="92976"/>
                </a:lnTo>
                <a:lnTo>
                  <a:pt x="711339" y="91452"/>
                </a:lnTo>
                <a:lnTo>
                  <a:pt x="709282" y="87274"/>
                </a:lnTo>
                <a:lnTo>
                  <a:pt x="705612" y="81737"/>
                </a:lnTo>
                <a:lnTo>
                  <a:pt x="702398" y="77736"/>
                </a:lnTo>
                <a:lnTo>
                  <a:pt x="701382" y="76466"/>
                </a:lnTo>
                <a:lnTo>
                  <a:pt x="696849" y="71640"/>
                </a:lnTo>
                <a:lnTo>
                  <a:pt x="699897" y="68592"/>
                </a:lnTo>
                <a:lnTo>
                  <a:pt x="748766" y="68592"/>
                </a:lnTo>
                <a:lnTo>
                  <a:pt x="748766" y="59347"/>
                </a:lnTo>
                <a:lnTo>
                  <a:pt x="748766" y="44107"/>
                </a:lnTo>
                <a:lnTo>
                  <a:pt x="748766" y="42583"/>
                </a:lnTo>
                <a:lnTo>
                  <a:pt x="748766" y="34963"/>
                </a:lnTo>
                <a:lnTo>
                  <a:pt x="738098" y="34963"/>
                </a:lnTo>
                <a:lnTo>
                  <a:pt x="738098" y="44107"/>
                </a:lnTo>
                <a:lnTo>
                  <a:pt x="738098" y="59347"/>
                </a:lnTo>
                <a:lnTo>
                  <a:pt x="705993" y="59347"/>
                </a:lnTo>
                <a:lnTo>
                  <a:pt x="709041" y="50203"/>
                </a:lnTo>
                <a:lnTo>
                  <a:pt x="710565" y="44107"/>
                </a:lnTo>
                <a:lnTo>
                  <a:pt x="738098" y="44107"/>
                </a:lnTo>
                <a:lnTo>
                  <a:pt x="738098" y="34963"/>
                </a:lnTo>
                <a:lnTo>
                  <a:pt x="715238" y="34963"/>
                </a:lnTo>
                <a:lnTo>
                  <a:pt x="727430" y="22771"/>
                </a:lnTo>
                <a:lnTo>
                  <a:pt x="728954" y="21247"/>
                </a:lnTo>
                <a:lnTo>
                  <a:pt x="728954" y="13627"/>
                </a:lnTo>
                <a:lnTo>
                  <a:pt x="715238" y="13627"/>
                </a:lnTo>
                <a:lnTo>
                  <a:pt x="715238" y="22771"/>
                </a:lnTo>
                <a:lnTo>
                  <a:pt x="702945" y="34963"/>
                </a:lnTo>
                <a:lnTo>
                  <a:pt x="699897" y="34963"/>
                </a:lnTo>
                <a:lnTo>
                  <a:pt x="699897" y="44107"/>
                </a:lnTo>
                <a:lnTo>
                  <a:pt x="698373" y="50203"/>
                </a:lnTo>
                <a:lnTo>
                  <a:pt x="696849" y="54775"/>
                </a:lnTo>
                <a:lnTo>
                  <a:pt x="693801" y="59347"/>
                </a:lnTo>
                <a:lnTo>
                  <a:pt x="669417" y="59347"/>
                </a:lnTo>
                <a:lnTo>
                  <a:pt x="669417" y="44107"/>
                </a:lnTo>
                <a:lnTo>
                  <a:pt x="699897" y="44107"/>
                </a:lnTo>
                <a:lnTo>
                  <a:pt x="699897" y="34963"/>
                </a:lnTo>
                <a:lnTo>
                  <a:pt x="667893" y="34963"/>
                </a:lnTo>
                <a:lnTo>
                  <a:pt x="680085" y="22771"/>
                </a:lnTo>
                <a:lnTo>
                  <a:pt x="715238" y="22771"/>
                </a:lnTo>
                <a:lnTo>
                  <a:pt x="715238" y="13627"/>
                </a:lnTo>
                <a:lnTo>
                  <a:pt x="687705" y="13627"/>
                </a:lnTo>
                <a:lnTo>
                  <a:pt x="690753" y="9055"/>
                </a:lnTo>
                <a:lnTo>
                  <a:pt x="693801" y="6007"/>
                </a:lnTo>
                <a:lnTo>
                  <a:pt x="695325" y="1435"/>
                </a:lnTo>
                <a:lnTo>
                  <a:pt x="683133" y="1435"/>
                </a:lnTo>
                <a:lnTo>
                  <a:pt x="674827" y="11671"/>
                </a:lnTo>
                <a:lnTo>
                  <a:pt x="665797" y="21628"/>
                </a:lnTo>
                <a:lnTo>
                  <a:pt x="655916" y="31013"/>
                </a:lnTo>
                <a:lnTo>
                  <a:pt x="645033" y="39535"/>
                </a:lnTo>
                <a:lnTo>
                  <a:pt x="648081" y="44107"/>
                </a:lnTo>
                <a:lnTo>
                  <a:pt x="651129" y="50203"/>
                </a:lnTo>
                <a:lnTo>
                  <a:pt x="654177" y="47155"/>
                </a:lnTo>
                <a:lnTo>
                  <a:pt x="657225" y="45631"/>
                </a:lnTo>
                <a:lnTo>
                  <a:pt x="658749" y="42583"/>
                </a:lnTo>
                <a:lnTo>
                  <a:pt x="658749" y="71640"/>
                </a:lnTo>
                <a:lnTo>
                  <a:pt x="669417" y="71640"/>
                </a:lnTo>
                <a:lnTo>
                  <a:pt x="669417" y="68592"/>
                </a:lnTo>
                <a:lnTo>
                  <a:pt x="686181" y="68592"/>
                </a:lnTo>
                <a:lnTo>
                  <a:pt x="679323" y="73418"/>
                </a:lnTo>
                <a:lnTo>
                  <a:pt x="670179" y="78689"/>
                </a:lnTo>
                <a:lnTo>
                  <a:pt x="658749" y="84226"/>
                </a:lnTo>
                <a:lnTo>
                  <a:pt x="645033" y="89928"/>
                </a:lnTo>
                <a:lnTo>
                  <a:pt x="648081" y="92976"/>
                </a:lnTo>
                <a:lnTo>
                  <a:pt x="649605" y="96024"/>
                </a:lnTo>
                <a:lnTo>
                  <a:pt x="652653" y="99072"/>
                </a:lnTo>
                <a:lnTo>
                  <a:pt x="663752" y="93586"/>
                </a:lnTo>
                <a:lnTo>
                  <a:pt x="673989" y="88404"/>
                </a:lnTo>
                <a:lnTo>
                  <a:pt x="683094" y="83210"/>
                </a:lnTo>
                <a:lnTo>
                  <a:pt x="690753" y="77736"/>
                </a:lnTo>
                <a:lnTo>
                  <a:pt x="692277" y="79260"/>
                </a:lnTo>
                <a:lnTo>
                  <a:pt x="693801" y="82308"/>
                </a:lnTo>
                <a:lnTo>
                  <a:pt x="695325" y="83832"/>
                </a:lnTo>
                <a:lnTo>
                  <a:pt x="684466" y="92405"/>
                </a:lnTo>
                <a:lnTo>
                  <a:pt x="672465" y="99834"/>
                </a:lnTo>
                <a:lnTo>
                  <a:pt x="659320" y="106121"/>
                </a:lnTo>
                <a:lnTo>
                  <a:pt x="645033" y="111264"/>
                </a:lnTo>
                <a:lnTo>
                  <a:pt x="651129" y="117360"/>
                </a:lnTo>
                <a:lnTo>
                  <a:pt x="689305" y="100037"/>
                </a:lnTo>
                <a:lnTo>
                  <a:pt x="699897" y="91452"/>
                </a:lnTo>
                <a:lnTo>
                  <a:pt x="701421" y="94500"/>
                </a:lnTo>
                <a:lnTo>
                  <a:pt x="702945" y="96024"/>
                </a:lnTo>
                <a:lnTo>
                  <a:pt x="702945" y="99072"/>
                </a:lnTo>
                <a:lnTo>
                  <a:pt x="690930" y="109689"/>
                </a:lnTo>
                <a:lnTo>
                  <a:pt x="677608" y="118884"/>
                </a:lnTo>
                <a:lnTo>
                  <a:pt x="662876" y="126923"/>
                </a:lnTo>
                <a:lnTo>
                  <a:pt x="646557" y="134124"/>
                </a:lnTo>
                <a:lnTo>
                  <a:pt x="649605" y="137172"/>
                </a:lnTo>
                <a:lnTo>
                  <a:pt x="695731" y="118618"/>
                </a:lnTo>
                <a:lnTo>
                  <a:pt x="705993" y="109753"/>
                </a:lnTo>
                <a:lnTo>
                  <a:pt x="705993" y="112788"/>
                </a:lnTo>
                <a:lnTo>
                  <a:pt x="707517" y="117360"/>
                </a:lnTo>
                <a:lnTo>
                  <a:pt x="707466" y="120827"/>
                </a:lnTo>
                <a:lnTo>
                  <a:pt x="705993" y="131076"/>
                </a:lnTo>
                <a:lnTo>
                  <a:pt x="701421" y="135648"/>
                </a:lnTo>
                <a:lnTo>
                  <a:pt x="684657" y="135648"/>
                </a:lnTo>
                <a:lnTo>
                  <a:pt x="677037" y="134124"/>
                </a:lnTo>
                <a:lnTo>
                  <a:pt x="678561" y="138696"/>
                </a:lnTo>
                <a:lnTo>
                  <a:pt x="678561" y="141744"/>
                </a:lnTo>
                <a:lnTo>
                  <a:pt x="680085" y="146316"/>
                </a:lnTo>
                <a:lnTo>
                  <a:pt x="693801" y="146316"/>
                </a:lnTo>
                <a:lnTo>
                  <a:pt x="703821" y="144830"/>
                </a:lnTo>
                <a:lnTo>
                  <a:pt x="710996" y="140220"/>
                </a:lnTo>
                <a:lnTo>
                  <a:pt x="713447" y="135648"/>
                </a:lnTo>
                <a:lnTo>
                  <a:pt x="715314" y="132168"/>
                </a:lnTo>
                <a:lnTo>
                  <a:pt x="716711" y="120827"/>
                </a:lnTo>
                <a:lnTo>
                  <a:pt x="716762" y="109689"/>
                </a:lnTo>
                <a:lnTo>
                  <a:pt x="716762" y="108216"/>
                </a:lnTo>
                <a:lnTo>
                  <a:pt x="715238" y="102120"/>
                </a:lnTo>
                <a:lnTo>
                  <a:pt x="716762" y="100596"/>
                </a:lnTo>
                <a:lnTo>
                  <a:pt x="719810" y="99072"/>
                </a:lnTo>
                <a:lnTo>
                  <a:pt x="721334" y="97548"/>
                </a:lnTo>
                <a:lnTo>
                  <a:pt x="726478" y="109308"/>
                </a:lnTo>
                <a:lnTo>
                  <a:pt x="732764" y="119646"/>
                </a:lnTo>
                <a:lnTo>
                  <a:pt x="740194" y="128828"/>
                </a:lnTo>
                <a:lnTo>
                  <a:pt x="748766" y="137172"/>
                </a:lnTo>
                <a:lnTo>
                  <a:pt x="757910" y="128028"/>
                </a:lnTo>
                <a:close/>
              </a:path>
              <a:path w="1264285" h="149860">
                <a:moveTo>
                  <a:pt x="811339" y="123545"/>
                </a:moveTo>
                <a:lnTo>
                  <a:pt x="803719" y="114401"/>
                </a:lnTo>
                <a:lnTo>
                  <a:pt x="792848" y="120954"/>
                </a:lnTo>
                <a:lnTo>
                  <a:pt x="782955" y="126784"/>
                </a:lnTo>
                <a:lnTo>
                  <a:pt x="773899" y="131762"/>
                </a:lnTo>
                <a:lnTo>
                  <a:pt x="765530" y="135737"/>
                </a:lnTo>
                <a:lnTo>
                  <a:pt x="768578" y="138785"/>
                </a:lnTo>
                <a:lnTo>
                  <a:pt x="770102" y="141833"/>
                </a:lnTo>
                <a:lnTo>
                  <a:pt x="771715" y="144881"/>
                </a:lnTo>
                <a:lnTo>
                  <a:pt x="780275" y="140906"/>
                </a:lnTo>
                <a:lnTo>
                  <a:pt x="789813" y="135928"/>
                </a:lnTo>
                <a:lnTo>
                  <a:pt x="800227" y="130098"/>
                </a:lnTo>
                <a:lnTo>
                  <a:pt x="811339" y="123545"/>
                </a:lnTo>
                <a:close/>
              </a:path>
              <a:path w="1264285" h="149860">
                <a:moveTo>
                  <a:pt x="904303" y="134213"/>
                </a:moveTo>
                <a:lnTo>
                  <a:pt x="882777" y="123164"/>
                </a:lnTo>
                <a:lnTo>
                  <a:pt x="873239" y="118351"/>
                </a:lnTo>
                <a:lnTo>
                  <a:pt x="864679" y="114401"/>
                </a:lnTo>
                <a:lnTo>
                  <a:pt x="858583" y="122021"/>
                </a:lnTo>
                <a:lnTo>
                  <a:pt x="866736" y="126784"/>
                </a:lnTo>
                <a:lnTo>
                  <a:pt x="896683" y="144881"/>
                </a:lnTo>
                <a:lnTo>
                  <a:pt x="904303" y="134213"/>
                </a:lnTo>
                <a:close/>
              </a:path>
              <a:path w="1264285" h="149860">
                <a:moveTo>
                  <a:pt x="908875" y="51816"/>
                </a:moveTo>
                <a:lnTo>
                  <a:pt x="841819" y="51816"/>
                </a:lnTo>
                <a:lnTo>
                  <a:pt x="841819" y="42672"/>
                </a:lnTo>
                <a:lnTo>
                  <a:pt x="892111" y="42672"/>
                </a:lnTo>
                <a:lnTo>
                  <a:pt x="892111" y="32004"/>
                </a:lnTo>
                <a:lnTo>
                  <a:pt x="841819" y="32004"/>
                </a:lnTo>
                <a:lnTo>
                  <a:pt x="841819" y="22860"/>
                </a:lnTo>
                <a:lnTo>
                  <a:pt x="902779" y="22860"/>
                </a:lnTo>
                <a:lnTo>
                  <a:pt x="902779" y="13716"/>
                </a:lnTo>
                <a:lnTo>
                  <a:pt x="841819" y="13716"/>
                </a:lnTo>
                <a:lnTo>
                  <a:pt x="841819" y="0"/>
                </a:lnTo>
                <a:lnTo>
                  <a:pt x="831151" y="0"/>
                </a:lnTo>
                <a:lnTo>
                  <a:pt x="831151" y="13716"/>
                </a:lnTo>
                <a:lnTo>
                  <a:pt x="770102" y="13716"/>
                </a:lnTo>
                <a:lnTo>
                  <a:pt x="770102" y="22860"/>
                </a:lnTo>
                <a:lnTo>
                  <a:pt x="831151" y="22860"/>
                </a:lnTo>
                <a:lnTo>
                  <a:pt x="831151" y="32004"/>
                </a:lnTo>
                <a:lnTo>
                  <a:pt x="779335" y="32004"/>
                </a:lnTo>
                <a:lnTo>
                  <a:pt x="779335" y="42672"/>
                </a:lnTo>
                <a:lnTo>
                  <a:pt x="831151" y="42672"/>
                </a:lnTo>
                <a:lnTo>
                  <a:pt x="831151" y="51816"/>
                </a:lnTo>
                <a:lnTo>
                  <a:pt x="764006" y="51816"/>
                </a:lnTo>
                <a:lnTo>
                  <a:pt x="764006" y="62484"/>
                </a:lnTo>
                <a:lnTo>
                  <a:pt x="809815" y="62484"/>
                </a:lnTo>
                <a:lnTo>
                  <a:pt x="805243" y="65532"/>
                </a:lnTo>
                <a:lnTo>
                  <a:pt x="799147" y="68580"/>
                </a:lnTo>
                <a:lnTo>
                  <a:pt x="791527" y="71628"/>
                </a:lnTo>
                <a:lnTo>
                  <a:pt x="788479" y="73152"/>
                </a:lnTo>
                <a:lnTo>
                  <a:pt x="783907" y="74676"/>
                </a:lnTo>
                <a:lnTo>
                  <a:pt x="777811" y="76200"/>
                </a:lnTo>
                <a:lnTo>
                  <a:pt x="783907" y="86969"/>
                </a:lnTo>
                <a:lnTo>
                  <a:pt x="786955" y="86969"/>
                </a:lnTo>
                <a:lnTo>
                  <a:pt x="791527" y="85445"/>
                </a:lnTo>
                <a:lnTo>
                  <a:pt x="794575" y="85445"/>
                </a:lnTo>
                <a:lnTo>
                  <a:pt x="802601" y="85204"/>
                </a:lnTo>
                <a:lnTo>
                  <a:pt x="819226" y="84162"/>
                </a:lnTo>
                <a:lnTo>
                  <a:pt x="828103" y="83921"/>
                </a:lnTo>
                <a:lnTo>
                  <a:pt x="820102" y="87109"/>
                </a:lnTo>
                <a:lnTo>
                  <a:pt x="804100" y="92925"/>
                </a:lnTo>
                <a:lnTo>
                  <a:pt x="796099" y="96113"/>
                </a:lnTo>
                <a:lnTo>
                  <a:pt x="790003" y="99161"/>
                </a:lnTo>
                <a:lnTo>
                  <a:pt x="783907" y="100685"/>
                </a:lnTo>
                <a:lnTo>
                  <a:pt x="776287" y="102209"/>
                </a:lnTo>
                <a:lnTo>
                  <a:pt x="782383" y="112877"/>
                </a:lnTo>
                <a:lnTo>
                  <a:pt x="786955" y="112877"/>
                </a:lnTo>
                <a:lnTo>
                  <a:pt x="793153" y="111328"/>
                </a:lnTo>
                <a:lnTo>
                  <a:pt x="806538" y="111328"/>
                </a:lnTo>
                <a:lnTo>
                  <a:pt x="814768" y="111163"/>
                </a:lnTo>
                <a:lnTo>
                  <a:pt x="823582" y="110705"/>
                </a:lnTo>
                <a:lnTo>
                  <a:pt x="832675" y="109829"/>
                </a:lnTo>
                <a:lnTo>
                  <a:pt x="832675" y="132689"/>
                </a:lnTo>
                <a:lnTo>
                  <a:pt x="829627" y="134213"/>
                </a:lnTo>
                <a:lnTo>
                  <a:pt x="814387" y="134213"/>
                </a:lnTo>
                <a:lnTo>
                  <a:pt x="806767" y="132689"/>
                </a:lnTo>
                <a:lnTo>
                  <a:pt x="806767" y="138785"/>
                </a:lnTo>
                <a:lnTo>
                  <a:pt x="808291" y="141833"/>
                </a:lnTo>
                <a:lnTo>
                  <a:pt x="808291" y="144881"/>
                </a:lnTo>
                <a:lnTo>
                  <a:pt x="815911" y="146405"/>
                </a:lnTo>
                <a:lnTo>
                  <a:pt x="826579" y="146405"/>
                </a:lnTo>
                <a:lnTo>
                  <a:pt x="834580" y="145262"/>
                </a:lnTo>
                <a:lnTo>
                  <a:pt x="840295" y="141833"/>
                </a:lnTo>
                <a:lnTo>
                  <a:pt x="843724" y="136118"/>
                </a:lnTo>
                <a:lnTo>
                  <a:pt x="843788" y="135737"/>
                </a:lnTo>
                <a:lnTo>
                  <a:pt x="844003" y="134213"/>
                </a:lnTo>
                <a:lnTo>
                  <a:pt x="844816" y="128549"/>
                </a:lnTo>
                <a:lnTo>
                  <a:pt x="844867" y="109829"/>
                </a:lnTo>
                <a:lnTo>
                  <a:pt x="854278" y="108927"/>
                </a:lnTo>
                <a:lnTo>
                  <a:pt x="874229" y="107683"/>
                </a:lnTo>
                <a:lnTo>
                  <a:pt x="884491" y="106781"/>
                </a:lnTo>
                <a:lnTo>
                  <a:pt x="887539" y="109829"/>
                </a:lnTo>
                <a:lnTo>
                  <a:pt x="890587" y="114401"/>
                </a:lnTo>
                <a:lnTo>
                  <a:pt x="893635" y="117449"/>
                </a:lnTo>
                <a:lnTo>
                  <a:pt x="902779" y="108305"/>
                </a:lnTo>
                <a:lnTo>
                  <a:pt x="901192" y="106781"/>
                </a:lnTo>
                <a:lnTo>
                  <a:pt x="896429" y="102209"/>
                </a:lnTo>
                <a:lnTo>
                  <a:pt x="895642" y="101447"/>
                </a:lnTo>
                <a:lnTo>
                  <a:pt x="887920" y="94589"/>
                </a:lnTo>
                <a:lnTo>
                  <a:pt x="879640" y="87731"/>
                </a:lnTo>
                <a:lnTo>
                  <a:pt x="870775" y="80873"/>
                </a:lnTo>
                <a:lnTo>
                  <a:pt x="863155" y="86969"/>
                </a:lnTo>
                <a:lnTo>
                  <a:pt x="867727" y="91541"/>
                </a:lnTo>
                <a:lnTo>
                  <a:pt x="872299" y="94589"/>
                </a:lnTo>
                <a:lnTo>
                  <a:pt x="876871" y="99161"/>
                </a:lnTo>
                <a:lnTo>
                  <a:pt x="840105" y="101257"/>
                </a:lnTo>
                <a:lnTo>
                  <a:pt x="821372" y="101942"/>
                </a:lnTo>
                <a:lnTo>
                  <a:pt x="802195" y="102209"/>
                </a:lnTo>
                <a:lnTo>
                  <a:pt x="821397" y="95059"/>
                </a:lnTo>
                <a:lnTo>
                  <a:pt x="840295" y="87337"/>
                </a:lnTo>
                <a:lnTo>
                  <a:pt x="848067" y="83921"/>
                </a:lnTo>
                <a:lnTo>
                  <a:pt x="859205" y="79019"/>
                </a:lnTo>
                <a:lnTo>
                  <a:pt x="861783" y="77825"/>
                </a:lnTo>
                <a:lnTo>
                  <a:pt x="878395" y="70104"/>
                </a:lnTo>
                <a:lnTo>
                  <a:pt x="869251" y="62484"/>
                </a:lnTo>
                <a:lnTo>
                  <a:pt x="864184" y="65684"/>
                </a:lnTo>
                <a:lnTo>
                  <a:pt x="858393" y="68580"/>
                </a:lnTo>
                <a:lnTo>
                  <a:pt x="852322" y="71488"/>
                </a:lnTo>
                <a:lnTo>
                  <a:pt x="846391" y="74676"/>
                </a:lnTo>
                <a:lnTo>
                  <a:pt x="833843" y="75590"/>
                </a:lnTo>
                <a:lnTo>
                  <a:pt x="809320" y="76860"/>
                </a:lnTo>
                <a:lnTo>
                  <a:pt x="797623" y="77825"/>
                </a:lnTo>
                <a:lnTo>
                  <a:pt x="805611" y="73456"/>
                </a:lnTo>
                <a:lnTo>
                  <a:pt x="813435" y="69545"/>
                </a:lnTo>
                <a:lnTo>
                  <a:pt x="828103" y="62484"/>
                </a:lnTo>
                <a:lnTo>
                  <a:pt x="869251" y="62484"/>
                </a:lnTo>
                <a:lnTo>
                  <a:pt x="908875" y="62484"/>
                </a:lnTo>
                <a:lnTo>
                  <a:pt x="908875" y="51816"/>
                </a:lnTo>
                <a:close/>
              </a:path>
              <a:path w="1264285" h="149860">
                <a:moveTo>
                  <a:pt x="959269" y="4584"/>
                </a:moveTo>
                <a:lnTo>
                  <a:pt x="947077" y="1536"/>
                </a:lnTo>
                <a:lnTo>
                  <a:pt x="941438" y="20650"/>
                </a:lnTo>
                <a:lnTo>
                  <a:pt x="933919" y="39065"/>
                </a:lnTo>
                <a:lnTo>
                  <a:pt x="924966" y="56603"/>
                </a:lnTo>
                <a:lnTo>
                  <a:pt x="914984" y="73164"/>
                </a:lnTo>
                <a:lnTo>
                  <a:pt x="916597" y="77825"/>
                </a:lnTo>
                <a:lnTo>
                  <a:pt x="918121" y="80873"/>
                </a:lnTo>
                <a:lnTo>
                  <a:pt x="919645" y="85445"/>
                </a:lnTo>
                <a:lnTo>
                  <a:pt x="923074" y="80594"/>
                </a:lnTo>
                <a:lnTo>
                  <a:pt x="926503" y="75298"/>
                </a:lnTo>
                <a:lnTo>
                  <a:pt x="929932" y="69723"/>
                </a:lnTo>
                <a:lnTo>
                  <a:pt x="933361" y="64020"/>
                </a:lnTo>
                <a:lnTo>
                  <a:pt x="933361" y="147929"/>
                </a:lnTo>
                <a:lnTo>
                  <a:pt x="945553" y="147929"/>
                </a:lnTo>
                <a:lnTo>
                  <a:pt x="945553" y="64020"/>
                </a:lnTo>
                <a:lnTo>
                  <a:pt x="945553" y="41160"/>
                </a:lnTo>
                <a:lnTo>
                  <a:pt x="948982" y="32867"/>
                </a:lnTo>
                <a:lnTo>
                  <a:pt x="952411" y="24015"/>
                </a:lnTo>
                <a:lnTo>
                  <a:pt x="955840" y="14579"/>
                </a:lnTo>
                <a:lnTo>
                  <a:pt x="959269" y="4584"/>
                </a:lnTo>
                <a:close/>
              </a:path>
              <a:path w="1264285" h="149860">
                <a:moveTo>
                  <a:pt x="1052233" y="94589"/>
                </a:moveTo>
                <a:lnTo>
                  <a:pt x="1040041" y="94589"/>
                </a:lnTo>
                <a:lnTo>
                  <a:pt x="1040041" y="103733"/>
                </a:lnTo>
                <a:lnTo>
                  <a:pt x="1040041" y="129641"/>
                </a:lnTo>
                <a:lnTo>
                  <a:pt x="979081" y="129641"/>
                </a:lnTo>
                <a:lnTo>
                  <a:pt x="979081" y="103733"/>
                </a:lnTo>
                <a:lnTo>
                  <a:pt x="1040041" y="103733"/>
                </a:lnTo>
                <a:lnTo>
                  <a:pt x="1040041" y="94589"/>
                </a:lnTo>
                <a:lnTo>
                  <a:pt x="966889" y="94589"/>
                </a:lnTo>
                <a:lnTo>
                  <a:pt x="966889" y="147929"/>
                </a:lnTo>
                <a:lnTo>
                  <a:pt x="979081" y="147929"/>
                </a:lnTo>
                <a:lnTo>
                  <a:pt x="979081" y="138785"/>
                </a:lnTo>
                <a:lnTo>
                  <a:pt x="1040041" y="138785"/>
                </a:lnTo>
                <a:lnTo>
                  <a:pt x="1040041" y="147929"/>
                </a:lnTo>
                <a:lnTo>
                  <a:pt x="1052233" y="147929"/>
                </a:lnTo>
                <a:lnTo>
                  <a:pt x="1052233" y="138785"/>
                </a:lnTo>
                <a:lnTo>
                  <a:pt x="1052233" y="129641"/>
                </a:lnTo>
                <a:lnTo>
                  <a:pt x="1052233" y="103733"/>
                </a:lnTo>
                <a:lnTo>
                  <a:pt x="1052233" y="94589"/>
                </a:lnTo>
                <a:close/>
              </a:path>
              <a:path w="1264285" h="149860">
                <a:moveTo>
                  <a:pt x="1053757" y="70116"/>
                </a:moveTo>
                <a:lnTo>
                  <a:pt x="965365" y="70116"/>
                </a:lnTo>
                <a:lnTo>
                  <a:pt x="965365" y="79349"/>
                </a:lnTo>
                <a:lnTo>
                  <a:pt x="1053757" y="79349"/>
                </a:lnTo>
                <a:lnTo>
                  <a:pt x="1053757" y="70116"/>
                </a:lnTo>
                <a:close/>
              </a:path>
              <a:path w="1264285" h="149860">
                <a:moveTo>
                  <a:pt x="1053757" y="45732"/>
                </a:moveTo>
                <a:lnTo>
                  <a:pt x="965365" y="45732"/>
                </a:lnTo>
                <a:lnTo>
                  <a:pt x="965365" y="56400"/>
                </a:lnTo>
                <a:lnTo>
                  <a:pt x="1053757" y="56400"/>
                </a:lnTo>
                <a:lnTo>
                  <a:pt x="1053757" y="45732"/>
                </a:lnTo>
                <a:close/>
              </a:path>
              <a:path w="1264285" h="149860">
                <a:moveTo>
                  <a:pt x="1063002" y="21348"/>
                </a:moveTo>
                <a:lnTo>
                  <a:pt x="1011085" y="21348"/>
                </a:lnTo>
                <a:lnTo>
                  <a:pt x="1017181" y="18300"/>
                </a:lnTo>
                <a:lnTo>
                  <a:pt x="1011085" y="6108"/>
                </a:lnTo>
                <a:lnTo>
                  <a:pt x="1006513" y="1536"/>
                </a:lnTo>
                <a:lnTo>
                  <a:pt x="997369" y="6108"/>
                </a:lnTo>
                <a:lnTo>
                  <a:pt x="1000417" y="10680"/>
                </a:lnTo>
                <a:lnTo>
                  <a:pt x="1003465" y="16776"/>
                </a:lnTo>
                <a:lnTo>
                  <a:pt x="1006513" y="21348"/>
                </a:lnTo>
                <a:lnTo>
                  <a:pt x="957745" y="21348"/>
                </a:lnTo>
                <a:lnTo>
                  <a:pt x="957745" y="32016"/>
                </a:lnTo>
                <a:lnTo>
                  <a:pt x="1063002" y="32016"/>
                </a:lnTo>
                <a:lnTo>
                  <a:pt x="1063002" y="21348"/>
                </a:lnTo>
                <a:close/>
              </a:path>
              <a:path w="1264285" h="149860">
                <a:moveTo>
                  <a:pt x="1091996" y="105143"/>
                </a:moveTo>
                <a:lnTo>
                  <a:pt x="1091641" y="105143"/>
                </a:lnTo>
                <a:lnTo>
                  <a:pt x="1079754" y="100685"/>
                </a:lnTo>
                <a:lnTo>
                  <a:pt x="1077188" y="110401"/>
                </a:lnTo>
                <a:lnTo>
                  <a:pt x="1074039" y="118973"/>
                </a:lnTo>
                <a:lnTo>
                  <a:pt x="1070330" y="126403"/>
                </a:lnTo>
                <a:lnTo>
                  <a:pt x="1066038" y="132689"/>
                </a:lnTo>
                <a:lnTo>
                  <a:pt x="1075182" y="135737"/>
                </a:lnTo>
                <a:lnTo>
                  <a:pt x="1078230" y="137261"/>
                </a:lnTo>
                <a:lnTo>
                  <a:pt x="1081659" y="130111"/>
                </a:lnTo>
                <a:lnTo>
                  <a:pt x="1085088" y="122402"/>
                </a:lnTo>
                <a:lnTo>
                  <a:pt x="1088529" y="114109"/>
                </a:lnTo>
                <a:lnTo>
                  <a:pt x="1091996" y="105143"/>
                </a:lnTo>
                <a:close/>
              </a:path>
              <a:path w="1264285" h="149860">
                <a:moveTo>
                  <a:pt x="1155966" y="114401"/>
                </a:moveTo>
                <a:lnTo>
                  <a:pt x="1151153" y="108737"/>
                </a:lnTo>
                <a:lnTo>
                  <a:pt x="1146060" y="103352"/>
                </a:lnTo>
                <a:lnTo>
                  <a:pt x="1140955" y="98539"/>
                </a:lnTo>
                <a:lnTo>
                  <a:pt x="1136154" y="94589"/>
                </a:lnTo>
                <a:lnTo>
                  <a:pt x="1128534" y="100685"/>
                </a:lnTo>
                <a:lnTo>
                  <a:pt x="1132954" y="105143"/>
                </a:lnTo>
                <a:lnTo>
                  <a:pt x="1137869" y="110210"/>
                </a:lnTo>
                <a:lnTo>
                  <a:pt x="1142885" y="115684"/>
                </a:lnTo>
                <a:lnTo>
                  <a:pt x="1148346" y="122021"/>
                </a:lnTo>
                <a:lnTo>
                  <a:pt x="1155966" y="114401"/>
                </a:lnTo>
                <a:close/>
              </a:path>
              <a:path w="1264285" h="149860">
                <a:moveTo>
                  <a:pt x="1184922" y="114401"/>
                </a:moveTo>
                <a:lnTo>
                  <a:pt x="1181874" y="112877"/>
                </a:lnTo>
                <a:lnTo>
                  <a:pt x="1177302" y="111353"/>
                </a:lnTo>
                <a:lnTo>
                  <a:pt x="1174254" y="109829"/>
                </a:lnTo>
                <a:lnTo>
                  <a:pt x="1174140" y="110401"/>
                </a:lnTo>
                <a:lnTo>
                  <a:pt x="1172730" y="117449"/>
                </a:lnTo>
                <a:lnTo>
                  <a:pt x="1171206" y="122021"/>
                </a:lnTo>
                <a:lnTo>
                  <a:pt x="1171206" y="125069"/>
                </a:lnTo>
                <a:lnTo>
                  <a:pt x="1169682" y="131165"/>
                </a:lnTo>
                <a:lnTo>
                  <a:pt x="1165110" y="134213"/>
                </a:lnTo>
                <a:lnTo>
                  <a:pt x="1117866" y="134213"/>
                </a:lnTo>
                <a:lnTo>
                  <a:pt x="1113294" y="131165"/>
                </a:lnTo>
                <a:lnTo>
                  <a:pt x="1113294" y="102209"/>
                </a:lnTo>
                <a:lnTo>
                  <a:pt x="1102626" y="102209"/>
                </a:lnTo>
                <a:lnTo>
                  <a:pt x="1102626" y="126593"/>
                </a:lnTo>
                <a:lnTo>
                  <a:pt x="1103782" y="134594"/>
                </a:lnTo>
                <a:lnTo>
                  <a:pt x="1107389" y="140309"/>
                </a:lnTo>
                <a:lnTo>
                  <a:pt x="1113548" y="143738"/>
                </a:lnTo>
                <a:lnTo>
                  <a:pt x="1122438" y="144881"/>
                </a:lnTo>
                <a:lnTo>
                  <a:pt x="1159014" y="144881"/>
                </a:lnTo>
                <a:lnTo>
                  <a:pt x="1167942" y="144005"/>
                </a:lnTo>
                <a:lnTo>
                  <a:pt x="1174445" y="141262"/>
                </a:lnTo>
                <a:lnTo>
                  <a:pt x="1178941" y="136525"/>
                </a:lnTo>
                <a:lnTo>
                  <a:pt x="1179918" y="134213"/>
                </a:lnTo>
                <a:lnTo>
                  <a:pt x="1181874" y="129641"/>
                </a:lnTo>
                <a:lnTo>
                  <a:pt x="1183398" y="126593"/>
                </a:lnTo>
                <a:lnTo>
                  <a:pt x="1183398" y="120497"/>
                </a:lnTo>
                <a:lnTo>
                  <a:pt x="1184922" y="114401"/>
                </a:lnTo>
                <a:close/>
              </a:path>
              <a:path w="1264285" h="149860">
                <a:moveTo>
                  <a:pt x="1194066" y="15240"/>
                </a:moveTo>
                <a:lnTo>
                  <a:pt x="1183398" y="15240"/>
                </a:lnTo>
                <a:lnTo>
                  <a:pt x="1183398" y="25908"/>
                </a:lnTo>
                <a:lnTo>
                  <a:pt x="1183398" y="38100"/>
                </a:lnTo>
                <a:lnTo>
                  <a:pt x="1183398" y="47244"/>
                </a:lnTo>
                <a:lnTo>
                  <a:pt x="1183398" y="60960"/>
                </a:lnTo>
                <a:lnTo>
                  <a:pt x="1183398" y="70104"/>
                </a:lnTo>
                <a:lnTo>
                  <a:pt x="1183398" y="82397"/>
                </a:lnTo>
                <a:lnTo>
                  <a:pt x="1098054" y="82397"/>
                </a:lnTo>
                <a:lnTo>
                  <a:pt x="1098054" y="70104"/>
                </a:lnTo>
                <a:lnTo>
                  <a:pt x="1183398" y="70104"/>
                </a:lnTo>
                <a:lnTo>
                  <a:pt x="1183398" y="60960"/>
                </a:lnTo>
                <a:lnTo>
                  <a:pt x="1098054" y="60960"/>
                </a:lnTo>
                <a:lnTo>
                  <a:pt x="1098054" y="47244"/>
                </a:lnTo>
                <a:lnTo>
                  <a:pt x="1183398" y="47244"/>
                </a:lnTo>
                <a:lnTo>
                  <a:pt x="1183398" y="38100"/>
                </a:lnTo>
                <a:lnTo>
                  <a:pt x="1098054" y="38100"/>
                </a:lnTo>
                <a:lnTo>
                  <a:pt x="1098054" y="25908"/>
                </a:lnTo>
                <a:lnTo>
                  <a:pt x="1183398" y="25908"/>
                </a:lnTo>
                <a:lnTo>
                  <a:pt x="1183398" y="15240"/>
                </a:lnTo>
                <a:lnTo>
                  <a:pt x="1134630" y="15240"/>
                </a:lnTo>
                <a:lnTo>
                  <a:pt x="1137678" y="12192"/>
                </a:lnTo>
                <a:lnTo>
                  <a:pt x="1140726" y="3048"/>
                </a:lnTo>
                <a:lnTo>
                  <a:pt x="1128534" y="0"/>
                </a:lnTo>
                <a:lnTo>
                  <a:pt x="1127010" y="6096"/>
                </a:lnTo>
                <a:lnTo>
                  <a:pt x="1123962" y="15240"/>
                </a:lnTo>
                <a:lnTo>
                  <a:pt x="1087386" y="15240"/>
                </a:lnTo>
                <a:lnTo>
                  <a:pt x="1087386" y="97637"/>
                </a:lnTo>
                <a:lnTo>
                  <a:pt x="1098054" y="97637"/>
                </a:lnTo>
                <a:lnTo>
                  <a:pt x="1098054" y="93065"/>
                </a:lnTo>
                <a:lnTo>
                  <a:pt x="1183398" y="93065"/>
                </a:lnTo>
                <a:lnTo>
                  <a:pt x="1183398" y="97637"/>
                </a:lnTo>
                <a:lnTo>
                  <a:pt x="1194066" y="97637"/>
                </a:lnTo>
                <a:lnTo>
                  <a:pt x="1194066" y="93065"/>
                </a:lnTo>
                <a:lnTo>
                  <a:pt x="1194066" y="82397"/>
                </a:lnTo>
                <a:lnTo>
                  <a:pt x="1194066" y="25908"/>
                </a:lnTo>
                <a:lnTo>
                  <a:pt x="1194066" y="15240"/>
                </a:lnTo>
                <a:close/>
              </a:path>
              <a:path w="1264285" h="149860">
                <a:moveTo>
                  <a:pt x="1217015" y="125069"/>
                </a:moveTo>
                <a:lnTo>
                  <a:pt x="1211529" y="118237"/>
                </a:lnTo>
                <a:lnTo>
                  <a:pt x="1206296" y="111544"/>
                </a:lnTo>
                <a:lnTo>
                  <a:pt x="1201077" y="105143"/>
                </a:lnTo>
                <a:lnTo>
                  <a:pt x="1195590" y="99161"/>
                </a:lnTo>
                <a:lnTo>
                  <a:pt x="1186446" y="106781"/>
                </a:lnTo>
                <a:lnTo>
                  <a:pt x="1192136" y="112522"/>
                </a:lnTo>
                <a:lnTo>
                  <a:pt x="1197686" y="118402"/>
                </a:lnTo>
                <a:lnTo>
                  <a:pt x="1202982" y="124574"/>
                </a:lnTo>
                <a:lnTo>
                  <a:pt x="1207871" y="131165"/>
                </a:lnTo>
                <a:lnTo>
                  <a:pt x="1217015" y="125069"/>
                </a:lnTo>
                <a:close/>
              </a:path>
              <a:path w="1264285" h="149860">
                <a:moveTo>
                  <a:pt x="1264259" y="109829"/>
                </a:moveTo>
                <a:lnTo>
                  <a:pt x="1250543" y="109829"/>
                </a:lnTo>
                <a:lnTo>
                  <a:pt x="1241399" y="149453"/>
                </a:lnTo>
                <a:lnTo>
                  <a:pt x="1250543" y="149453"/>
                </a:lnTo>
                <a:lnTo>
                  <a:pt x="1264259" y="109829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88717" y="2401061"/>
            <a:ext cx="1875758" cy="149447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1315397" y="2700808"/>
            <a:ext cx="4213860" cy="668655"/>
            <a:chOff x="1315397" y="2700808"/>
            <a:chExt cx="4213860" cy="668655"/>
          </a:xfrm>
        </p:grpSpPr>
        <p:sp>
          <p:nvSpPr>
            <p:cNvPr id="18" name="object 18"/>
            <p:cNvSpPr/>
            <p:nvPr/>
          </p:nvSpPr>
          <p:spPr>
            <a:xfrm>
              <a:off x="1320736" y="2706147"/>
              <a:ext cx="4203065" cy="657860"/>
            </a:xfrm>
            <a:custGeom>
              <a:avLst/>
              <a:gdLst/>
              <a:ahLst/>
              <a:cxnLst/>
              <a:rect l="l" t="t" r="r" b="b"/>
              <a:pathLst>
                <a:path w="4203065" h="657860">
                  <a:moveTo>
                    <a:pt x="0" y="623887"/>
                  </a:moveTo>
                  <a:lnTo>
                    <a:pt x="0" y="32004"/>
                  </a:lnTo>
                  <a:lnTo>
                    <a:pt x="0" y="27432"/>
                  </a:lnTo>
                  <a:lnTo>
                    <a:pt x="0" y="24384"/>
                  </a:lnTo>
                  <a:lnTo>
                    <a:pt x="1524" y="19812"/>
                  </a:lnTo>
                  <a:lnTo>
                    <a:pt x="3048" y="15239"/>
                  </a:lnTo>
                  <a:lnTo>
                    <a:pt x="6096" y="12191"/>
                  </a:lnTo>
                  <a:lnTo>
                    <a:pt x="9144" y="9143"/>
                  </a:lnTo>
                  <a:lnTo>
                    <a:pt x="12192" y="6095"/>
                  </a:lnTo>
                  <a:lnTo>
                    <a:pt x="15240" y="3047"/>
                  </a:lnTo>
                  <a:lnTo>
                    <a:pt x="19812" y="1524"/>
                  </a:lnTo>
                  <a:lnTo>
                    <a:pt x="24384" y="0"/>
                  </a:lnTo>
                  <a:lnTo>
                    <a:pt x="4178522" y="0"/>
                  </a:lnTo>
                  <a:lnTo>
                    <a:pt x="4181570" y="1524"/>
                  </a:lnTo>
                  <a:lnTo>
                    <a:pt x="4186142" y="3047"/>
                  </a:lnTo>
                  <a:lnTo>
                    <a:pt x="4189190" y="6095"/>
                  </a:lnTo>
                  <a:lnTo>
                    <a:pt x="4192238" y="9143"/>
                  </a:lnTo>
                  <a:lnTo>
                    <a:pt x="4196810" y="12191"/>
                  </a:lnTo>
                  <a:lnTo>
                    <a:pt x="4198334" y="15239"/>
                  </a:lnTo>
                  <a:lnTo>
                    <a:pt x="4199858" y="19812"/>
                  </a:lnTo>
                  <a:lnTo>
                    <a:pt x="4201382" y="24384"/>
                  </a:lnTo>
                  <a:lnTo>
                    <a:pt x="4202906" y="27432"/>
                  </a:lnTo>
                  <a:lnTo>
                    <a:pt x="4202906" y="32004"/>
                  </a:lnTo>
                  <a:lnTo>
                    <a:pt x="4202906" y="623887"/>
                  </a:lnTo>
                  <a:lnTo>
                    <a:pt x="4202906" y="628459"/>
                  </a:lnTo>
                  <a:lnTo>
                    <a:pt x="4201382" y="631507"/>
                  </a:lnTo>
                  <a:lnTo>
                    <a:pt x="4199858" y="636079"/>
                  </a:lnTo>
                  <a:lnTo>
                    <a:pt x="4198334" y="640651"/>
                  </a:lnTo>
                  <a:lnTo>
                    <a:pt x="4196810" y="643699"/>
                  </a:lnTo>
                  <a:lnTo>
                    <a:pt x="4192238" y="646747"/>
                  </a:lnTo>
                  <a:lnTo>
                    <a:pt x="4189190" y="649890"/>
                  </a:lnTo>
                  <a:lnTo>
                    <a:pt x="4186142" y="652938"/>
                  </a:lnTo>
                  <a:lnTo>
                    <a:pt x="4181570" y="654462"/>
                  </a:lnTo>
                  <a:lnTo>
                    <a:pt x="4178522" y="655986"/>
                  </a:lnTo>
                  <a:lnTo>
                    <a:pt x="4173950" y="657510"/>
                  </a:lnTo>
                  <a:lnTo>
                    <a:pt x="4169378" y="657510"/>
                  </a:lnTo>
                  <a:lnTo>
                    <a:pt x="33528" y="657510"/>
                  </a:lnTo>
                  <a:lnTo>
                    <a:pt x="28956" y="657510"/>
                  </a:lnTo>
                  <a:lnTo>
                    <a:pt x="24384" y="655986"/>
                  </a:lnTo>
                  <a:lnTo>
                    <a:pt x="19812" y="654462"/>
                  </a:lnTo>
                  <a:lnTo>
                    <a:pt x="15240" y="652938"/>
                  </a:lnTo>
                  <a:lnTo>
                    <a:pt x="12192" y="649890"/>
                  </a:lnTo>
                  <a:lnTo>
                    <a:pt x="9144" y="646747"/>
                  </a:lnTo>
                  <a:lnTo>
                    <a:pt x="6096" y="643699"/>
                  </a:lnTo>
                  <a:lnTo>
                    <a:pt x="3048" y="640651"/>
                  </a:lnTo>
                  <a:lnTo>
                    <a:pt x="1524" y="636079"/>
                  </a:lnTo>
                  <a:lnTo>
                    <a:pt x="0" y="631507"/>
                  </a:lnTo>
                  <a:lnTo>
                    <a:pt x="0" y="628459"/>
                  </a:lnTo>
                  <a:lnTo>
                    <a:pt x="0" y="623887"/>
                  </a:lnTo>
                  <a:close/>
                </a:path>
              </a:pathLst>
            </a:custGeom>
            <a:ln w="10677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41221" y="2855594"/>
              <a:ext cx="1473200" cy="134620"/>
            </a:xfrm>
            <a:custGeom>
              <a:avLst/>
              <a:gdLst/>
              <a:ahLst/>
              <a:cxnLst/>
              <a:rect l="l" t="t" r="r" b="b"/>
              <a:pathLst>
                <a:path w="1473200" h="134619">
                  <a:moveTo>
                    <a:pt x="59436" y="99161"/>
                  </a:moveTo>
                  <a:lnTo>
                    <a:pt x="57607" y="96113"/>
                  </a:lnTo>
                  <a:lnTo>
                    <a:pt x="45720" y="76301"/>
                  </a:lnTo>
                  <a:lnTo>
                    <a:pt x="50812" y="61747"/>
                  </a:lnTo>
                  <a:lnTo>
                    <a:pt x="51663" y="58013"/>
                  </a:lnTo>
                  <a:lnTo>
                    <a:pt x="54483" y="45618"/>
                  </a:lnTo>
                  <a:lnTo>
                    <a:pt x="56438" y="28041"/>
                  </a:lnTo>
                  <a:lnTo>
                    <a:pt x="56388" y="9156"/>
                  </a:lnTo>
                  <a:lnTo>
                    <a:pt x="1524" y="9156"/>
                  </a:lnTo>
                  <a:lnTo>
                    <a:pt x="1524" y="27533"/>
                  </a:lnTo>
                  <a:lnTo>
                    <a:pt x="38100" y="27533"/>
                  </a:lnTo>
                  <a:lnTo>
                    <a:pt x="38061" y="28041"/>
                  </a:lnTo>
                  <a:lnTo>
                    <a:pt x="37604" y="35293"/>
                  </a:lnTo>
                  <a:lnTo>
                    <a:pt x="36385" y="42773"/>
                  </a:lnTo>
                  <a:lnTo>
                    <a:pt x="34886" y="50253"/>
                  </a:lnTo>
                  <a:lnTo>
                    <a:pt x="33528" y="58013"/>
                  </a:lnTo>
                  <a:lnTo>
                    <a:pt x="15240" y="30581"/>
                  </a:lnTo>
                  <a:lnTo>
                    <a:pt x="1524" y="39725"/>
                  </a:lnTo>
                  <a:lnTo>
                    <a:pt x="24384" y="77825"/>
                  </a:lnTo>
                  <a:lnTo>
                    <a:pt x="19507" y="86918"/>
                  </a:lnTo>
                  <a:lnTo>
                    <a:pt x="13906" y="95745"/>
                  </a:lnTo>
                  <a:lnTo>
                    <a:pt x="7454" y="104013"/>
                  </a:lnTo>
                  <a:lnTo>
                    <a:pt x="0" y="111455"/>
                  </a:lnTo>
                  <a:lnTo>
                    <a:pt x="3048" y="117551"/>
                  </a:lnTo>
                  <a:lnTo>
                    <a:pt x="6096" y="122123"/>
                  </a:lnTo>
                  <a:lnTo>
                    <a:pt x="9144" y="128219"/>
                  </a:lnTo>
                  <a:lnTo>
                    <a:pt x="16840" y="121056"/>
                  </a:lnTo>
                  <a:lnTo>
                    <a:pt x="23812" y="113309"/>
                  </a:lnTo>
                  <a:lnTo>
                    <a:pt x="29933" y="104990"/>
                  </a:lnTo>
                  <a:lnTo>
                    <a:pt x="35052" y="96113"/>
                  </a:lnTo>
                  <a:lnTo>
                    <a:pt x="44196" y="109931"/>
                  </a:lnTo>
                  <a:lnTo>
                    <a:pt x="48768" y="105257"/>
                  </a:lnTo>
                  <a:lnTo>
                    <a:pt x="53340" y="102209"/>
                  </a:lnTo>
                  <a:lnTo>
                    <a:pt x="59436" y="99161"/>
                  </a:lnTo>
                  <a:close/>
                </a:path>
                <a:path w="1473200" h="134619">
                  <a:moveTo>
                    <a:pt x="129628" y="114503"/>
                  </a:moveTo>
                  <a:lnTo>
                    <a:pt x="121920" y="108470"/>
                  </a:lnTo>
                  <a:lnTo>
                    <a:pt x="118364" y="105257"/>
                  </a:lnTo>
                  <a:lnTo>
                    <a:pt x="114769" y="102031"/>
                  </a:lnTo>
                  <a:lnTo>
                    <a:pt x="108204" y="95326"/>
                  </a:lnTo>
                  <a:lnTo>
                    <a:pt x="102196" y="88493"/>
                  </a:lnTo>
                  <a:lnTo>
                    <a:pt x="111328" y="71399"/>
                  </a:lnTo>
                  <a:lnTo>
                    <a:pt x="111734" y="70205"/>
                  </a:lnTo>
                  <a:lnTo>
                    <a:pt x="118008" y="52285"/>
                  </a:lnTo>
                  <a:lnTo>
                    <a:pt x="122135" y="31445"/>
                  </a:lnTo>
                  <a:lnTo>
                    <a:pt x="122186" y="30581"/>
                  </a:lnTo>
                  <a:lnTo>
                    <a:pt x="123532" y="9156"/>
                  </a:lnTo>
                  <a:lnTo>
                    <a:pt x="59436" y="9156"/>
                  </a:lnTo>
                  <a:lnTo>
                    <a:pt x="59436" y="27533"/>
                  </a:lnTo>
                  <a:lnTo>
                    <a:pt x="105244" y="27533"/>
                  </a:lnTo>
                  <a:lnTo>
                    <a:pt x="105143" y="28041"/>
                  </a:lnTo>
                  <a:lnTo>
                    <a:pt x="91528" y="70205"/>
                  </a:lnTo>
                  <a:lnTo>
                    <a:pt x="87274" y="61925"/>
                  </a:lnTo>
                  <a:lnTo>
                    <a:pt x="87210" y="61747"/>
                  </a:lnTo>
                  <a:lnTo>
                    <a:pt x="83718" y="53060"/>
                  </a:lnTo>
                  <a:lnTo>
                    <a:pt x="81038" y="43637"/>
                  </a:lnTo>
                  <a:lnTo>
                    <a:pt x="79336" y="33629"/>
                  </a:lnTo>
                  <a:lnTo>
                    <a:pt x="60960" y="38201"/>
                  </a:lnTo>
                  <a:lnTo>
                    <a:pt x="63817" y="51638"/>
                  </a:lnTo>
                  <a:lnTo>
                    <a:pt x="67830" y="64490"/>
                  </a:lnTo>
                  <a:lnTo>
                    <a:pt x="72999" y="76784"/>
                  </a:lnTo>
                  <a:lnTo>
                    <a:pt x="79336" y="88493"/>
                  </a:lnTo>
                  <a:lnTo>
                    <a:pt x="72377" y="95326"/>
                  </a:lnTo>
                  <a:lnTo>
                    <a:pt x="65163" y="102031"/>
                  </a:lnTo>
                  <a:lnTo>
                    <a:pt x="57391" y="108470"/>
                  </a:lnTo>
                  <a:lnTo>
                    <a:pt x="48768" y="114503"/>
                  </a:lnTo>
                  <a:lnTo>
                    <a:pt x="53340" y="119075"/>
                  </a:lnTo>
                  <a:lnTo>
                    <a:pt x="56388" y="123647"/>
                  </a:lnTo>
                  <a:lnTo>
                    <a:pt x="60960" y="129743"/>
                  </a:lnTo>
                  <a:lnTo>
                    <a:pt x="68973" y="124002"/>
                  </a:lnTo>
                  <a:lnTo>
                    <a:pt x="76669" y="118110"/>
                  </a:lnTo>
                  <a:lnTo>
                    <a:pt x="83769" y="111912"/>
                  </a:lnTo>
                  <a:lnTo>
                    <a:pt x="90004" y="105257"/>
                  </a:lnTo>
                  <a:lnTo>
                    <a:pt x="95770" y="111912"/>
                  </a:lnTo>
                  <a:lnTo>
                    <a:pt x="101815" y="118110"/>
                  </a:lnTo>
                  <a:lnTo>
                    <a:pt x="108445" y="124002"/>
                  </a:lnTo>
                  <a:lnTo>
                    <a:pt x="115912" y="129743"/>
                  </a:lnTo>
                  <a:lnTo>
                    <a:pt x="125056" y="120599"/>
                  </a:lnTo>
                  <a:lnTo>
                    <a:pt x="129628" y="114503"/>
                  </a:lnTo>
                  <a:close/>
                </a:path>
                <a:path w="1473200" h="134619">
                  <a:moveTo>
                    <a:pt x="166217" y="79349"/>
                  </a:moveTo>
                  <a:lnTo>
                    <a:pt x="160121" y="76301"/>
                  </a:lnTo>
                  <a:lnTo>
                    <a:pt x="154025" y="74777"/>
                  </a:lnTo>
                  <a:lnTo>
                    <a:pt x="147929" y="71729"/>
                  </a:lnTo>
                  <a:lnTo>
                    <a:pt x="144500" y="86017"/>
                  </a:lnTo>
                  <a:lnTo>
                    <a:pt x="141071" y="99161"/>
                  </a:lnTo>
                  <a:lnTo>
                    <a:pt x="137553" y="111442"/>
                  </a:lnTo>
                  <a:lnTo>
                    <a:pt x="134213" y="122110"/>
                  </a:lnTo>
                  <a:lnTo>
                    <a:pt x="140309" y="123634"/>
                  </a:lnTo>
                  <a:lnTo>
                    <a:pt x="144881" y="126682"/>
                  </a:lnTo>
                  <a:lnTo>
                    <a:pt x="150977" y="128206"/>
                  </a:lnTo>
                  <a:lnTo>
                    <a:pt x="166217" y="79349"/>
                  </a:lnTo>
                  <a:close/>
                </a:path>
                <a:path w="1473200" h="134619">
                  <a:moveTo>
                    <a:pt x="166217" y="53441"/>
                  </a:moveTo>
                  <a:lnTo>
                    <a:pt x="161378" y="49745"/>
                  </a:lnTo>
                  <a:lnTo>
                    <a:pt x="156121" y="45631"/>
                  </a:lnTo>
                  <a:lnTo>
                    <a:pt x="144881" y="36677"/>
                  </a:lnTo>
                  <a:lnTo>
                    <a:pt x="132689" y="48869"/>
                  </a:lnTo>
                  <a:lnTo>
                    <a:pt x="139014" y="54292"/>
                  </a:lnTo>
                  <a:lnTo>
                    <a:pt x="144500" y="59156"/>
                  </a:lnTo>
                  <a:lnTo>
                    <a:pt x="149402" y="63436"/>
                  </a:lnTo>
                  <a:lnTo>
                    <a:pt x="154025" y="67157"/>
                  </a:lnTo>
                  <a:lnTo>
                    <a:pt x="166217" y="53441"/>
                  </a:lnTo>
                  <a:close/>
                </a:path>
                <a:path w="1473200" h="134619">
                  <a:moveTo>
                    <a:pt x="167741" y="19913"/>
                  </a:moveTo>
                  <a:lnTo>
                    <a:pt x="162039" y="14706"/>
                  </a:lnTo>
                  <a:lnTo>
                    <a:pt x="156502" y="10337"/>
                  </a:lnTo>
                  <a:lnTo>
                    <a:pt x="146405" y="3048"/>
                  </a:lnTo>
                  <a:lnTo>
                    <a:pt x="135737" y="13817"/>
                  </a:lnTo>
                  <a:lnTo>
                    <a:pt x="140322" y="17526"/>
                  </a:lnTo>
                  <a:lnTo>
                    <a:pt x="145072" y="21818"/>
                  </a:lnTo>
                  <a:lnTo>
                    <a:pt x="150088" y="26670"/>
                  </a:lnTo>
                  <a:lnTo>
                    <a:pt x="155549" y="32105"/>
                  </a:lnTo>
                  <a:lnTo>
                    <a:pt x="167741" y="19913"/>
                  </a:lnTo>
                  <a:close/>
                </a:path>
                <a:path w="1473200" h="134619">
                  <a:moveTo>
                    <a:pt x="193649" y="68681"/>
                  </a:moveTo>
                  <a:lnTo>
                    <a:pt x="176885" y="68681"/>
                  </a:lnTo>
                  <a:lnTo>
                    <a:pt x="176885" y="79349"/>
                  </a:lnTo>
                  <a:lnTo>
                    <a:pt x="175971" y="91313"/>
                  </a:lnTo>
                  <a:lnTo>
                    <a:pt x="173075" y="101879"/>
                  </a:lnTo>
                  <a:lnTo>
                    <a:pt x="167881" y="110718"/>
                  </a:lnTo>
                  <a:lnTo>
                    <a:pt x="160121" y="117538"/>
                  </a:lnTo>
                  <a:lnTo>
                    <a:pt x="169265" y="126682"/>
                  </a:lnTo>
                  <a:lnTo>
                    <a:pt x="193649" y="82397"/>
                  </a:lnTo>
                  <a:lnTo>
                    <a:pt x="193649" y="68681"/>
                  </a:lnTo>
                  <a:close/>
                </a:path>
                <a:path w="1473200" h="134619">
                  <a:moveTo>
                    <a:pt x="218122" y="68681"/>
                  </a:moveTo>
                  <a:lnTo>
                    <a:pt x="201269" y="68681"/>
                  </a:lnTo>
                  <a:lnTo>
                    <a:pt x="201269" y="126682"/>
                  </a:lnTo>
                  <a:lnTo>
                    <a:pt x="218122" y="126682"/>
                  </a:lnTo>
                  <a:lnTo>
                    <a:pt x="218122" y="68681"/>
                  </a:lnTo>
                  <a:close/>
                </a:path>
                <a:path w="1473200" h="134619">
                  <a:moveTo>
                    <a:pt x="262318" y="90017"/>
                  </a:moveTo>
                  <a:lnTo>
                    <a:pt x="259270" y="88493"/>
                  </a:lnTo>
                  <a:lnTo>
                    <a:pt x="250126" y="85445"/>
                  </a:lnTo>
                  <a:lnTo>
                    <a:pt x="250126" y="99161"/>
                  </a:lnTo>
                  <a:lnTo>
                    <a:pt x="248602" y="106781"/>
                  </a:lnTo>
                  <a:lnTo>
                    <a:pt x="248602" y="112966"/>
                  </a:lnTo>
                  <a:lnTo>
                    <a:pt x="247078" y="114490"/>
                  </a:lnTo>
                  <a:lnTo>
                    <a:pt x="242506" y="114490"/>
                  </a:lnTo>
                  <a:lnTo>
                    <a:pt x="240982" y="112966"/>
                  </a:lnTo>
                  <a:lnTo>
                    <a:pt x="240982" y="68681"/>
                  </a:lnTo>
                  <a:lnTo>
                    <a:pt x="224218" y="68681"/>
                  </a:lnTo>
                  <a:lnTo>
                    <a:pt x="224218" y="123634"/>
                  </a:lnTo>
                  <a:lnTo>
                    <a:pt x="230314" y="128206"/>
                  </a:lnTo>
                  <a:lnTo>
                    <a:pt x="248602" y="128206"/>
                  </a:lnTo>
                  <a:lnTo>
                    <a:pt x="253174" y="126682"/>
                  </a:lnTo>
                  <a:lnTo>
                    <a:pt x="256222" y="125158"/>
                  </a:lnTo>
                  <a:lnTo>
                    <a:pt x="259270" y="119062"/>
                  </a:lnTo>
                  <a:lnTo>
                    <a:pt x="260794" y="114490"/>
                  </a:lnTo>
                  <a:lnTo>
                    <a:pt x="260908" y="110718"/>
                  </a:lnTo>
                  <a:lnTo>
                    <a:pt x="261023" y="110070"/>
                  </a:lnTo>
                  <a:lnTo>
                    <a:pt x="262318" y="102209"/>
                  </a:lnTo>
                  <a:lnTo>
                    <a:pt x="262318" y="90017"/>
                  </a:lnTo>
                  <a:close/>
                </a:path>
                <a:path w="1473200" h="134619">
                  <a:moveTo>
                    <a:pt x="262318" y="59537"/>
                  </a:moveTo>
                  <a:lnTo>
                    <a:pt x="253403" y="48869"/>
                  </a:lnTo>
                  <a:lnTo>
                    <a:pt x="250698" y="45631"/>
                  </a:lnTo>
                  <a:lnTo>
                    <a:pt x="244525" y="38315"/>
                  </a:lnTo>
                  <a:lnTo>
                    <a:pt x="237934" y="30581"/>
                  </a:lnTo>
                  <a:lnTo>
                    <a:pt x="224218" y="39725"/>
                  </a:lnTo>
                  <a:lnTo>
                    <a:pt x="225742" y="42773"/>
                  </a:lnTo>
                  <a:lnTo>
                    <a:pt x="230314" y="47345"/>
                  </a:lnTo>
                  <a:lnTo>
                    <a:pt x="195173" y="48869"/>
                  </a:lnTo>
                  <a:lnTo>
                    <a:pt x="213461" y="30581"/>
                  </a:lnTo>
                  <a:lnTo>
                    <a:pt x="237934" y="30581"/>
                  </a:lnTo>
                  <a:lnTo>
                    <a:pt x="257746" y="30581"/>
                  </a:lnTo>
                  <a:lnTo>
                    <a:pt x="257746" y="15341"/>
                  </a:lnTo>
                  <a:lnTo>
                    <a:pt x="222694" y="15341"/>
                  </a:lnTo>
                  <a:lnTo>
                    <a:pt x="221170" y="10668"/>
                  </a:lnTo>
                  <a:lnTo>
                    <a:pt x="218122" y="4572"/>
                  </a:lnTo>
                  <a:lnTo>
                    <a:pt x="216598" y="0"/>
                  </a:lnTo>
                  <a:lnTo>
                    <a:pt x="196697" y="4572"/>
                  </a:lnTo>
                  <a:lnTo>
                    <a:pt x="199745" y="10668"/>
                  </a:lnTo>
                  <a:lnTo>
                    <a:pt x="201269" y="15341"/>
                  </a:lnTo>
                  <a:lnTo>
                    <a:pt x="169265" y="15341"/>
                  </a:lnTo>
                  <a:lnTo>
                    <a:pt x="169265" y="30581"/>
                  </a:lnTo>
                  <a:lnTo>
                    <a:pt x="190601" y="30581"/>
                  </a:lnTo>
                  <a:lnTo>
                    <a:pt x="184023" y="38633"/>
                  </a:lnTo>
                  <a:lnTo>
                    <a:pt x="178028" y="44678"/>
                  </a:lnTo>
                  <a:lnTo>
                    <a:pt x="172593" y="49009"/>
                  </a:lnTo>
                  <a:lnTo>
                    <a:pt x="167741" y="51917"/>
                  </a:lnTo>
                  <a:lnTo>
                    <a:pt x="173837" y="65633"/>
                  </a:lnTo>
                  <a:lnTo>
                    <a:pt x="183235" y="64516"/>
                  </a:lnTo>
                  <a:lnTo>
                    <a:pt x="199059" y="63436"/>
                  </a:lnTo>
                  <a:lnTo>
                    <a:pt x="200317" y="63436"/>
                  </a:lnTo>
                  <a:lnTo>
                    <a:pt x="216954" y="62852"/>
                  </a:lnTo>
                  <a:lnTo>
                    <a:pt x="240982" y="62585"/>
                  </a:lnTo>
                  <a:lnTo>
                    <a:pt x="247078" y="70205"/>
                  </a:lnTo>
                  <a:lnTo>
                    <a:pt x="257962" y="62585"/>
                  </a:lnTo>
                  <a:lnTo>
                    <a:pt x="262318" y="59537"/>
                  </a:lnTo>
                  <a:close/>
                </a:path>
                <a:path w="1473200" h="134619">
                  <a:moveTo>
                    <a:pt x="390423" y="6096"/>
                  </a:moveTo>
                  <a:lnTo>
                    <a:pt x="272986" y="6096"/>
                  </a:lnTo>
                  <a:lnTo>
                    <a:pt x="272986" y="128206"/>
                  </a:lnTo>
                  <a:lnTo>
                    <a:pt x="289750" y="128206"/>
                  </a:lnTo>
                  <a:lnTo>
                    <a:pt x="289750" y="106781"/>
                  </a:lnTo>
                  <a:lnTo>
                    <a:pt x="292798" y="109918"/>
                  </a:lnTo>
                  <a:lnTo>
                    <a:pt x="295846" y="111442"/>
                  </a:lnTo>
                  <a:lnTo>
                    <a:pt x="297370" y="114490"/>
                  </a:lnTo>
                  <a:lnTo>
                    <a:pt x="302361" y="106781"/>
                  </a:lnTo>
                  <a:lnTo>
                    <a:pt x="309168" y="96113"/>
                  </a:lnTo>
                  <a:lnTo>
                    <a:pt x="314134" y="88493"/>
                  </a:lnTo>
                  <a:lnTo>
                    <a:pt x="323278" y="111442"/>
                  </a:lnTo>
                  <a:lnTo>
                    <a:pt x="330898" y="108305"/>
                  </a:lnTo>
                  <a:lnTo>
                    <a:pt x="332422" y="109918"/>
                  </a:lnTo>
                  <a:lnTo>
                    <a:pt x="333946" y="111442"/>
                  </a:lnTo>
                  <a:lnTo>
                    <a:pt x="336994" y="112966"/>
                  </a:lnTo>
                  <a:lnTo>
                    <a:pt x="339471" y="108305"/>
                  </a:lnTo>
                  <a:lnTo>
                    <a:pt x="340271" y="106781"/>
                  </a:lnTo>
                  <a:lnTo>
                    <a:pt x="345998" y="94449"/>
                  </a:lnTo>
                  <a:lnTo>
                    <a:pt x="349186" y="88493"/>
                  </a:lnTo>
                  <a:lnTo>
                    <a:pt x="356806" y="106781"/>
                  </a:lnTo>
                  <a:lnTo>
                    <a:pt x="372135" y="100685"/>
                  </a:lnTo>
                  <a:lnTo>
                    <a:pt x="358330" y="70205"/>
                  </a:lnTo>
                  <a:lnTo>
                    <a:pt x="362699" y="61036"/>
                  </a:lnTo>
                  <a:lnTo>
                    <a:pt x="366610" y="51727"/>
                  </a:lnTo>
                  <a:lnTo>
                    <a:pt x="367106" y="50393"/>
                  </a:lnTo>
                  <a:lnTo>
                    <a:pt x="370217" y="42125"/>
                  </a:lnTo>
                  <a:lnTo>
                    <a:pt x="373659" y="32105"/>
                  </a:lnTo>
                  <a:lnTo>
                    <a:pt x="358330" y="26009"/>
                  </a:lnTo>
                  <a:lnTo>
                    <a:pt x="356044" y="32600"/>
                  </a:lnTo>
                  <a:lnTo>
                    <a:pt x="353758" y="38773"/>
                  </a:lnTo>
                  <a:lnTo>
                    <a:pt x="351472" y="44653"/>
                  </a:lnTo>
                  <a:lnTo>
                    <a:pt x="349186" y="50393"/>
                  </a:lnTo>
                  <a:lnTo>
                    <a:pt x="347764" y="47345"/>
                  </a:lnTo>
                  <a:lnTo>
                    <a:pt x="341566" y="34074"/>
                  </a:lnTo>
                  <a:lnTo>
                    <a:pt x="341566" y="68681"/>
                  </a:lnTo>
                  <a:lnTo>
                    <a:pt x="338518" y="76301"/>
                  </a:lnTo>
                  <a:lnTo>
                    <a:pt x="335470" y="82397"/>
                  </a:lnTo>
                  <a:lnTo>
                    <a:pt x="330898" y="88493"/>
                  </a:lnTo>
                  <a:lnTo>
                    <a:pt x="321754" y="70205"/>
                  </a:lnTo>
                  <a:lnTo>
                    <a:pt x="326326" y="62585"/>
                  </a:lnTo>
                  <a:lnTo>
                    <a:pt x="331203" y="50393"/>
                  </a:lnTo>
                  <a:lnTo>
                    <a:pt x="332422" y="47345"/>
                  </a:lnTo>
                  <a:lnTo>
                    <a:pt x="341566" y="68681"/>
                  </a:lnTo>
                  <a:lnTo>
                    <a:pt x="341566" y="34074"/>
                  </a:lnTo>
                  <a:lnTo>
                    <a:pt x="339940" y="30581"/>
                  </a:lnTo>
                  <a:lnTo>
                    <a:pt x="338518" y="27533"/>
                  </a:lnTo>
                  <a:lnTo>
                    <a:pt x="332422" y="30581"/>
                  </a:lnTo>
                  <a:lnTo>
                    <a:pt x="323278" y="26009"/>
                  </a:lnTo>
                  <a:lnTo>
                    <a:pt x="320992" y="32600"/>
                  </a:lnTo>
                  <a:lnTo>
                    <a:pt x="318706" y="38773"/>
                  </a:lnTo>
                  <a:lnTo>
                    <a:pt x="316420" y="44653"/>
                  </a:lnTo>
                  <a:lnTo>
                    <a:pt x="314134" y="50393"/>
                  </a:lnTo>
                  <a:lnTo>
                    <a:pt x="306819" y="36677"/>
                  </a:lnTo>
                  <a:lnTo>
                    <a:pt x="305193" y="33629"/>
                  </a:lnTo>
                  <a:lnTo>
                    <a:pt x="304990" y="33248"/>
                  </a:lnTo>
                  <a:lnTo>
                    <a:pt x="304990" y="68681"/>
                  </a:lnTo>
                  <a:lnTo>
                    <a:pt x="301536" y="75539"/>
                  </a:lnTo>
                  <a:lnTo>
                    <a:pt x="297942" y="82397"/>
                  </a:lnTo>
                  <a:lnTo>
                    <a:pt x="294055" y="89255"/>
                  </a:lnTo>
                  <a:lnTo>
                    <a:pt x="289750" y="96113"/>
                  </a:lnTo>
                  <a:lnTo>
                    <a:pt x="289750" y="36677"/>
                  </a:lnTo>
                  <a:lnTo>
                    <a:pt x="293408" y="44653"/>
                  </a:lnTo>
                  <a:lnTo>
                    <a:pt x="301320" y="60680"/>
                  </a:lnTo>
                  <a:lnTo>
                    <a:pt x="304990" y="68681"/>
                  </a:lnTo>
                  <a:lnTo>
                    <a:pt x="304990" y="33248"/>
                  </a:lnTo>
                  <a:lnTo>
                    <a:pt x="301942" y="27533"/>
                  </a:lnTo>
                  <a:lnTo>
                    <a:pt x="289750" y="33629"/>
                  </a:lnTo>
                  <a:lnTo>
                    <a:pt x="289750" y="22961"/>
                  </a:lnTo>
                  <a:lnTo>
                    <a:pt x="373659" y="22961"/>
                  </a:lnTo>
                  <a:lnTo>
                    <a:pt x="373659" y="32105"/>
                  </a:lnTo>
                  <a:lnTo>
                    <a:pt x="373659" y="108305"/>
                  </a:lnTo>
                  <a:lnTo>
                    <a:pt x="370611" y="111442"/>
                  </a:lnTo>
                  <a:lnTo>
                    <a:pt x="346138" y="111442"/>
                  </a:lnTo>
                  <a:lnTo>
                    <a:pt x="347662" y="116014"/>
                  </a:lnTo>
                  <a:lnTo>
                    <a:pt x="349186" y="122110"/>
                  </a:lnTo>
                  <a:lnTo>
                    <a:pt x="350710" y="129730"/>
                  </a:lnTo>
                  <a:lnTo>
                    <a:pt x="359308" y="129501"/>
                  </a:lnTo>
                  <a:lnTo>
                    <a:pt x="366610" y="128968"/>
                  </a:lnTo>
                  <a:lnTo>
                    <a:pt x="372452" y="128447"/>
                  </a:lnTo>
                  <a:lnTo>
                    <a:pt x="376707" y="128206"/>
                  </a:lnTo>
                  <a:lnTo>
                    <a:pt x="381279" y="128206"/>
                  </a:lnTo>
                  <a:lnTo>
                    <a:pt x="387375" y="122110"/>
                  </a:lnTo>
                  <a:lnTo>
                    <a:pt x="390423" y="112966"/>
                  </a:lnTo>
                  <a:lnTo>
                    <a:pt x="390423" y="22961"/>
                  </a:lnTo>
                  <a:lnTo>
                    <a:pt x="390423" y="6096"/>
                  </a:lnTo>
                  <a:close/>
                </a:path>
                <a:path w="1473200" h="134619">
                  <a:moveTo>
                    <a:pt x="449859" y="97637"/>
                  </a:moveTo>
                  <a:lnTo>
                    <a:pt x="401091" y="103733"/>
                  </a:lnTo>
                  <a:lnTo>
                    <a:pt x="401218" y="105257"/>
                  </a:lnTo>
                  <a:lnTo>
                    <a:pt x="401345" y="106781"/>
                  </a:lnTo>
                  <a:lnTo>
                    <a:pt x="402615" y="122110"/>
                  </a:lnTo>
                  <a:lnTo>
                    <a:pt x="412330" y="120738"/>
                  </a:lnTo>
                  <a:lnTo>
                    <a:pt x="423189" y="119062"/>
                  </a:lnTo>
                  <a:lnTo>
                    <a:pt x="435190" y="117398"/>
                  </a:lnTo>
                  <a:lnTo>
                    <a:pt x="448335" y="116014"/>
                  </a:lnTo>
                  <a:lnTo>
                    <a:pt x="448335" y="109918"/>
                  </a:lnTo>
                  <a:lnTo>
                    <a:pt x="449859" y="105257"/>
                  </a:lnTo>
                  <a:lnTo>
                    <a:pt x="449859" y="97637"/>
                  </a:lnTo>
                  <a:close/>
                </a:path>
                <a:path w="1473200" h="134619">
                  <a:moveTo>
                    <a:pt x="452907" y="29057"/>
                  </a:moveTo>
                  <a:lnTo>
                    <a:pt x="437667" y="21437"/>
                  </a:lnTo>
                  <a:lnTo>
                    <a:pt x="434619" y="29057"/>
                  </a:lnTo>
                  <a:lnTo>
                    <a:pt x="431571" y="35153"/>
                  </a:lnTo>
                  <a:lnTo>
                    <a:pt x="426999" y="41249"/>
                  </a:lnTo>
                  <a:lnTo>
                    <a:pt x="423951" y="41249"/>
                  </a:lnTo>
                  <a:lnTo>
                    <a:pt x="419379" y="42773"/>
                  </a:lnTo>
                  <a:lnTo>
                    <a:pt x="424192" y="33655"/>
                  </a:lnTo>
                  <a:lnTo>
                    <a:pt x="429285" y="24663"/>
                  </a:lnTo>
                  <a:lnTo>
                    <a:pt x="434390" y="15938"/>
                  </a:lnTo>
                  <a:lnTo>
                    <a:pt x="439191" y="7620"/>
                  </a:lnTo>
                  <a:lnTo>
                    <a:pt x="422427" y="1524"/>
                  </a:lnTo>
                  <a:lnTo>
                    <a:pt x="415861" y="15519"/>
                  </a:lnTo>
                  <a:lnTo>
                    <a:pt x="409854" y="27330"/>
                  </a:lnTo>
                  <a:lnTo>
                    <a:pt x="404431" y="36563"/>
                  </a:lnTo>
                  <a:lnTo>
                    <a:pt x="399567" y="42773"/>
                  </a:lnTo>
                  <a:lnTo>
                    <a:pt x="405663" y="58013"/>
                  </a:lnTo>
                  <a:lnTo>
                    <a:pt x="408711" y="58013"/>
                  </a:lnTo>
                  <a:lnTo>
                    <a:pt x="414807" y="56489"/>
                  </a:lnTo>
                  <a:lnTo>
                    <a:pt x="419379" y="56489"/>
                  </a:lnTo>
                  <a:lnTo>
                    <a:pt x="414832" y="63919"/>
                  </a:lnTo>
                  <a:lnTo>
                    <a:pt x="410425" y="70205"/>
                  </a:lnTo>
                  <a:lnTo>
                    <a:pt x="406311" y="75349"/>
                  </a:lnTo>
                  <a:lnTo>
                    <a:pt x="402615" y="79349"/>
                  </a:lnTo>
                  <a:lnTo>
                    <a:pt x="408711" y="94589"/>
                  </a:lnTo>
                  <a:lnTo>
                    <a:pt x="414426" y="93205"/>
                  </a:lnTo>
                  <a:lnTo>
                    <a:pt x="422427" y="91541"/>
                  </a:lnTo>
                  <a:lnTo>
                    <a:pt x="432714" y="89877"/>
                  </a:lnTo>
                  <a:lnTo>
                    <a:pt x="445287" y="88493"/>
                  </a:lnTo>
                  <a:lnTo>
                    <a:pt x="445287" y="77825"/>
                  </a:lnTo>
                  <a:lnTo>
                    <a:pt x="446049" y="74777"/>
                  </a:lnTo>
                  <a:lnTo>
                    <a:pt x="446151" y="74396"/>
                  </a:lnTo>
                  <a:lnTo>
                    <a:pt x="446811" y="71729"/>
                  </a:lnTo>
                  <a:lnTo>
                    <a:pt x="439191" y="73253"/>
                  </a:lnTo>
                  <a:lnTo>
                    <a:pt x="433095" y="73253"/>
                  </a:lnTo>
                  <a:lnTo>
                    <a:pt x="426999" y="74777"/>
                  </a:lnTo>
                  <a:lnTo>
                    <a:pt x="445655" y="42773"/>
                  </a:lnTo>
                  <a:lnTo>
                    <a:pt x="446938" y="40487"/>
                  </a:lnTo>
                  <a:lnTo>
                    <a:pt x="452907" y="29057"/>
                  </a:lnTo>
                  <a:close/>
                </a:path>
                <a:path w="1473200" h="134619">
                  <a:moveTo>
                    <a:pt x="521589" y="77825"/>
                  </a:moveTo>
                  <a:lnTo>
                    <a:pt x="504825" y="77825"/>
                  </a:lnTo>
                  <a:lnTo>
                    <a:pt x="504825" y="93065"/>
                  </a:lnTo>
                  <a:lnTo>
                    <a:pt x="504825" y="106781"/>
                  </a:lnTo>
                  <a:lnTo>
                    <a:pt x="471195" y="106781"/>
                  </a:lnTo>
                  <a:lnTo>
                    <a:pt x="471195" y="93065"/>
                  </a:lnTo>
                  <a:lnTo>
                    <a:pt x="504825" y="93065"/>
                  </a:lnTo>
                  <a:lnTo>
                    <a:pt x="504825" y="77825"/>
                  </a:lnTo>
                  <a:lnTo>
                    <a:pt x="454431" y="77825"/>
                  </a:lnTo>
                  <a:lnTo>
                    <a:pt x="454431" y="129730"/>
                  </a:lnTo>
                  <a:lnTo>
                    <a:pt x="471195" y="129730"/>
                  </a:lnTo>
                  <a:lnTo>
                    <a:pt x="471195" y="123634"/>
                  </a:lnTo>
                  <a:lnTo>
                    <a:pt x="504825" y="123634"/>
                  </a:lnTo>
                  <a:lnTo>
                    <a:pt x="504825" y="129730"/>
                  </a:lnTo>
                  <a:lnTo>
                    <a:pt x="521589" y="129730"/>
                  </a:lnTo>
                  <a:lnTo>
                    <a:pt x="521589" y="123634"/>
                  </a:lnTo>
                  <a:lnTo>
                    <a:pt x="521589" y="106781"/>
                  </a:lnTo>
                  <a:lnTo>
                    <a:pt x="521589" y="93065"/>
                  </a:lnTo>
                  <a:lnTo>
                    <a:pt x="521589" y="77825"/>
                  </a:lnTo>
                  <a:close/>
                </a:path>
                <a:path w="1473200" h="134619">
                  <a:moveTo>
                    <a:pt x="530733" y="59537"/>
                  </a:moveTo>
                  <a:lnTo>
                    <a:pt x="523227" y="59016"/>
                  </a:lnTo>
                  <a:lnTo>
                    <a:pt x="516432" y="57632"/>
                  </a:lnTo>
                  <a:lnTo>
                    <a:pt x="509905" y="55676"/>
                  </a:lnTo>
                  <a:lnTo>
                    <a:pt x="503199" y="53441"/>
                  </a:lnTo>
                  <a:lnTo>
                    <a:pt x="509803" y="48348"/>
                  </a:lnTo>
                  <a:lnTo>
                    <a:pt x="512292" y="45821"/>
                  </a:lnTo>
                  <a:lnTo>
                    <a:pt x="515670" y="42392"/>
                  </a:lnTo>
                  <a:lnTo>
                    <a:pt x="520661" y="35864"/>
                  </a:lnTo>
                  <a:lnTo>
                    <a:pt x="524637" y="29057"/>
                  </a:lnTo>
                  <a:lnTo>
                    <a:pt x="524637" y="13817"/>
                  </a:lnTo>
                  <a:lnTo>
                    <a:pt x="503199" y="13817"/>
                  </a:lnTo>
                  <a:lnTo>
                    <a:pt x="503199" y="29057"/>
                  </a:lnTo>
                  <a:lnTo>
                    <a:pt x="500151" y="35153"/>
                  </a:lnTo>
                  <a:lnTo>
                    <a:pt x="495579" y="41249"/>
                  </a:lnTo>
                  <a:lnTo>
                    <a:pt x="487959" y="45821"/>
                  </a:lnTo>
                  <a:lnTo>
                    <a:pt x="484911" y="44297"/>
                  </a:lnTo>
                  <a:lnTo>
                    <a:pt x="481863" y="42773"/>
                  </a:lnTo>
                  <a:lnTo>
                    <a:pt x="478815" y="38201"/>
                  </a:lnTo>
                  <a:lnTo>
                    <a:pt x="474243" y="32105"/>
                  </a:lnTo>
                  <a:lnTo>
                    <a:pt x="477291" y="29057"/>
                  </a:lnTo>
                  <a:lnTo>
                    <a:pt x="503199" y="29057"/>
                  </a:lnTo>
                  <a:lnTo>
                    <a:pt x="503199" y="13817"/>
                  </a:lnTo>
                  <a:lnTo>
                    <a:pt x="486435" y="13817"/>
                  </a:lnTo>
                  <a:lnTo>
                    <a:pt x="489483" y="10668"/>
                  </a:lnTo>
                  <a:lnTo>
                    <a:pt x="491007" y="7620"/>
                  </a:lnTo>
                  <a:lnTo>
                    <a:pt x="492531" y="3048"/>
                  </a:lnTo>
                  <a:lnTo>
                    <a:pt x="475767" y="1524"/>
                  </a:lnTo>
                  <a:lnTo>
                    <a:pt x="470027" y="10668"/>
                  </a:lnTo>
                  <a:lnTo>
                    <a:pt x="463956" y="19710"/>
                  </a:lnTo>
                  <a:lnTo>
                    <a:pt x="457339" y="28409"/>
                  </a:lnTo>
                  <a:lnTo>
                    <a:pt x="449973" y="36563"/>
                  </a:lnTo>
                  <a:lnTo>
                    <a:pt x="449745" y="36563"/>
                  </a:lnTo>
                  <a:lnTo>
                    <a:pt x="454431" y="41249"/>
                  </a:lnTo>
                  <a:lnTo>
                    <a:pt x="455955" y="45821"/>
                  </a:lnTo>
                  <a:lnTo>
                    <a:pt x="459003" y="50393"/>
                  </a:lnTo>
                  <a:lnTo>
                    <a:pt x="460527" y="48869"/>
                  </a:lnTo>
                  <a:lnTo>
                    <a:pt x="462051" y="45821"/>
                  </a:lnTo>
                  <a:lnTo>
                    <a:pt x="463575" y="44297"/>
                  </a:lnTo>
                  <a:lnTo>
                    <a:pt x="472719" y="53441"/>
                  </a:lnTo>
                  <a:lnTo>
                    <a:pt x="466610" y="55676"/>
                  </a:lnTo>
                  <a:lnTo>
                    <a:pt x="459384" y="58013"/>
                  </a:lnTo>
                  <a:lnTo>
                    <a:pt x="451726" y="60299"/>
                  </a:lnTo>
                  <a:lnTo>
                    <a:pt x="443763" y="62585"/>
                  </a:lnTo>
                  <a:lnTo>
                    <a:pt x="445287" y="65633"/>
                  </a:lnTo>
                  <a:lnTo>
                    <a:pt x="446811" y="70205"/>
                  </a:lnTo>
                  <a:lnTo>
                    <a:pt x="449859" y="77825"/>
                  </a:lnTo>
                  <a:lnTo>
                    <a:pt x="470052" y="70967"/>
                  </a:lnTo>
                  <a:lnTo>
                    <a:pt x="479437" y="67538"/>
                  </a:lnTo>
                  <a:lnTo>
                    <a:pt x="487959" y="64109"/>
                  </a:lnTo>
                  <a:lnTo>
                    <a:pt x="496290" y="68186"/>
                  </a:lnTo>
                  <a:lnTo>
                    <a:pt x="505345" y="71539"/>
                  </a:lnTo>
                  <a:lnTo>
                    <a:pt x="515264" y="74612"/>
                  </a:lnTo>
                  <a:lnTo>
                    <a:pt x="526161" y="77825"/>
                  </a:lnTo>
                  <a:lnTo>
                    <a:pt x="527685" y="71729"/>
                  </a:lnTo>
                  <a:lnTo>
                    <a:pt x="527685" y="67157"/>
                  </a:lnTo>
                  <a:lnTo>
                    <a:pt x="528904" y="64109"/>
                  </a:lnTo>
                  <a:lnTo>
                    <a:pt x="528980" y="63919"/>
                  </a:lnTo>
                  <a:lnTo>
                    <a:pt x="530733" y="59537"/>
                  </a:lnTo>
                  <a:close/>
                </a:path>
                <a:path w="1473200" h="134619">
                  <a:moveTo>
                    <a:pt x="622173" y="10668"/>
                  </a:moveTo>
                  <a:lnTo>
                    <a:pt x="605409" y="10668"/>
                  </a:lnTo>
                  <a:lnTo>
                    <a:pt x="595401" y="24993"/>
                  </a:lnTo>
                  <a:lnTo>
                    <a:pt x="588264" y="40284"/>
                  </a:lnTo>
                  <a:lnTo>
                    <a:pt x="583971" y="56413"/>
                  </a:lnTo>
                  <a:lnTo>
                    <a:pt x="582549" y="73253"/>
                  </a:lnTo>
                  <a:lnTo>
                    <a:pt x="583971" y="90932"/>
                  </a:lnTo>
                  <a:lnTo>
                    <a:pt x="588264" y="107213"/>
                  </a:lnTo>
                  <a:lnTo>
                    <a:pt x="595401" y="121767"/>
                  </a:lnTo>
                  <a:lnTo>
                    <a:pt x="605409" y="134302"/>
                  </a:lnTo>
                  <a:lnTo>
                    <a:pt x="622173" y="134302"/>
                  </a:lnTo>
                  <a:lnTo>
                    <a:pt x="613054" y="120269"/>
                  </a:lnTo>
                  <a:lnTo>
                    <a:pt x="606361" y="105498"/>
                  </a:lnTo>
                  <a:lnTo>
                    <a:pt x="602246" y="89865"/>
                  </a:lnTo>
                  <a:lnTo>
                    <a:pt x="600837" y="73253"/>
                  </a:lnTo>
                  <a:lnTo>
                    <a:pt x="602246" y="56413"/>
                  </a:lnTo>
                  <a:lnTo>
                    <a:pt x="606361" y="40284"/>
                  </a:lnTo>
                  <a:lnTo>
                    <a:pt x="613054" y="24993"/>
                  </a:lnTo>
                  <a:lnTo>
                    <a:pt x="622173" y="10668"/>
                  </a:lnTo>
                  <a:close/>
                </a:path>
                <a:path w="1473200" h="134619">
                  <a:moveTo>
                    <a:pt x="704557" y="11277"/>
                  </a:moveTo>
                  <a:lnTo>
                    <a:pt x="625221" y="11277"/>
                  </a:lnTo>
                  <a:lnTo>
                    <a:pt x="625221" y="29057"/>
                  </a:lnTo>
                  <a:lnTo>
                    <a:pt x="654265" y="29057"/>
                  </a:lnTo>
                  <a:lnTo>
                    <a:pt x="654265" y="111607"/>
                  </a:lnTo>
                  <a:lnTo>
                    <a:pt x="675601" y="111607"/>
                  </a:lnTo>
                  <a:lnTo>
                    <a:pt x="675601" y="29057"/>
                  </a:lnTo>
                  <a:lnTo>
                    <a:pt x="704557" y="29057"/>
                  </a:lnTo>
                  <a:lnTo>
                    <a:pt x="704557" y="11277"/>
                  </a:lnTo>
                  <a:close/>
                </a:path>
                <a:path w="1473200" h="134619">
                  <a:moveTo>
                    <a:pt x="812863" y="39725"/>
                  </a:moveTo>
                  <a:lnTo>
                    <a:pt x="793051" y="39725"/>
                  </a:lnTo>
                  <a:lnTo>
                    <a:pt x="783805" y="88493"/>
                  </a:lnTo>
                  <a:lnTo>
                    <a:pt x="782281" y="90017"/>
                  </a:lnTo>
                  <a:lnTo>
                    <a:pt x="782281" y="96113"/>
                  </a:lnTo>
                  <a:lnTo>
                    <a:pt x="780757" y="91541"/>
                  </a:lnTo>
                  <a:lnTo>
                    <a:pt x="780757" y="88493"/>
                  </a:lnTo>
                  <a:lnTo>
                    <a:pt x="773518" y="59537"/>
                  </a:lnTo>
                  <a:lnTo>
                    <a:pt x="768565" y="39725"/>
                  </a:lnTo>
                  <a:lnTo>
                    <a:pt x="748753" y="39725"/>
                  </a:lnTo>
                  <a:lnTo>
                    <a:pt x="736561" y="86969"/>
                  </a:lnTo>
                  <a:lnTo>
                    <a:pt x="735037" y="90017"/>
                  </a:lnTo>
                  <a:lnTo>
                    <a:pt x="735037" y="91541"/>
                  </a:lnTo>
                  <a:lnTo>
                    <a:pt x="733513" y="90017"/>
                  </a:lnTo>
                  <a:lnTo>
                    <a:pt x="733513" y="86969"/>
                  </a:lnTo>
                  <a:lnTo>
                    <a:pt x="722845" y="39725"/>
                  </a:lnTo>
                  <a:lnTo>
                    <a:pt x="701509" y="39725"/>
                  </a:lnTo>
                  <a:lnTo>
                    <a:pt x="722845" y="111442"/>
                  </a:lnTo>
                  <a:lnTo>
                    <a:pt x="744181" y="111442"/>
                  </a:lnTo>
                  <a:lnTo>
                    <a:pt x="748563" y="96113"/>
                  </a:lnTo>
                  <a:lnTo>
                    <a:pt x="756373" y="68681"/>
                  </a:lnTo>
                  <a:lnTo>
                    <a:pt x="756373" y="62585"/>
                  </a:lnTo>
                  <a:lnTo>
                    <a:pt x="757897" y="59537"/>
                  </a:lnTo>
                  <a:lnTo>
                    <a:pt x="757897" y="65633"/>
                  </a:lnTo>
                  <a:lnTo>
                    <a:pt x="759421" y="68681"/>
                  </a:lnTo>
                  <a:lnTo>
                    <a:pt x="770089" y="111442"/>
                  </a:lnTo>
                  <a:lnTo>
                    <a:pt x="791425" y="111442"/>
                  </a:lnTo>
                  <a:lnTo>
                    <a:pt x="796010" y="96113"/>
                  </a:lnTo>
                  <a:lnTo>
                    <a:pt x="812863" y="39725"/>
                  </a:lnTo>
                  <a:close/>
                </a:path>
                <a:path w="1473200" h="134619">
                  <a:moveTo>
                    <a:pt x="895159" y="74777"/>
                  </a:moveTo>
                  <a:lnTo>
                    <a:pt x="873823" y="40881"/>
                  </a:lnTo>
                  <a:lnTo>
                    <a:pt x="873823" y="74777"/>
                  </a:lnTo>
                  <a:lnTo>
                    <a:pt x="872921" y="84772"/>
                  </a:lnTo>
                  <a:lnTo>
                    <a:pt x="870013" y="91922"/>
                  </a:lnTo>
                  <a:lnTo>
                    <a:pt x="864819" y="96202"/>
                  </a:lnTo>
                  <a:lnTo>
                    <a:pt x="857059" y="97637"/>
                  </a:lnTo>
                  <a:lnTo>
                    <a:pt x="849909" y="96202"/>
                  </a:lnTo>
                  <a:lnTo>
                    <a:pt x="844677" y="92113"/>
                  </a:lnTo>
                  <a:lnTo>
                    <a:pt x="844588" y="91922"/>
                  </a:lnTo>
                  <a:lnTo>
                    <a:pt x="841413" y="85420"/>
                  </a:lnTo>
                  <a:lnTo>
                    <a:pt x="841336" y="84772"/>
                  </a:lnTo>
                  <a:lnTo>
                    <a:pt x="840295" y="76301"/>
                  </a:lnTo>
                  <a:lnTo>
                    <a:pt x="840295" y="68681"/>
                  </a:lnTo>
                  <a:lnTo>
                    <a:pt x="841819" y="64109"/>
                  </a:lnTo>
                  <a:lnTo>
                    <a:pt x="844867" y="59537"/>
                  </a:lnTo>
                  <a:lnTo>
                    <a:pt x="847915" y="56489"/>
                  </a:lnTo>
                  <a:lnTo>
                    <a:pt x="852487" y="54965"/>
                  </a:lnTo>
                  <a:lnTo>
                    <a:pt x="857059" y="54965"/>
                  </a:lnTo>
                  <a:lnTo>
                    <a:pt x="864819" y="56134"/>
                  </a:lnTo>
                  <a:lnTo>
                    <a:pt x="870013" y="59728"/>
                  </a:lnTo>
                  <a:lnTo>
                    <a:pt x="872921" y="65900"/>
                  </a:lnTo>
                  <a:lnTo>
                    <a:pt x="873036" y="67081"/>
                  </a:lnTo>
                  <a:lnTo>
                    <a:pt x="873099" y="67729"/>
                  </a:lnTo>
                  <a:lnTo>
                    <a:pt x="873201" y="68681"/>
                  </a:lnTo>
                  <a:lnTo>
                    <a:pt x="873823" y="74777"/>
                  </a:lnTo>
                  <a:lnTo>
                    <a:pt x="873823" y="40881"/>
                  </a:lnTo>
                  <a:lnTo>
                    <a:pt x="873442" y="40678"/>
                  </a:lnTo>
                  <a:lnTo>
                    <a:pt x="866292" y="38798"/>
                  </a:lnTo>
                  <a:lnTo>
                    <a:pt x="858583" y="38201"/>
                  </a:lnTo>
                  <a:lnTo>
                    <a:pt x="849985" y="38798"/>
                  </a:lnTo>
                  <a:lnTo>
                    <a:pt x="819556" y="67729"/>
                  </a:lnTo>
                  <a:lnTo>
                    <a:pt x="819492" y="68681"/>
                  </a:lnTo>
                  <a:lnTo>
                    <a:pt x="818959" y="76301"/>
                  </a:lnTo>
                  <a:lnTo>
                    <a:pt x="841057" y="111442"/>
                  </a:lnTo>
                  <a:lnTo>
                    <a:pt x="857059" y="114490"/>
                  </a:lnTo>
                  <a:lnTo>
                    <a:pt x="865657" y="113690"/>
                  </a:lnTo>
                  <a:lnTo>
                    <a:pt x="873252" y="111442"/>
                  </a:lnTo>
                  <a:lnTo>
                    <a:pt x="879995" y="108026"/>
                  </a:lnTo>
                  <a:lnTo>
                    <a:pt x="886015" y="103733"/>
                  </a:lnTo>
                  <a:lnTo>
                    <a:pt x="890066" y="97637"/>
                  </a:lnTo>
                  <a:lnTo>
                    <a:pt x="892873" y="90970"/>
                  </a:lnTo>
                  <a:lnTo>
                    <a:pt x="894588" y="83375"/>
                  </a:lnTo>
                  <a:lnTo>
                    <a:pt x="895159" y="74777"/>
                  </a:lnTo>
                  <a:close/>
                </a:path>
                <a:path w="1473200" h="134619">
                  <a:moveTo>
                    <a:pt x="949921" y="65913"/>
                  </a:moveTo>
                  <a:lnTo>
                    <a:pt x="910310" y="65913"/>
                  </a:lnTo>
                  <a:lnTo>
                    <a:pt x="910310" y="81153"/>
                  </a:lnTo>
                  <a:lnTo>
                    <a:pt x="949921" y="81153"/>
                  </a:lnTo>
                  <a:lnTo>
                    <a:pt x="949921" y="65913"/>
                  </a:lnTo>
                  <a:close/>
                </a:path>
                <a:path w="1473200" h="134619">
                  <a:moveTo>
                    <a:pt x="1033945" y="77825"/>
                  </a:moveTo>
                  <a:lnTo>
                    <a:pt x="1008037" y="53441"/>
                  </a:lnTo>
                  <a:lnTo>
                    <a:pt x="998893" y="48869"/>
                  </a:lnTo>
                  <a:lnTo>
                    <a:pt x="994321" y="45821"/>
                  </a:lnTo>
                  <a:lnTo>
                    <a:pt x="991273" y="44297"/>
                  </a:lnTo>
                  <a:lnTo>
                    <a:pt x="989749" y="42773"/>
                  </a:lnTo>
                  <a:lnTo>
                    <a:pt x="988225" y="39725"/>
                  </a:lnTo>
                  <a:lnTo>
                    <a:pt x="988225" y="33629"/>
                  </a:lnTo>
                  <a:lnTo>
                    <a:pt x="989749" y="30581"/>
                  </a:lnTo>
                  <a:lnTo>
                    <a:pt x="995845" y="27533"/>
                  </a:lnTo>
                  <a:lnTo>
                    <a:pt x="1000417" y="26009"/>
                  </a:lnTo>
                  <a:lnTo>
                    <a:pt x="1015657" y="26009"/>
                  </a:lnTo>
                  <a:lnTo>
                    <a:pt x="1023277" y="29057"/>
                  </a:lnTo>
                  <a:lnTo>
                    <a:pt x="1029373" y="33629"/>
                  </a:lnTo>
                  <a:lnTo>
                    <a:pt x="1029373" y="13817"/>
                  </a:lnTo>
                  <a:lnTo>
                    <a:pt x="1023277" y="10668"/>
                  </a:lnTo>
                  <a:lnTo>
                    <a:pt x="1014133" y="9144"/>
                  </a:lnTo>
                  <a:lnTo>
                    <a:pt x="1004989" y="9144"/>
                  </a:lnTo>
                  <a:lnTo>
                    <a:pt x="965365" y="29057"/>
                  </a:lnTo>
                  <a:lnTo>
                    <a:pt x="965365" y="39725"/>
                  </a:lnTo>
                  <a:lnTo>
                    <a:pt x="998893" y="71729"/>
                  </a:lnTo>
                  <a:lnTo>
                    <a:pt x="1006513" y="76301"/>
                  </a:lnTo>
                  <a:lnTo>
                    <a:pt x="1011085" y="80873"/>
                  </a:lnTo>
                  <a:lnTo>
                    <a:pt x="1011085" y="88493"/>
                  </a:lnTo>
                  <a:lnTo>
                    <a:pt x="1009561" y="91541"/>
                  </a:lnTo>
                  <a:lnTo>
                    <a:pt x="1006513" y="93065"/>
                  </a:lnTo>
                  <a:lnTo>
                    <a:pt x="1004989" y="96113"/>
                  </a:lnTo>
                  <a:lnTo>
                    <a:pt x="994321" y="96113"/>
                  </a:lnTo>
                  <a:lnTo>
                    <a:pt x="986599" y="95542"/>
                  </a:lnTo>
                  <a:lnTo>
                    <a:pt x="979462" y="93827"/>
                  </a:lnTo>
                  <a:lnTo>
                    <a:pt x="972883" y="90970"/>
                  </a:lnTo>
                  <a:lnTo>
                    <a:pt x="966889" y="86969"/>
                  </a:lnTo>
                  <a:lnTo>
                    <a:pt x="966889" y="108305"/>
                  </a:lnTo>
                  <a:lnTo>
                    <a:pt x="972883" y="110604"/>
                  </a:lnTo>
                  <a:lnTo>
                    <a:pt x="979462" y="112585"/>
                  </a:lnTo>
                  <a:lnTo>
                    <a:pt x="986599" y="113969"/>
                  </a:lnTo>
                  <a:lnTo>
                    <a:pt x="994321" y="114490"/>
                  </a:lnTo>
                  <a:lnTo>
                    <a:pt x="1003769" y="113944"/>
                  </a:lnTo>
                  <a:lnTo>
                    <a:pt x="1033945" y="93065"/>
                  </a:lnTo>
                  <a:lnTo>
                    <a:pt x="1033945" y="77825"/>
                  </a:lnTo>
                  <a:close/>
                </a:path>
                <a:path w="1473200" h="134619">
                  <a:moveTo>
                    <a:pt x="1087374" y="39725"/>
                  </a:moveTo>
                  <a:lnTo>
                    <a:pt x="1072045" y="39725"/>
                  </a:lnTo>
                  <a:lnTo>
                    <a:pt x="1072045" y="18389"/>
                  </a:lnTo>
                  <a:lnTo>
                    <a:pt x="1050709" y="24485"/>
                  </a:lnTo>
                  <a:lnTo>
                    <a:pt x="1050709" y="39725"/>
                  </a:lnTo>
                  <a:lnTo>
                    <a:pt x="1038517" y="39725"/>
                  </a:lnTo>
                  <a:lnTo>
                    <a:pt x="1038517" y="54965"/>
                  </a:lnTo>
                  <a:lnTo>
                    <a:pt x="1050709" y="54965"/>
                  </a:lnTo>
                  <a:lnTo>
                    <a:pt x="1050709" y="90017"/>
                  </a:lnTo>
                  <a:lnTo>
                    <a:pt x="1052131" y="100266"/>
                  </a:lnTo>
                  <a:lnTo>
                    <a:pt x="1056424" y="107975"/>
                  </a:lnTo>
                  <a:lnTo>
                    <a:pt x="1063561" y="112814"/>
                  </a:lnTo>
                  <a:lnTo>
                    <a:pt x="1073569" y="114490"/>
                  </a:lnTo>
                  <a:lnTo>
                    <a:pt x="1079665" y="114490"/>
                  </a:lnTo>
                  <a:lnTo>
                    <a:pt x="1084326" y="112966"/>
                  </a:lnTo>
                  <a:lnTo>
                    <a:pt x="1087374" y="111442"/>
                  </a:lnTo>
                  <a:lnTo>
                    <a:pt x="1087374" y="96113"/>
                  </a:lnTo>
                  <a:lnTo>
                    <a:pt x="1085850" y="96113"/>
                  </a:lnTo>
                  <a:lnTo>
                    <a:pt x="1082802" y="97637"/>
                  </a:lnTo>
                  <a:lnTo>
                    <a:pt x="1075093" y="97637"/>
                  </a:lnTo>
                  <a:lnTo>
                    <a:pt x="1072045" y="93065"/>
                  </a:lnTo>
                  <a:lnTo>
                    <a:pt x="1072045" y="54965"/>
                  </a:lnTo>
                  <a:lnTo>
                    <a:pt x="1087374" y="54965"/>
                  </a:lnTo>
                  <a:lnTo>
                    <a:pt x="1087374" y="39725"/>
                  </a:lnTo>
                  <a:close/>
                </a:path>
                <a:path w="1473200" h="134619">
                  <a:moveTo>
                    <a:pt x="1146810" y="39725"/>
                  </a:moveTo>
                  <a:lnTo>
                    <a:pt x="1145286" y="38201"/>
                  </a:lnTo>
                  <a:lnTo>
                    <a:pt x="1131570" y="38201"/>
                  </a:lnTo>
                  <a:lnTo>
                    <a:pt x="1125474" y="44297"/>
                  </a:lnTo>
                  <a:lnTo>
                    <a:pt x="1122426" y="53441"/>
                  </a:lnTo>
                  <a:lnTo>
                    <a:pt x="1122426" y="39725"/>
                  </a:lnTo>
                  <a:lnTo>
                    <a:pt x="1101090" y="39725"/>
                  </a:lnTo>
                  <a:lnTo>
                    <a:pt x="1101090" y="111442"/>
                  </a:lnTo>
                  <a:lnTo>
                    <a:pt x="1122426" y="111442"/>
                  </a:lnTo>
                  <a:lnTo>
                    <a:pt x="1122426" y="70205"/>
                  </a:lnTo>
                  <a:lnTo>
                    <a:pt x="1123950" y="65633"/>
                  </a:lnTo>
                  <a:lnTo>
                    <a:pt x="1125474" y="62585"/>
                  </a:lnTo>
                  <a:lnTo>
                    <a:pt x="1128522" y="58013"/>
                  </a:lnTo>
                  <a:lnTo>
                    <a:pt x="1133094" y="56489"/>
                  </a:lnTo>
                  <a:lnTo>
                    <a:pt x="1140714" y="56489"/>
                  </a:lnTo>
                  <a:lnTo>
                    <a:pt x="1146810" y="59537"/>
                  </a:lnTo>
                  <a:lnTo>
                    <a:pt x="1146810" y="56489"/>
                  </a:lnTo>
                  <a:lnTo>
                    <a:pt x="1146810" y="53441"/>
                  </a:lnTo>
                  <a:lnTo>
                    <a:pt x="1146810" y="39725"/>
                  </a:lnTo>
                  <a:close/>
                </a:path>
                <a:path w="1473200" h="134619">
                  <a:moveTo>
                    <a:pt x="1219962" y="73253"/>
                  </a:moveTo>
                  <a:lnTo>
                    <a:pt x="1219758" y="68592"/>
                  </a:lnTo>
                  <a:lnTo>
                    <a:pt x="1219631" y="65557"/>
                  </a:lnTo>
                  <a:lnTo>
                    <a:pt x="1218438" y="58585"/>
                  </a:lnTo>
                  <a:lnTo>
                    <a:pt x="1201674" y="40449"/>
                  </a:lnTo>
                  <a:lnTo>
                    <a:pt x="1201674" y="58013"/>
                  </a:lnTo>
                  <a:lnTo>
                    <a:pt x="1201674" y="68592"/>
                  </a:lnTo>
                  <a:lnTo>
                    <a:pt x="1172756" y="68592"/>
                  </a:lnTo>
                  <a:lnTo>
                    <a:pt x="1175766" y="59537"/>
                  </a:lnTo>
                  <a:lnTo>
                    <a:pt x="1181862" y="53441"/>
                  </a:lnTo>
                  <a:lnTo>
                    <a:pt x="1184910" y="51917"/>
                  </a:lnTo>
                  <a:lnTo>
                    <a:pt x="1197102" y="51917"/>
                  </a:lnTo>
                  <a:lnTo>
                    <a:pt x="1201674" y="58013"/>
                  </a:lnTo>
                  <a:lnTo>
                    <a:pt x="1201674" y="40449"/>
                  </a:lnTo>
                  <a:lnTo>
                    <a:pt x="1195412" y="38773"/>
                  </a:lnTo>
                  <a:lnTo>
                    <a:pt x="1187958" y="38201"/>
                  </a:lnTo>
                  <a:lnTo>
                    <a:pt x="1180782" y="38773"/>
                  </a:lnTo>
                  <a:lnTo>
                    <a:pt x="1180566" y="38773"/>
                  </a:lnTo>
                  <a:lnTo>
                    <a:pt x="1153477" y="68592"/>
                  </a:lnTo>
                  <a:lnTo>
                    <a:pt x="1152906" y="76301"/>
                  </a:lnTo>
                  <a:lnTo>
                    <a:pt x="1153477" y="84874"/>
                  </a:lnTo>
                  <a:lnTo>
                    <a:pt x="1180261" y="113690"/>
                  </a:lnTo>
                  <a:lnTo>
                    <a:pt x="1187958" y="114503"/>
                  </a:lnTo>
                  <a:lnTo>
                    <a:pt x="1195654" y="113969"/>
                  </a:lnTo>
                  <a:lnTo>
                    <a:pt x="1202626" y="112585"/>
                  </a:lnTo>
                  <a:lnTo>
                    <a:pt x="1208747" y="110604"/>
                  </a:lnTo>
                  <a:lnTo>
                    <a:pt x="1213866" y="108305"/>
                  </a:lnTo>
                  <a:lnTo>
                    <a:pt x="1213866" y="99161"/>
                  </a:lnTo>
                  <a:lnTo>
                    <a:pt x="1213866" y="93065"/>
                  </a:lnTo>
                  <a:lnTo>
                    <a:pt x="1201674" y="99161"/>
                  </a:lnTo>
                  <a:lnTo>
                    <a:pt x="1194054" y="99161"/>
                  </a:lnTo>
                  <a:lnTo>
                    <a:pt x="1185151" y="98044"/>
                  </a:lnTo>
                  <a:lnTo>
                    <a:pt x="1178814" y="94780"/>
                  </a:lnTo>
                  <a:lnTo>
                    <a:pt x="1174762" y="89522"/>
                  </a:lnTo>
                  <a:lnTo>
                    <a:pt x="1172718" y="82397"/>
                  </a:lnTo>
                  <a:lnTo>
                    <a:pt x="1219962" y="82397"/>
                  </a:lnTo>
                  <a:lnTo>
                    <a:pt x="1219962" y="73253"/>
                  </a:lnTo>
                  <a:close/>
                </a:path>
                <a:path w="1473200" h="134619">
                  <a:moveTo>
                    <a:pt x="1293215" y="68681"/>
                  </a:moveTo>
                  <a:lnTo>
                    <a:pt x="1262735" y="38201"/>
                  </a:lnTo>
                  <a:lnTo>
                    <a:pt x="1255115" y="38201"/>
                  </a:lnTo>
                  <a:lnTo>
                    <a:pt x="1249019" y="39725"/>
                  </a:lnTo>
                  <a:lnTo>
                    <a:pt x="1239875" y="42773"/>
                  </a:lnTo>
                  <a:lnTo>
                    <a:pt x="1236827" y="44297"/>
                  </a:lnTo>
                  <a:lnTo>
                    <a:pt x="1236827" y="61061"/>
                  </a:lnTo>
                  <a:lnTo>
                    <a:pt x="1244447" y="54965"/>
                  </a:lnTo>
                  <a:lnTo>
                    <a:pt x="1252067" y="51917"/>
                  </a:lnTo>
                  <a:lnTo>
                    <a:pt x="1268831" y="51917"/>
                  </a:lnTo>
                  <a:lnTo>
                    <a:pt x="1273403" y="56489"/>
                  </a:lnTo>
                  <a:lnTo>
                    <a:pt x="1273403" y="65633"/>
                  </a:lnTo>
                  <a:lnTo>
                    <a:pt x="1273403" y="77825"/>
                  </a:lnTo>
                  <a:lnTo>
                    <a:pt x="1273403" y="86969"/>
                  </a:lnTo>
                  <a:lnTo>
                    <a:pt x="1271879" y="91541"/>
                  </a:lnTo>
                  <a:lnTo>
                    <a:pt x="1268831" y="94589"/>
                  </a:lnTo>
                  <a:lnTo>
                    <a:pt x="1267307" y="97637"/>
                  </a:lnTo>
                  <a:lnTo>
                    <a:pt x="1262735" y="99161"/>
                  </a:lnTo>
                  <a:lnTo>
                    <a:pt x="1255115" y="99161"/>
                  </a:lnTo>
                  <a:lnTo>
                    <a:pt x="1253591" y="97637"/>
                  </a:lnTo>
                  <a:lnTo>
                    <a:pt x="1250543" y="96113"/>
                  </a:lnTo>
                  <a:lnTo>
                    <a:pt x="1249019" y="94589"/>
                  </a:lnTo>
                  <a:lnTo>
                    <a:pt x="1249019" y="83921"/>
                  </a:lnTo>
                  <a:lnTo>
                    <a:pt x="1252067" y="80873"/>
                  </a:lnTo>
                  <a:lnTo>
                    <a:pt x="1259687" y="79349"/>
                  </a:lnTo>
                  <a:lnTo>
                    <a:pt x="1273403" y="77825"/>
                  </a:lnTo>
                  <a:lnTo>
                    <a:pt x="1273403" y="65633"/>
                  </a:lnTo>
                  <a:lnTo>
                    <a:pt x="1235113" y="75349"/>
                  </a:lnTo>
                  <a:lnTo>
                    <a:pt x="1229207" y="91541"/>
                  </a:lnTo>
                  <a:lnTo>
                    <a:pt x="1229207" y="99161"/>
                  </a:lnTo>
                  <a:lnTo>
                    <a:pt x="1230731" y="103733"/>
                  </a:lnTo>
                  <a:lnTo>
                    <a:pt x="1235303" y="108305"/>
                  </a:lnTo>
                  <a:lnTo>
                    <a:pt x="1239875" y="111455"/>
                  </a:lnTo>
                  <a:lnTo>
                    <a:pt x="1244447" y="114503"/>
                  </a:lnTo>
                  <a:lnTo>
                    <a:pt x="1252067" y="114503"/>
                  </a:lnTo>
                  <a:lnTo>
                    <a:pt x="1258608" y="113639"/>
                  </a:lnTo>
                  <a:lnTo>
                    <a:pt x="1264450" y="111061"/>
                  </a:lnTo>
                  <a:lnTo>
                    <a:pt x="1269415" y="106743"/>
                  </a:lnTo>
                  <a:lnTo>
                    <a:pt x="1273403" y="100685"/>
                  </a:lnTo>
                  <a:lnTo>
                    <a:pt x="1273403" y="111455"/>
                  </a:lnTo>
                  <a:lnTo>
                    <a:pt x="1293215" y="111455"/>
                  </a:lnTo>
                  <a:lnTo>
                    <a:pt x="1293215" y="100685"/>
                  </a:lnTo>
                  <a:lnTo>
                    <a:pt x="1293215" y="99161"/>
                  </a:lnTo>
                  <a:lnTo>
                    <a:pt x="1293215" y="77825"/>
                  </a:lnTo>
                  <a:lnTo>
                    <a:pt x="1293215" y="68681"/>
                  </a:lnTo>
                  <a:close/>
                </a:path>
                <a:path w="1473200" h="134619">
                  <a:moveTo>
                    <a:pt x="1424368" y="67157"/>
                  </a:moveTo>
                  <a:lnTo>
                    <a:pt x="1423022" y="54965"/>
                  </a:lnTo>
                  <a:lnTo>
                    <a:pt x="1422946" y="54279"/>
                  </a:lnTo>
                  <a:lnTo>
                    <a:pt x="1421815" y="51917"/>
                  </a:lnTo>
                  <a:lnTo>
                    <a:pt x="1418653" y="45250"/>
                  </a:lnTo>
                  <a:lnTo>
                    <a:pt x="1411516" y="39941"/>
                  </a:lnTo>
                  <a:lnTo>
                    <a:pt x="1401508" y="38201"/>
                  </a:lnTo>
                  <a:lnTo>
                    <a:pt x="1393837" y="39052"/>
                  </a:lnTo>
                  <a:lnTo>
                    <a:pt x="1387030" y="41630"/>
                  </a:lnTo>
                  <a:lnTo>
                    <a:pt x="1381366" y="45910"/>
                  </a:lnTo>
                  <a:lnTo>
                    <a:pt x="1377124" y="51917"/>
                  </a:lnTo>
                  <a:lnTo>
                    <a:pt x="1373352" y="45910"/>
                  </a:lnTo>
                  <a:lnTo>
                    <a:pt x="1368691" y="41630"/>
                  </a:lnTo>
                  <a:lnTo>
                    <a:pt x="1362900" y="39052"/>
                  </a:lnTo>
                  <a:lnTo>
                    <a:pt x="1355699" y="38201"/>
                  </a:lnTo>
                  <a:lnTo>
                    <a:pt x="1351127" y="38201"/>
                  </a:lnTo>
                  <a:lnTo>
                    <a:pt x="1341983" y="41249"/>
                  </a:lnTo>
                  <a:lnTo>
                    <a:pt x="1335887" y="47345"/>
                  </a:lnTo>
                  <a:lnTo>
                    <a:pt x="1332839" y="51917"/>
                  </a:lnTo>
                  <a:lnTo>
                    <a:pt x="1332839" y="39725"/>
                  </a:lnTo>
                  <a:lnTo>
                    <a:pt x="1311503" y="39725"/>
                  </a:lnTo>
                  <a:lnTo>
                    <a:pt x="1311503" y="111442"/>
                  </a:lnTo>
                  <a:lnTo>
                    <a:pt x="1332839" y="111442"/>
                  </a:lnTo>
                  <a:lnTo>
                    <a:pt x="1332839" y="62585"/>
                  </a:lnTo>
                  <a:lnTo>
                    <a:pt x="1338935" y="56489"/>
                  </a:lnTo>
                  <a:lnTo>
                    <a:pt x="1341983" y="54965"/>
                  </a:lnTo>
                  <a:lnTo>
                    <a:pt x="1352651" y="54965"/>
                  </a:lnTo>
                  <a:lnTo>
                    <a:pt x="1357223" y="59537"/>
                  </a:lnTo>
                  <a:lnTo>
                    <a:pt x="1357223" y="111442"/>
                  </a:lnTo>
                  <a:lnTo>
                    <a:pt x="1378648" y="111442"/>
                  </a:lnTo>
                  <a:lnTo>
                    <a:pt x="1378648" y="67157"/>
                  </a:lnTo>
                  <a:lnTo>
                    <a:pt x="1380172" y="62585"/>
                  </a:lnTo>
                  <a:lnTo>
                    <a:pt x="1381696" y="59537"/>
                  </a:lnTo>
                  <a:lnTo>
                    <a:pt x="1384744" y="56489"/>
                  </a:lnTo>
                  <a:lnTo>
                    <a:pt x="1387792" y="54965"/>
                  </a:lnTo>
                  <a:lnTo>
                    <a:pt x="1399984" y="54965"/>
                  </a:lnTo>
                  <a:lnTo>
                    <a:pt x="1403032" y="59537"/>
                  </a:lnTo>
                  <a:lnTo>
                    <a:pt x="1403032" y="111442"/>
                  </a:lnTo>
                  <a:lnTo>
                    <a:pt x="1424368" y="111442"/>
                  </a:lnTo>
                  <a:lnTo>
                    <a:pt x="1424368" y="67157"/>
                  </a:lnTo>
                  <a:close/>
                </a:path>
                <a:path w="1473200" h="134619">
                  <a:moveTo>
                    <a:pt x="1473136" y="73253"/>
                  </a:moveTo>
                  <a:lnTo>
                    <a:pt x="1471942" y="56413"/>
                  </a:lnTo>
                  <a:lnTo>
                    <a:pt x="1468183" y="40284"/>
                  </a:lnTo>
                  <a:lnTo>
                    <a:pt x="1461566" y="24993"/>
                  </a:lnTo>
                  <a:lnTo>
                    <a:pt x="1451800" y="10668"/>
                  </a:lnTo>
                  <a:lnTo>
                    <a:pt x="1433512" y="10668"/>
                  </a:lnTo>
                  <a:lnTo>
                    <a:pt x="1443278" y="25641"/>
                  </a:lnTo>
                  <a:lnTo>
                    <a:pt x="1449895" y="40855"/>
                  </a:lnTo>
                  <a:lnTo>
                    <a:pt x="1453654" y="56629"/>
                  </a:lnTo>
                  <a:lnTo>
                    <a:pt x="1454848" y="73253"/>
                  </a:lnTo>
                  <a:lnTo>
                    <a:pt x="1453654" y="89865"/>
                  </a:lnTo>
                  <a:lnTo>
                    <a:pt x="1449895" y="105498"/>
                  </a:lnTo>
                  <a:lnTo>
                    <a:pt x="1443278" y="120269"/>
                  </a:lnTo>
                  <a:lnTo>
                    <a:pt x="1433512" y="134302"/>
                  </a:lnTo>
                  <a:lnTo>
                    <a:pt x="1450276" y="134302"/>
                  </a:lnTo>
                  <a:lnTo>
                    <a:pt x="1460271" y="121119"/>
                  </a:lnTo>
                  <a:lnTo>
                    <a:pt x="1467421" y="106641"/>
                  </a:lnTo>
                  <a:lnTo>
                    <a:pt x="1471701" y="90728"/>
                  </a:lnTo>
                  <a:lnTo>
                    <a:pt x="1473136" y="73253"/>
                  </a:lnTo>
                  <a:close/>
                </a:path>
              </a:pathLst>
            </a:custGeom>
            <a:solidFill>
              <a:srgbClr val="364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0371" y="3098196"/>
              <a:ext cx="138779" cy="9001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8963" y="3090576"/>
              <a:ext cx="173831" cy="11134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831657" y="3122580"/>
              <a:ext cx="56515" cy="56515"/>
            </a:xfrm>
            <a:custGeom>
              <a:avLst/>
              <a:gdLst/>
              <a:ahLst/>
              <a:cxnLst/>
              <a:rect l="l" t="t" r="r" b="b"/>
              <a:pathLst>
                <a:path w="56514" h="56514">
                  <a:moveTo>
                    <a:pt x="32003" y="56483"/>
                  </a:moveTo>
                  <a:lnTo>
                    <a:pt x="24383" y="56483"/>
                  </a:lnTo>
                  <a:lnTo>
                    <a:pt x="24383" y="32003"/>
                  </a:lnTo>
                  <a:lnTo>
                    <a:pt x="0" y="32003"/>
                  </a:lnTo>
                  <a:lnTo>
                    <a:pt x="0" y="24383"/>
                  </a:lnTo>
                  <a:lnTo>
                    <a:pt x="24383" y="24383"/>
                  </a:lnTo>
                  <a:lnTo>
                    <a:pt x="24383" y="0"/>
                  </a:lnTo>
                  <a:lnTo>
                    <a:pt x="32003" y="0"/>
                  </a:lnTo>
                  <a:lnTo>
                    <a:pt x="32003" y="24383"/>
                  </a:lnTo>
                  <a:lnTo>
                    <a:pt x="56387" y="24383"/>
                  </a:lnTo>
                  <a:lnTo>
                    <a:pt x="56387" y="32003"/>
                  </a:lnTo>
                  <a:lnTo>
                    <a:pt x="32003" y="32003"/>
                  </a:lnTo>
                  <a:lnTo>
                    <a:pt x="32003" y="56483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36813" y="3090576"/>
              <a:ext cx="262318" cy="11287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79999" y="3090576"/>
              <a:ext cx="454437" cy="111347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679943" y="2700808"/>
            <a:ext cx="4213679" cy="668188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95240" y="2089866"/>
            <a:ext cx="230343" cy="230343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17688" y="3720560"/>
            <a:ext cx="1367980" cy="167830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2752725" y="3726180"/>
            <a:ext cx="1438275" cy="167005"/>
            <a:chOff x="2752725" y="3726180"/>
            <a:chExt cx="1438275" cy="167005"/>
          </a:xfrm>
        </p:grpSpPr>
        <p:sp>
          <p:nvSpPr>
            <p:cNvPr id="29" name="object 29"/>
            <p:cNvSpPr/>
            <p:nvPr/>
          </p:nvSpPr>
          <p:spPr>
            <a:xfrm>
              <a:off x="2752725" y="3726192"/>
              <a:ext cx="864235" cy="167005"/>
            </a:xfrm>
            <a:custGeom>
              <a:avLst/>
              <a:gdLst/>
              <a:ahLst/>
              <a:cxnLst/>
              <a:rect l="l" t="t" r="r" b="b"/>
              <a:pathLst>
                <a:path w="864235" h="167004">
                  <a:moveTo>
                    <a:pt x="51816" y="8089"/>
                  </a:moveTo>
                  <a:lnTo>
                    <a:pt x="28956" y="8089"/>
                  </a:lnTo>
                  <a:lnTo>
                    <a:pt x="16065" y="25882"/>
                  </a:lnTo>
                  <a:lnTo>
                    <a:pt x="7048" y="44945"/>
                  </a:lnTo>
                  <a:lnTo>
                    <a:pt x="1727" y="65405"/>
                  </a:lnTo>
                  <a:lnTo>
                    <a:pt x="0" y="87426"/>
                  </a:lnTo>
                  <a:lnTo>
                    <a:pt x="1727" y="110375"/>
                  </a:lnTo>
                  <a:lnTo>
                    <a:pt x="7048" y="131140"/>
                  </a:lnTo>
                  <a:lnTo>
                    <a:pt x="16065" y="149885"/>
                  </a:lnTo>
                  <a:lnTo>
                    <a:pt x="28956" y="166776"/>
                  </a:lnTo>
                  <a:lnTo>
                    <a:pt x="51816" y="166776"/>
                  </a:lnTo>
                  <a:lnTo>
                    <a:pt x="39814" y="148818"/>
                  </a:lnTo>
                  <a:lnTo>
                    <a:pt x="31242" y="129425"/>
                  </a:lnTo>
                  <a:lnTo>
                    <a:pt x="26098" y="108877"/>
                  </a:lnTo>
                  <a:lnTo>
                    <a:pt x="24384" y="87426"/>
                  </a:lnTo>
                  <a:lnTo>
                    <a:pt x="26098" y="66052"/>
                  </a:lnTo>
                  <a:lnTo>
                    <a:pt x="31242" y="45516"/>
                  </a:lnTo>
                  <a:lnTo>
                    <a:pt x="39814" y="26098"/>
                  </a:lnTo>
                  <a:lnTo>
                    <a:pt x="51816" y="8089"/>
                  </a:lnTo>
                  <a:close/>
                </a:path>
                <a:path w="864235" h="167004">
                  <a:moveTo>
                    <a:pt x="149440" y="93535"/>
                  </a:moveTo>
                  <a:lnTo>
                    <a:pt x="115912" y="61531"/>
                  </a:lnTo>
                  <a:lnTo>
                    <a:pt x="103720" y="56959"/>
                  </a:lnTo>
                  <a:lnTo>
                    <a:pt x="97624" y="53911"/>
                  </a:lnTo>
                  <a:lnTo>
                    <a:pt x="91528" y="47815"/>
                  </a:lnTo>
                  <a:lnTo>
                    <a:pt x="90004" y="44767"/>
                  </a:lnTo>
                  <a:lnTo>
                    <a:pt x="90004" y="37147"/>
                  </a:lnTo>
                  <a:lnTo>
                    <a:pt x="96100" y="31051"/>
                  </a:lnTo>
                  <a:lnTo>
                    <a:pt x="100672" y="28003"/>
                  </a:lnTo>
                  <a:lnTo>
                    <a:pt x="112864" y="28003"/>
                  </a:lnTo>
                  <a:lnTo>
                    <a:pt x="121488" y="28575"/>
                  </a:lnTo>
                  <a:lnTo>
                    <a:pt x="129247" y="30289"/>
                  </a:lnTo>
                  <a:lnTo>
                    <a:pt x="136436" y="33147"/>
                  </a:lnTo>
                  <a:lnTo>
                    <a:pt x="143344" y="37147"/>
                  </a:lnTo>
                  <a:lnTo>
                    <a:pt x="143344" y="9613"/>
                  </a:lnTo>
                  <a:lnTo>
                    <a:pt x="137058" y="7620"/>
                  </a:lnTo>
                  <a:lnTo>
                    <a:pt x="129628" y="6184"/>
                  </a:lnTo>
                  <a:lnTo>
                    <a:pt x="121056" y="5334"/>
                  </a:lnTo>
                  <a:lnTo>
                    <a:pt x="111340" y="5041"/>
                  </a:lnTo>
                  <a:lnTo>
                    <a:pt x="100482" y="5638"/>
                  </a:lnTo>
                  <a:lnTo>
                    <a:pt x="64477" y="27228"/>
                  </a:lnTo>
                  <a:lnTo>
                    <a:pt x="61048" y="43243"/>
                  </a:lnTo>
                  <a:lnTo>
                    <a:pt x="63030" y="54978"/>
                  </a:lnTo>
                  <a:lnTo>
                    <a:pt x="68859" y="65151"/>
                  </a:lnTo>
                  <a:lnTo>
                    <a:pt x="78409" y="73888"/>
                  </a:lnTo>
                  <a:lnTo>
                    <a:pt x="91528" y="81343"/>
                  </a:lnTo>
                  <a:lnTo>
                    <a:pt x="100698" y="84747"/>
                  </a:lnTo>
                  <a:lnTo>
                    <a:pt x="107721" y="88011"/>
                  </a:lnTo>
                  <a:lnTo>
                    <a:pt x="112750" y="90982"/>
                  </a:lnTo>
                  <a:lnTo>
                    <a:pt x="115912" y="93535"/>
                  </a:lnTo>
                  <a:lnTo>
                    <a:pt x="118960" y="96583"/>
                  </a:lnTo>
                  <a:lnTo>
                    <a:pt x="120484" y="99631"/>
                  </a:lnTo>
                  <a:lnTo>
                    <a:pt x="120484" y="107251"/>
                  </a:lnTo>
                  <a:lnTo>
                    <a:pt x="118960" y="111823"/>
                  </a:lnTo>
                  <a:lnTo>
                    <a:pt x="114388" y="113436"/>
                  </a:lnTo>
                  <a:lnTo>
                    <a:pt x="111340" y="116484"/>
                  </a:lnTo>
                  <a:lnTo>
                    <a:pt x="105244" y="118008"/>
                  </a:lnTo>
                  <a:lnTo>
                    <a:pt x="97624" y="118008"/>
                  </a:lnTo>
                  <a:lnTo>
                    <a:pt x="87642" y="117144"/>
                  </a:lnTo>
                  <a:lnTo>
                    <a:pt x="78384" y="114566"/>
                  </a:lnTo>
                  <a:lnTo>
                    <a:pt x="69977" y="110248"/>
                  </a:lnTo>
                  <a:lnTo>
                    <a:pt x="62572" y="104203"/>
                  </a:lnTo>
                  <a:lnTo>
                    <a:pt x="62572" y="131724"/>
                  </a:lnTo>
                  <a:lnTo>
                    <a:pt x="70002" y="135483"/>
                  </a:lnTo>
                  <a:lnTo>
                    <a:pt x="78574" y="137820"/>
                  </a:lnTo>
                  <a:lnTo>
                    <a:pt x="88290" y="139014"/>
                  </a:lnTo>
                  <a:lnTo>
                    <a:pt x="99148" y="139344"/>
                  </a:lnTo>
                  <a:lnTo>
                    <a:pt x="110007" y="138772"/>
                  </a:lnTo>
                  <a:lnTo>
                    <a:pt x="146011" y="117995"/>
                  </a:lnTo>
                  <a:lnTo>
                    <a:pt x="149440" y="101155"/>
                  </a:lnTo>
                  <a:lnTo>
                    <a:pt x="149440" y="93535"/>
                  </a:lnTo>
                  <a:close/>
                </a:path>
                <a:path w="864235" h="167004">
                  <a:moveTo>
                    <a:pt x="259270" y="137820"/>
                  </a:moveTo>
                  <a:lnTo>
                    <a:pt x="224967" y="92011"/>
                  </a:lnTo>
                  <a:lnTo>
                    <a:pt x="222694" y="88963"/>
                  </a:lnTo>
                  <a:lnTo>
                    <a:pt x="223850" y="87439"/>
                  </a:lnTo>
                  <a:lnTo>
                    <a:pt x="256222" y="44767"/>
                  </a:lnTo>
                  <a:lnTo>
                    <a:pt x="224218" y="44767"/>
                  </a:lnTo>
                  <a:lnTo>
                    <a:pt x="195160" y="87439"/>
                  </a:lnTo>
                  <a:lnTo>
                    <a:pt x="195160" y="469"/>
                  </a:lnTo>
                  <a:lnTo>
                    <a:pt x="167728" y="469"/>
                  </a:lnTo>
                  <a:lnTo>
                    <a:pt x="167728" y="137820"/>
                  </a:lnTo>
                  <a:lnTo>
                    <a:pt x="195160" y="137820"/>
                  </a:lnTo>
                  <a:lnTo>
                    <a:pt x="195160" y="92011"/>
                  </a:lnTo>
                  <a:lnTo>
                    <a:pt x="227266" y="137820"/>
                  </a:lnTo>
                  <a:lnTo>
                    <a:pt x="259270" y="137820"/>
                  </a:lnTo>
                  <a:close/>
                </a:path>
                <a:path w="864235" h="167004">
                  <a:moveTo>
                    <a:pt x="350799" y="87426"/>
                  </a:moveTo>
                  <a:lnTo>
                    <a:pt x="350291" y="81330"/>
                  </a:lnTo>
                  <a:lnTo>
                    <a:pt x="349986" y="77698"/>
                  </a:lnTo>
                  <a:lnTo>
                    <a:pt x="347738" y="68948"/>
                  </a:lnTo>
                  <a:lnTo>
                    <a:pt x="344525" y="61518"/>
                  </a:lnTo>
                  <a:lnTo>
                    <a:pt x="344335" y="61074"/>
                  </a:lnTo>
                  <a:lnTo>
                    <a:pt x="340029" y="53898"/>
                  </a:lnTo>
                  <a:lnTo>
                    <a:pt x="333743" y="49022"/>
                  </a:lnTo>
                  <a:lnTo>
                    <a:pt x="326313" y="45707"/>
                  </a:lnTo>
                  <a:lnTo>
                    <a:pt x="324789" y="45377"/>
                  </a:lnTo>
                  <a:lnTo>
                    <a:pt x="324789" y="81330"/>
                  </a:lnTo>
                  <a:lnTo>
                    <a:pt x="289737" y="81330"/>
                  </a:lnTo>
                  <a:lnTo>
                    <a:pt x="289737" y="75234"/>
                  </a:lnTo>
                  <a:lnTo>
                    <a:pt x="295833" y="66090"/>
                  </a:lnTo>
                  <a:lnTo>
                    <a:pt x="300405" y="63042"/>
                  </a:lnTo>
                  <a:lnTo>
                    <a:pt x="303453" y="61518"/>
                  </a:lnTo>
                  <a:lnTo>
                    <a:pt x="308025" y="61518"/>
                  </a:lnTo>
                  <a:lnTo>
                    <a:pt x="324789" y="81330"/>
                  </a:lnTo>
                  <a:lnTo>
                    <a:pt x="324789" y="45377"/>
                  </a:lnTo>
                  <a:lnTo>
                    <a:pt x="317741" y="43827"/>
                  </a:lnTo>
                  <a:lnTo>
                    <a:pt x="308025" y="43230"/>
                  </a:lnTo>
                  <a:lnTo>
                    <a:pt x="299173" y="44094"/>
                  </a:lnTo>
                  <a:lnTo>
                    <a:pt x="265734" y="72758"/>
                  </a:lnTo>
                  <a:lnTo>
                    <a:pt x="262305" y="91998"/>
                  </a:lnTo>
                  <a:lnTo>
                    <a:pt x="263144" y="102857"/>
                  </a:lnTo>
                  <a:lnTo>
                    <a:pt x="289737" y="136677"/>
                  </a:lnTo>
                  <a:lnTo>
                    <a:pt x="309549" y="139344"/>
                  </a:lnTo>
                  <a:lnTo>
                    <a:pt x="319290" y="139039"/>
                  </a:lnTo>
                  <a:lnTo>
                    <a:pt x="328028" y="138010"/>
                  </a:lnTo>
                  <a:lnTo>
                    <a:pt x="335915" y="136131"/>
                  </a:lnTo>
                  <a:lnTo>
                    <a:pt x="343077" y="133248"/>
                  </a:lnTo>
                  <a:lnTo>
                    <a:pt x="343077" y="119532"/>
                  </a:lnTo>
                  <a:lnTo>
                    <a:pt x="343077" y="113436"/>
                  </a:lnTo>
                  <a:lnTo>
                    <a:pt x="336435" y="116319"/>
                  </a:lnTo>
                  <a:lnTo>
                    <a:pt x="329933" y="118198"/>
                  </a:lnTo>
                  <a:lnTo>
                    <a:pt x="323151" y="119227"/>
                  </a:lnTo>
                  <a:lnTo>
                    <a:pt x="315645" y="119532"/>
                  </a:lnTo>
                  <a:lnTo>
                    <a:pt x="304533" y="118338"/>
                  </a:lnTo>
                  <a:lnTo>
                    <a:pt x="296405" y="114566"/>
                  </a:lnTo>
                  <a:lnTo>
                    <a:pt x="291439" y="107924"/>
                  </a:lnTo>
                  <a:lnTo>
                    <a:pt x="289737" y="98094"/>
                  </a:lnTo>
                  <a:lnTo>
                    <a:pt x="350799" y="98094"/>
                  </a:lnTo>
                  <a:lnTo>
                    <a:pt x="350799" y="87426"/>
                  </a:lnTo>
                  <a:close/>
                </a:path>
                <a:path w="864235" h="167004">
                  <a:moveTo>
                    <a:pt x="394322" y="0"/>
                  </a:moveTo>
                  <a:lnTo>
                    <a:pt x="366890" y="0"/>
                  </a:lnTo>
                  <a:lnTo>
                    <a:pt x="366890" y="137147"/>
                  </a:lnTo>
                  <a:lnTo>
                    <a:pt x="394322" y="137147"/>
                  </a:lnTo>
                  <a:lnTo>
                    <a:pt x="394322" y="0"/>
                  </a:lnTo>
                  <a:close/>
                </a:path>
                <a:path w="864235" h="167004">
                  <a:moveTo>
                    <a:pt x="501764" y="87426"/>
                  </a:moveTo>
                  <a:lnTo>
                    <a:pt x="501243" y="81330"/>
                  </a:lnTo>
                  <a:lnTo>
                    <a:pt x="500938" y="77698"/>
                  </a:lnTo>
                  <a:lnTo>
                    <a:pt x="498525" y="68948"/>
                  </a:lnTo>
                  <a:lnTo>
                    <a:pt x="475767" y="45529"/>
                  </a:lnTo>
                  <a:lnTo>
                    <a:pt x="475767" y="81330"/>
                  </a:lnTo>
                  <a:lnTo>
                    <a:pt x="439191" y="81330"/>
                  </a:lnTo>
                  <a:lnTo>
                    <a:pt x="440715" y="75234"/>
                  </a:lnTo>
                  <a:lnTo>
                    <a:pt x="446811" y="66090"/>
                  </a:lnTo>
                  <a:lnTo>
                    <a:pt x="449859" y="63042"/>
                  </a:lnTo>
                  <a:lnTo>
                    <a:pt x="454431" y="61518"/>
                  </a:lnTo>
                  <a:lnTo>
                    <a:pt x="459003" y="61518"/>
                  </a:lnTo>
                  <a:lnTo>
                    <a:pt x="466128" y="62687"/>
                  </a:lnTo>
                  <a:lnTo>
                    <a:pt x="471385" y="66281"/>
                  </a:lnTo>
                  <a:lnTo>
                    <a:pt x="474649" y="72453"/>
                  </a:lnTo>
                  <a:lnTo>
                    <a:pt x="474687" y="72758"/>
                  </a:lnTo>
                  <a:lnTo>
                    <a:pt x="475767" y="81330"/>
                  </a:lnTo>
                  <a:lnTo>
                    <a:pt x="475767" y="45529"/>
                  </a:lnTo>
                  <a:lnTo>
                    <a:pt x="468477" y="43827"/>
                  </a:lnTo>
                  <a:lnTo>
                    <a:pt x="459003" y="43230"/>
                  </a:lnTo>
                  <a:lnTo>
                    <a:pt x="449287" y="44094"/>
                  </a:lnTo>
                  <a:lnTo>
                    <a:pt x="416712" y="72758"/>
                  </a:lnTo>
                  <a:lnTo>
                    <a:pt x="413283" y="91998"/>
                  </a:lnTo>
                  <a:lnTo>
                    <a:pt x="414121" y="102857"/>
                  </a:lnTo>
                  <a:lnTo>
                    <a:pt x="440143" y="136677"/>
                  </a:lnTo>
                  <a:lnTo>
                    <a:pt x="460527" y="139344"/>
                  </a:lnTo>
                  <a:lnTo>
                    <a:pt x="470242" y="139039"/>
                  </a:lnTo>
                  <a:lnTo>
                    <a:pt x="478828" y="138010"/>
                  </a:lnTo>
                  <a:lnTo>
                    <a:pt x="486283" y="136131"/>
                  </a:lnTo>
                  <a:lnTo>
                    <a:pt x="492620" y="133248"/>
                  </a:lnTo>
                  <a:lnTo>
                    <a:pt x="492620" y="119532"/>
                  </a:lnTo>
                  <a:lnTo>
                    <a:pt x="492620" y="113436"/>
                  </a:lnTo>
                  <a:lnTo>
                    <a:pt x="486600" y="116319"/>
                  </a:lnTo>
                  <a:lnTo>
                    <a:pt x="480161" y="118198"/>
                  </a:lnTo>
                  <a:lnTo>
                    <a:pt x="473456" y="119227"/>
                  </a:lnTo>
                  <a:lnTo>
                    <a:pt x="466623" y="119532"/>
                  </a:lnTo>
                  <a:lnTo>
                    <a:pt x="455498" y="118338"/>
                  </a:lnTo>
                  <a:lnTo>
                    <a:pt x="447382" y="114566"/>
                  </a:lnTo>
                  <a:lnTo>
                    <a:pt x="442404" y="107924"/>
                  </a:lnTo>
                  <a:lnTo>
                    <a:pt x="440715" y="98094"/>
                  </a:lnTo>
                  <a:lnTo>
                    <a:pt x="501764" y="98094"/>
                  </a:lnTo>
                  <a:lnTo>
                    <a:pt x="501764" y="87426"/>
                  </a:lnTo>
                  <a:close/>
                </a:path>
                <a:path w="864235" h="167004">
                  <a:moveTo>
                    <a:pt x="573405" y="44767"/>
                  </a:moveTo>
                  <a:lnTo>
                    <a:pt x="552069" y="44767"/>
                  </a:lnTo>
                  <a:lnTo>
                    <a:pt x="552069" y="17335"/>
                  </a:lnTo>
                  <a:lnTo>
                    <a:pt x="524637" y="24955"/>
                  </a:lnTo>
                  <a:lnTo>
                    <a:pt x="524637" y="44767"/>
                  </a:lnTo>
                  <a:lnTo>
                    <a:pt x="509397" y="44767"/>
                  </a:lnTo>
                  <a:lnTo>
                    <a:pt x="509397" y="64579"/>
                  </a:lnTo>
                  <a:lnTo>
                    <a:pt x="524637" y="64579"/>
                  </a:lnTo>
                  <a:lnTo>
                    <a:pt x="524637" y="108775"/>
                  </a:lnTo>
                  <a:lnTo>
                    <a:pt x="526605" y="121945"/>
                  </a:lnTo>
                  <a:lnTo>
                    <a:pt x="532447" y="131521"/>
                  </a:lnTo>
                  <a:lnTo>
                    <a:pt x="541985" y="137363"/>
                  </a:lnTo>
                  <a:lnTo>
                    <a:pt x="555117" y="139344"/>
                  </a:lnTo>
                  <a:lnTo>
                    <a:pt x="562737" y="139344"/>
                  </a:lnTo>
                  <a:lnTo>
                    <a:pt x="568833" y="137820"/>
                  </a:lnTo>
                  <a:lnTo>
                    <a:pt x="573405" y="136296"/>
                  </a:lnTo>
                  <a:lnTo>
                    <a:pt x="573405" y="116484"/>
                  </a:lnTo>
                  <a:lnTo>
                    <a:pt x="567309" y="119532"/>
                  </a:lnTo>
                  <a:lnTo>
                    <a:pt x="556641" y="119532"/>
                  </a:lnTo>
                  <a:lnTo>
                    <a:pt x="552069" y="113436"/>
                  </a:lnTo>
                  <a:lnTo>
                    <a:pt x="552069" y="64579"/>
                  </a:lnTo>
                  <a:lnTo>
                    <a:pt x="573405" y="64579"/>
                  </a:lnTo>
                  <a:lnTo>
                    <a:pt x="573405" y="44767"/>
                  </a:lnTo>
                  <a:close/>
                </a:path>
                <a:path w="864235" h="167004">
                  <a:moveTo>
                    <a:pt x="683221" y="90474"/>
                  </a:moveTo>
                  <a:lnTo>
                    <a:pt x="682371" y="79857"/>
                  </a:lnTo>
                  <a:lnTo>
                    <a:pt x="679792" y="70662"/>
                  </a:lnTo>
                  <a:lnTo>
                    <a:pt x="675728" y="63042"/>
                  </a:lnTo>
                  <a:lnTo>
                    <a:pt x="675627" y="62852"/>
                  </a:lnTo>
                  <a:lnTo>
                    <a:pt x="675513" y="62623"/>
                  </a:lnTo>
                  <a:lnTo>
                    <a:pt x="669505" y="55422"/>
                  </a:lnTo>
                  <a:lnTo>
                    <a:pt x="662317" y="49669"/>
                  </a:lnTo>
                  <a:lnTo>
                    <a:pt x="655789" y="46621"/>
                  </a:lnTo>
                  <a:lnTo>
                    <a:pt x="655789" y="90474"/>
                  </a:lnTo>
                  <a:lnTo>
                    <a:pt x="654367" y="102730"/>
                  </a:lnTo>
                  <a:lnTo>
                    <a:pt x="650074" y="111861"/>
                  </a:lnTo>
                  <a:lnTo>
                    <a:pt x="642937" y="117563"/>
                  </a:lnTo>
                  <a:lnTo>
                    <a:pt x="632929" y="119532"/>
                  </a:lnTo>
                  <a:lnTo>
                    <a:pt x="623760" y="117779"/>
                  </a:lnTo>
                  <a:lnTo>
                    <a:pt x="617029" y="112433"/>
                  </a:lnTo>
                  <a:lnTo>
                    <a:pt x="612902" y="103378"/>
                  </a:lnTo>
                  <a:lnTo>
                    <a:pt x="612838" y="102730"/>
                  </a:lnTo>
                  <a:lnTo>
                    <a:pt x="612749" y="101993"/>
                  </a:lnTo>
                  <a:lnTo>
                    <a:pt x="612660" y="101117"/>
                  </a:lnTo>
                  <a:lnTo>
                    <a:pt x="611505" y="90474"/>
                  </a:lnTo>
                  <a:lnTo>
                    <a:pt x="611505" y="82854"/>
                  </a:lnTo>
                  <a:lnTo>
                    <a:pt x="613029" y="75234"/>
                  </a:lnTo>
                  <a:lnTo>
                    <a:pt x="616077" y="70662"/>
                  </a:lnTo>
                  <a:lnTo>
                    <a:pt x="620649" y="66090"/>
                  </a:lnTo>
                  <a:lnTo>
                    <a:pt x="626745" y="63042"/>
                  </a:lnTo>
                  <a:lnTo>
                    <a:pt x="632929" y="63042"/>
                  </a:lnTo>
                  <a:lnTo>
                    <a:pt x="642937" y="64757"/>
                  </a:lnTo>
                  <a:lnTo>
                    <a:pt x="650074" y="69900"/>
                  </a:lnTo>
                  <a:lnTo>
                    <a:pt x="654367" y="78473"/>
                  </a:lnTo>
                  <a:lnTo>
                    <a:pt x="655789" y="90474"/>
                  </a:lnTo>
                  <a:lnTo>
                    <a:pt x="655789" y="46621"/>
                  </a:lnTo>
                  <a:lnTo>
                    <a:pt x="654265" y="45897"/>
                  </a:lnTo>
                  <a:lnTo>
                    <a:pt x="645071" y="43853"/>
                  </a:lnTo>
                  <a:lnTo>
                    <a:pt x="634453" y="43230"/>
                  </a:lnTo>
                  <a:lnTo>
                    <a:pt x="623544" y="43853"/>
                  </a:lnTo>
                  <a:lnTo>
                    <a:pt x="591693" y="63042"/>
                  </a:lnTo>
                  <a:lnTo>
                    <a:pt x="587502" y="71424"/>
                  </a:lnTo>
                  <a:lnTo>
                    <a:pt x="584923" y="81140"/>
                  </a:lnTo>
                  <a:lnTo>
                    <a:pt x="584073" y="91998"/>
                  </a:lnTo>
                  <a:lnTo>
                    <a:pt x="584898" y="101993"/>
                  </a:lnTo>
                  <a:lnTo>
                    <a:pt x="612267" y="136105"/>
                  </a:lnTo>
                  <a:lnTo>
                    <a:pt x="621919" y="138480"/>
                  </a:lnTo>
                  <a:lnTo>
                    <a:pt x="621703" y="138480"/>
                  </a:lnTo>
                  <a:lnTo>
                    <a:pt x="632929" y="139344"/>
                  </a:lnTo>
                  <a:lnTo>
                    <a:pt x="643788" y="138480"/>
                  </a:lnTo>
                  <a:lnTo>
                    <a:pt x="653503" y="135915"/>
                  </a:lnTo>
                  <a:lnTo>
                    <a:pt x="662076" y="131622"/>
                  </a:lnTo>
                  <a:lnTo>
                    <a:pt x="669505" y="125628"/>
                  </a:lnTo>
                  <a:lnTo>
                    <a:pt x="674585" y="119532"/>
                  </a:lnTo>
                  <a:lnTo>
                    <a:pt x="675513" y="118427"/>
                  </a:lnTo>
                  <a:lnTo>
                    <a:pt x="679792" y="110337"/>
                  </a:lnTo>
                  <a:lnTo>
                    <a:pt x="682371" y="101117"/>
                  </a:lnTo>
                  <a:lnTo>
                    <a:pt x="683221" y="90474"/>
                  </a:lnTo>
                  <a:close/>
                </a:path>
                <a:path w="864235" h="167004">
                  <a:moveTo>
                    <a:pt x="790003" y="81343"/>
                  </a:moveTo>
                  <a:lnTo>
                    <a:pt x="788022" y="64452"/>
                  </a:lnTo>
                  <a:lnTo>
                    <a:pt x="787323" y="63055"/>
                  </a:lnTo>
                  <a:lnTo>
                    <a:pt x="785825" y="60007"/>
                  </a:lnTo>
                  <a:lnTo>
                    <a:pt x="782180" y="52578"/>
                  </a:lnTo>
                  <a:lnTo>
                    <a:pt x="772591" y="45542"/>
                  </a:lnTo>
                  <a:lnTo>
                    <a:pt x="759421" y="43243"/>
                  </a:lnTo>
                  <a:lnTo>
                    <a:pt x="749947" y="44145"/>
                  </a:lnTo>
                  <a:lnTo>
                    <a:pt x="741895" y="47053"/>
                  </a:lnTo>
                  <a:lnTo>
                    <a:pt x="734987" y="52235"/>
                  </a:lnTo>
                  <a:lnTo>
                    <a:pt x="728941" y="60007"/>
                  </a:lnTo>
                  <a:lnTo>
                    <a:pt x="728941" y="44767"/>
                  </a:lnTo>
                  <a:lnTo>
                    <a:pt x="701509" y="44767"/>
                  </a:lnTo>
                  <a:lnTo>
                    <a:pt x="701509" y="137820"/>
                  </a:lnTo>
                  <a:lnTo>
                    <a:pt x="728941" y="137820"/>
                  </a:lnTo>
                  <a:lnTo>
                    <a:pt x="728941" y="78295"/>
                  </a:lnTo>
                  <a:lnTo>
                    <a:pt x="730465" y="73723"/>
                  </a:lnTo>
                  <a:lnTo>
                    <a:pt x="733513" y="69151"/>
                  </a:lnTo>
                  <a:lnTo>
                    <a:pt x="738327" y="64452"/>
                  </a:lnTo>
                  <a:lnTo>
                    <a:pt x="741133" y="63055"/>
                  </a:lnTo>
                  <a:lnTo>
                    <a:pt x="747229" y="63055"/>
                  </a:lnTo>
                  <a:lnTo>
                    <a:pt x="753999" y="64452"/>
                  </a:lnTo>
                  <a:lnTo>
                    <a:pt x="758850" y="68770"/>
                  </a:lnTo>
                  <a:lnTo>
                    <a:pt x="761593" y="75907"/>
                  </a:lnTo>
                  <a:lnTo>
                    <a:pt x="762469" y="85915"/>
                  </a:lnTo>
                  <a:lnTo>
                    <a:pt x="762469" y="137820"/>
                  </a:lnTo>
                  <a:lnTo>
                    <a:pt x="790003" y="137820"/>
                  </a:lnTo>
                  <a:lnTo>
                    <a:pt x="790003" y="81343"/>
                  </a:lnTo>
                  <a:close/>
                </a:path>
                <a:path w="864235" h="167004">
                  <a:moveTo>
                    <a:pt x="863714" y="77711"/>
                  </a:moveTo>
                  <a:lnTo>
                    <a:pt x="813422" y="77711"/>
                  </a:lnTo>
                  <a:lnTo>
                    <a:pt x="813422" y="97523"/>
                  </a:lnTo>
                  <a:lnTo>
                    <a:pt x="863714" y="97523"/>
                  </a:lnTo>
                  <a:lnTo>
                    <a:pt x="863714" y="77711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40264" y="3726656"/>
              <a:ext cx="189166" cy="13887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49242" y="3726656"/>
              <a:ext cx="341566" cy="166306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16164" y="4021073"/>
            <a:ext cx="1875758" cy="14954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301746" y="4021073"/>
            <a:ext cx="1415224" cy="149542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1315397" y="4320916"/>
            <a:ext cx="4213860" cy="668655"/>
            <a:chOff x="1315397" y="4320916"/>
            <a:chExt cx="4213860" cy="668655"/>
          </a:xfrm>
        </p:grpSpPr>
        <p:sp>
          <p:nvSpPr>
            <p:cNvPr id="35" name="object 35"/>
            <p:cNvSpPr/>
            <p:nvPr/>
          </p:nvSpPr>
          <p:spPr>
            <a:xfrm>
              <a:off x="1320736" y="4326255"/>
              <a:ext cx="4203065" cy="657860"/>
            </a:xfrm>
            <a:custGeom>
              <a:avLst/>
              <a:gdLst/>
              <a:ahLst/>
              <a:cxnLst/>
              <a:rect l="l" t="t" r="r" b="b"/>
              <a:pathLst>
                <a:path w="4203065" h="657860">
                  <a:moveTo>
                    <a:pt x="0" y="623887"/>
                  </a:moveTo>
                  <a:lnTo>
                    <a:pt x="0" y="33528"/>
                  </a:lnTo>
                  <a:lnTo>
                    <a:pt x="0" y="28956"/>
                  </a:lnTo>
                  <a:lnTo>
                    <a:pt x="0" y="24384"/>
                  </a:lnTo>
                  <a:lnTo>
                    <a:pt x="1524" y="19812"/>
                  </a:lnTo>
                  <a:lnTo>
                    <a:pt x="15240" y="4572"/>
                  </a:lnTo>
                  <a:lnTo>
                    <a:pt x="19812" y="1524"/>
                  </a:lnTo>
                  <a:lnTo>
                    <a:pt x="24384" y="0"/>
                  </a:lnTo>
                  <a:lnTo>
                    <a:pt x="28956" y="0"/>
                  </a:lnTo>
                  <a:lnTo>
                    <a:pt x="33528" y="0"/>
                  </a:lnTo>
                  <a:lnTo>
                    <a:pt x="4169378" y="0"/>
                  </a:lnTo>
                  <a:lnTo>
                    <a:pt x="4173950" y="0"/>
                  </a:lnTo>
                  <a:lnTo>
                    <a:pt x="4178522" y="0"/>
                  </a:lnTo>
                  <a:lnTo>
                    <a:pt x="4181570" y="1524"/>
                  </a:lnTo>
                  <a:lnTo>
                    <a:pt x="4186142" y="4572"/>
                  </a:lnTo>
                  <a:lnTo>
                    <a:pt x="4189190" y="6095"/>
                  </a:lnTo>
                  <a:lnTo>
                    <a:pt x="4192238" y="9143"/>
                  </a:lnTo>
                  <a:lnTo>
                    <a:pt x="4196810" y="12191"/>
                  </a:lnTo>
                  <a:lnTo>
                    <a:pt x="4198334" y="16763"/>
                  </a:lnTo>
                  <a:lnTo>
                    <a:pt x="4199858" y="19812"/>
                  </a:lnTo>
                  <a:lnTo>
                    <a:pt x="4201382" y="24384"/>
                  </a:lnTo>
                  <a:lnTo>
                    <a:pt x="4202906" y="28956"/>
                  </a:lnTo>
                  <a:lnTo>
                    <a:pt x="4202906" y="33528"/>
                  </a:lnTo>
                  <a:lnTo>
                    <a:pt x="4202906" y="623887"/>
                  </a:lnTo>
                  <a:lnTo>
                    <a:pt x="4202906" y="628459"/>
                  </a:lnTo>
                  <a:lnTo>
                    <a:pt x="4201382" y="633031"/>
                  </a:lnTo>
                  <a:lnTo>
                    <a:pt x="4199858" y="636079"/>
                  </a:lnTo>
                  <a:lnTo>
                    <a:pt x="4198334" y="640651"/>
                  </a:lnTo>
                  <a:lnTo>
                    <a:pt x="4196810" y="645223"/>
                  </a:lnTo>
                  <a:lnTo>
                    <a:pt x="4192238" y="648271"/>
                  </a:lnTo>
                  <a:lnTo>
                    <a:pt x="4189190" y="651319"/>
                  </a:lnTo>
                  <a:lnTo>
                    <a:pt x="4186142" y="652843"/>
                  </a:lnTo>
                  <a:lnTo>
                    <a:pt x="4181570" y="654367"/>
                  </a:lnTo>
                  <a:lnTo>
                    <a:pt x="4178522" y="655891"/>
                  </a:lnTo>
                  <a:lnTo>
                    <a:pt x="4173950" y="657415"/>
                  </a:lnTo>
                  <a:lnTo>
                    <a:pt x="4169378" y="657415"/>
                  </a:lnTo>
                  <a:lnTo>
                    <a:pt x="33528" y="657415"/>
                  </a:lnTo>
                  <a:lnTo>
                    <a:pt x="28956" y="657415"/>
                  </a:lnTo>
                  <a:lnTo>
                    <a:pt x="24384" y="655891"/>
                  </a:lnTo>
                  <a:lnTo>
                    <a:pt x="19812" y="654367"/>
                  </a:lnTo>
                  <a:lnTo>
                    <a:pt x="15240" y="652843"/>
                  </a:lnTo>
                  <a:lnTo>
                    <a:pt x="12192" y="651319"/>
                  </a:lnTo>
                  <a:lnTo>
                    <a:pt x="9144" y="648271"/>
                  </a:lnTo>
                  <a:lnTo>
                    <a:pt x="6096" y="645223"/>
                  </a:lnTo>
                  <a:lnTo>
                    <a:pt x="3048" y="640651"/>
                  </a:lnTo>
                  <a:lnTo>
                    <a:pt x="1524" y="636079"/>
                  </a:lnTo>
                  <a:lnTo>
                    <a:pt x="0" y="633031"/>
                  </a:lnTo>
                  <a:lnTo>
                    <a:pt x="0" y="628459"/>
                  </a:lnTo>
                  <a:lnTo>
                    <a:pt x="0" y="623887"/>
                  </a:lnTo>
                  <a:close/>
                </a:path>
              </a:pathLst>
            </a:custGeom>
            <a:ln w="10677">
              <a:solidFill>
                <a:srgbClr val="BFD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45799" y="4484846"/>
              <a:ext cx="507873" cy="10525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445793" y="4710595"/>
              <a:ext cx="599440" cy="113030"/>
            </a:xfrm>
            <a:custGeom>
              <a:avLst/>
              <a:gdLst/>
              <a:ahLst/>
              <a:cxnLst/>
              <a:rect l="l" t="t" r="r" b="b"/>
              <a:pathLst>
                <a:path w="599439" h="113029">
                  <a:moveTo>
                    <a:pt x="38100" y="12280"/>
                  </a:moveTo>
                  <a:lnTo>
                    <a:pt x="28956" y="12280"/>
                  </a:lnTo>
                  <a:lnTo>
                    <a:pt x="28956" y="19900"/>
                  </a:lnTo>
                  <a:lnTo>
                    <a:pt x="28956" y="48856"/>
                  </a:lnTo>
                  <a:lnTo>
                    <a:pt x="28956" y="56476"/>
                  </a:lnTo>
                  <a:lnTo>
                    <a:pt x="28956" y="85432"/>
                  </a:lnTo>
                  <a:lnTo>
                    <a:pt x="9144" y="85432"/>
                  </a:lnTo>
                  <a:lnTo>
                    <a:pt x="9144" y="56476"/>
                  </a:lnTo>
                  <a:lnTo>
                    <a:pt x="28956" y="56476"/>
                  </a:lnTo>
                  <a:lnTo>
                    <a:pt x="28956" y="48856"/>
                  </a:lnTo>
                  <a:lnTo>
                    <a:pt x="9144" y="48856"/>
                  </a:lnTo>
                  <a:lnTo>
                    <a:pt x="9144" y="19900"/>
                  </a:lnTo>
                  <a:lnTo>
                    <a:pt x="28956" y="19900"/>
                  </a:lnTo>
                  <a:lnTo>
                    <a:pt x="28956" y="12280"/>
                  </a:lnTo>
                  <a:lnTo>
                    <a:pt x="0" y="12280"/>
                  </a:lnTo>
                  <a:lnTo>
                    <a:pt x="0" y="105346"/>
                  </a:lnTo>
                  <a:lnTo>
                    <a:pt x="9144" y="105346"/>
                  </a:lnTo>
                  <a:lnTo>
                    <a:pt x="9144" y="94576"/>
                  </a:lnTo>
                  <a:lnTo>
                    <a:pt x="28956" y="94576"/>
                  </a:lnTo>
                  <a:lnTo>
                    <a:pt x="28956" y="103822"/>
                  </a:lnTo>
                  <a:lnTo>
                    <a:pt x="38100" y="103822"/>
                  </a:lnTo>
                  <a:lnTo>
                    <a:pt x="38100" y="94576"/>
                  </a:lnTo>
                  <a:lnTo>
                    <a:pt x="38100" y="85432"/>
                  </a:lnTo>
                  <a:lnTo>
                    <a:pt x="38100" y="56476"/>
                  </a:lnTo>
                  <a:lnTo>
                    <a:pt x="38100" y="48856"/>
                  </a:lnTo>
                  <a:lnTo>
                    <a:pt x="38100" y="19900"/>
                  </a:lnTo>
                  <a:lnTo>
                    <a:pt x="38100" y="12280"/>
                  </a:lnTo>
                  <a:close/>
                </a:path>
                <a:path w="599439" h="113029">
                  <a:moveTo>
                    <a:pt x="68668" y="71716"/>
                  </a:moveTo>
                  <a:lnTo>
                    <a:pt x="66052" y="65963"/>
                  </a:lnTo>
                  <a:lnTo>
                    <a:pt x="62877" y="59905"/>
                  </a:lnTo>
                  <a:lnTo>
                    <a:pt x="59156" y="53289"/>
                  </a:lnTo>
                  <a:lnTo>
                    <a:pt x="54864" y="45808"/>
                  </a:lnTo>
                  <a:lnTo>
                    <a:pt x="45720" y="48856"/>
                  </a:lnTo>
                  <a:lnTo>
                    <a:pt x="49999" y="56578"/>
                  </a:lnTo>
                  <a:lnTo>
                    <a:pt x="53721" y="63715"/>
                  </a:lnTo>
                  <a:lnTo>
                    <a:pt x="56857" y="70294"/>
                  </a:lnTo>
                  <a:lnTo>
                    <a:pt x="59436" y="76288"/>
                  </a:lnTo>
                  <a:lnTo>
                    <a:pt x="62484" y="73240"/>
                  </a:lnTo>
                  <a:lnTo>
                    <a:pt x="65532" y="71716"/>
                  </a:lnTo>
                  <a:lnTo>
                    <a:pt x="68668" y="71716"/>
                  </a:lnTo>
                  <a:close/>
                </a:path>
                <a:path w="599439" h="113029">
                  <a:moveTo>
                    <a:pt x="106768" y="25996"/>
                  </a:moveTo>
                  <a:lnTo>
                    <a:pt x="90004" y="25996"/>
                  </a:lnTo>
                  <a:lnTo>
                    <a:pt x="90004" y="1524"/>
                  </a:lnTo>
                  <a:lnTo>
                    <a:pt x="80860" y="1524"/>
                  </a:lnTo>
                  <a:lnTo>
                    <a:pt x="80860" y="25996"/>
                  </a:lnTo>
                  <a:lnTo>
                    <a:pt x="41148" y="25996"/>
                  </a:lnTo>
                  <a:lnTo>
                    <a:pt x="41148" y="35140"/>
                  </a:lnTo>
                  <a:lnTo>
                    <a:pt x="80860" y="35140"/>
                  </a:lnTo>
                  <a:lnTo>
                    <a:pt x="80860" y="97624"/>
                  </a:lnTo>
                  <a:lnTo>
                    <a:pt x="79336" y="100672"/>
                  </a:lnTo>
                  <a:lnTo>
                    <a:pt x="62484" y="100672"/>
                  </a:lnTo>
                  <a:lnTo>
                    <a:pt x="54864" y="99148"/>
                  </a:lnTo>
                  <a:lnTo>
                    <a:pt x="56388" y="103822"/>
                  </a:lnTo>
                  <a:lnTo>
                    <a:pt x="56388" y="109918"/>
                  </a:lnTo>
                  <a:lnTo>
                    <a:pt x="85432" y="109918"/>
                  </a:lnTo>
                  <a:lnTo>
                    <a:pt x="90004" y="105346"/>
                  </a:lnTo>
                  <a:lnTo>
                    <a:pt x="90004" y="100672"/>
                  </a:lnTo>
                  <a:lnTo>
                    <a:pt x="90004" y="35140"/>
                  </a:lnTo>
                  <a:lnTo>
                    <a:pt x="106768" y="35140"/>
                  </a:lnTo>
                  <a:lnTo>
                    <a:pt x="106768" y="25996"/>
                  </a:lnTo>
                  <a:close/>
                </a:path>
                <a:path w="599439" h="113029">
                  <a:moveTo>
                    <a:pt x="157073" y="36664"/>
                  </a:moveTo>
                  <a:lnTo>
                    <a:pt x="150977" y="30568"/>
                  </a:lnTo>
                  <a:lnTo>
                    <a:pt x="140690" y="37414"/>
                  </a:lnTo>
                  <a:lnTo>
                    <a:pt x="130403" y="44094"/>
                  </a:lnTo>
                  <a:lnTo>
                    <a:pt x="120307" y="50380"/>
                  </a:lnTo>
                  <a:lnTo>
                    <a:pt x="109829" y="56476"/>
                  </a:lnTo>
                  <a:lnTo>
                    <a:pt x="114401" y="61048"/>
                  </a:lnTo>
                  <a:lnTo>
                    <a:pt x="115925" y="64096"/>
                  </a:lnTo>
                  <a:lnTo>
                    <a:pt x="126212" y="58102"/>
                  </a:lnTo>
                  <a:lnTo>
                    <a:pt x="136499" y="51523"/>
                  </a:lnTo>
                  <a:lnTo>
                    <a:pt x="146786" y="44386"/>
                  </a:lnTo>
                  <a:lnTo>
                    <a:pt x="157073" y="36664"/>
                  </a:lnTo>
                  <a:close/>
                </a:path>
                <a:path w="599439" h="113029">
                  <a:moveTo>
                    <a:pt x="216598" y="97624"/>
                  </a:moveTo>
                  <a:lnTo>
                    <a:pt x="169265" y="97624"/>
                  </a:lnTo>
                  <a:lnTo>
                    <a:pt x="169265" y="68668"/>
                  </a:lnTo>
                  <a:lnTo>
                    <a:pt x="204317" y="68668"/>
                  </a:lnTo>
                  <a:lnTo>
                    <a:pt x="204317" y="59524"/>
                  </a:lnTo>
                  <a:lnTo>
                    <a:pt x="125069" y="59524"/>
                  </a:lnTo>
                  <a:lnTo>
                    <a:pt x="125069" y="68668"/>
                  </a:lnTo>
                  <a:lnTo>
                    <a:pt x="160121" y="68668"/>
                  </a:lnTo>
                  <a:lnTo>
                    <a:pt x="160121" y="97624"/>
                  </a:lnTo>
                  <a:lnTo>
                    <a:pt x="114401" y="97624"/>
                  </a:lnTo>
                  <a:lnTo>
                    <a:pt x="114401" y="105346"/>
                  </a:lnTo>
                  <a:lnTo>
                    <a:pt x="216598" y="105346"/>
                  </a:lnTo>
                  <a:lnTo>
                    <a:pt x="216598" y="97624"/>
                  </a:lnTo>
                  <a:close/>
                </a:path>
                <a:path w="599439" h="113029">
                  <a:moveTo>
                    <a:pt x="216598" y="15328"/>
                  </a:moveTo>
                  <a:lnTo>
                    <a:pt x="169265" y="15328"/>
                  </a:lnTo>
                  <a:lnTo>
                    <a:pt x="172313" y="13804"/>
                  </a:lnTo>
                  <a:lnTo>
                    <a:pt x="170789" y="9232"/>
                  </a:lnTo>
                  <a:lnTo>
                    <a:pt x="167741" y="4660"/>
                  </a:lnTo>
                  <a:lnTo>
                    <a:pt x="164693" y="0"/>
                  </a:lnTo>
                  <a:lnTo>
                    <a:pt x="157073" y="4660"/>
                  </a:lnTo>
                  <a:lnTo>
                    <a:pt x="158597" y="9232"/>
                  </a:lnTo>
                  <a:lnTo>
                    <a:pt x="161645" y="12280"/>
                  </a:lnTo>
                  <a:lnTo>
                    <a:pt x="163169" y="15328"/>
                  </a:lnTo>
                  <a:lnTo>
                    <a:pt x="114401" y="15328"/>
                  </a:lnTo>
                  <a:lnTo>
                    <a:pt x="114401" y="38188"/>
                  </a:lnTo>
                  <a:lnTo>
                    <a:pt x="123545" y="38188"/>
                  </a:lnTo>
                  <a:lnTo>
                    <a:pt x="123545" y="24472"/>
                  </a:lnTo>
                  <a:lnTo>
                    <a:pt x="205841" y="24472"/>
                  </a:lnTo>
                  <a:lnTo>
                    <a:pt x="205841" y="38188"/>
                  </a:lnTo>
                  <a:lnTo>
                    <a:pt x="216598" y="38188"/>
                  </a:lnTo>
                  <a:lnTo>
                    <a:pt x="216598" y="24472"/>
                  </a:lnTo>
                  <a:lnTo>
                    <a:pt x="216598" y="15328"/>
                  </a:lnTo>
                  <a:close/>
                </a:path>
                <a:path w="599439" h="113029">
                  <a:moveTo>
                    <a:pt x="219646" y="56476"/>
                  </a:moveTo>
                  <a:lnTo>
                    <a:pt x="211023" y="49860"/>
                  </a:lnTo>
                  <a:lnTo>
                    <a:pt x="201269" y="43522"/>
                  </a:lnTo>
                  <a:lnTo>
                    <a:pt x="190411" y="37198"/>
                  </a:lnTo>
                  <a:lnTo>
                    <a:pt x="178409" y="30568"/>
                  </a:lnTo>
                  <a:lnTo>
                    <a:pt x="173837" y="36664"/>
                  </a:lnTo>
                  <a:lnTo>
                    <a:pt x="184950" y="43522"/>
                  </a:lnTo>
                  <a:lnTo>
                    <a:pt x="195364" y="50380"/>
                  </a:lnTo>
                  <a:lnTo>
                    <a:pt x="204952" y="57238"/>
                  </a:lnTo>
                  <a:lnTo>
                    <a:pt x="213550" y="64096"/>
                  </a:lnTo>
                  <a:lnTo>
                    <a:pt x="219646" y="56476"/>
                  </a:lnTo>
                  <a:close/>
                </a:path>
                <a:path w="599439" h="113029">
                  <a:moveTo>
                    <a:pt x="298894" y="68681"/>
                  </a:moveTo>
                  <a:lnTo>
                    <a:pt x="289775" y="66649"/>
                  </a:lnTo>
                  <a:lnTo>
                    <a:pt x="280797" y="65062"/>
                  </a:lnTo>
                  <a:lnTo>
                    <a:pt x="263842" y="62585"/>
                  </a:lnTo>
                  <a:lnTo>
                    <a:pt x="263740" y="63080"/>
                  </a:lnTo>
                  <a:lnTo>
                    <a:pt x="262318" y="70205"/>
                  </a:lnTo>
                  <a:lnTo>
                    <a:pt x="270344" y="71361"/>
                  </a:lnTo>
                  <a:lnTo>
                    <a:pt x="278511" y="72682"/>
                  </a:lnTo>
                  <a:lnTo>
                    <a:pt x="286969" y="74269"/>
                  </a:lnTo>
                  <a:lnTo>
                    <a:pt x="295846" y="76301"/>
                  </a:lnTo>
                  <a:lnTo>
                    <a:pt x="298894" y="68681"/>
                  </a:lnTo>
                  <a:close/>
                </a:path>
                <a:path w="599439" h="113029">
                  <a:moveTo>
                    <a:pt x="306514" y="85445"/>
                  </a:moveTo>
                  <a:lnTo>
                    <a:pt x="253174" y="76301"/>
                  </a:lnTo>
                  <a:lnTo>
                    <a:pt x="250126" y="83921"/>
                  </a:lnTo>
                  <a:lnTo>
                    <a:pt x="263817" y="86220"/>
                  </a:lnTo>
                  <a:lnTo>
                    <a:pt x="277368" y="88684"/>
                  </a:lnTo>
                  <a:lnTo>
                    <a:pt x="290626" y="91414"/>
                  </a:lnTo>
                  <a:lnTo>
                    <a:pt x="303466" y="94589"/>
                  </a:lnTo>
                  <a:lnTo>
                    <a:pt x="306514" y="85445"/>
                  </a:lnTo>
                  <a:close/>
                </a:path>
                <a:path w="599439" h="113029">
                  <a:moveTo>
                    <a:pt x="317182" y="54965"/>
                  </a:moveTo>
                  <a:lnTo>
                    <a:pt x="288226" y="48869"/>
                  </a:lnTo>
                  <a:lnTo>
                    <a:pt x="293636" y="45821"/>
                  </a:lnTo>
                  <a:lnTo>
                    <a:pt x="294779" y="45173"/>
                  </a:lnTo>
                  <a:lnTo>
                    <a:pt x="300609" y="41059"/>
                  </a:lnTo>
                  <a:lnTo>
                    <a:pt x="305587" y="36652"/>
                  </a:lnTo>
                  <a:lnTo>
                    <a:pt x="309562" y="32105"/>
                  </a:lnTo>
                  <a:lnTo>
                    <a:pt x="309562" y="24485"/>
                  </a:lnTo>
                  <a:lnTo>
                    <a:pt x="298894" y="24485"/>
                  </a:lnTo>
                  <a:lnTo>
                    <a:pt x="298894" y="32105"/>
                  </a:lnTo>
                  <a:lnTo>
                    <a:pt x="294347" y="36652"/>
                  </a:lnTo>
                  <a:lnTo>
                    <a:pt x="288226" y="41249"/>
                  </a:lnTo>
                  <a:lnTo>
                    <a:pt x="280606" y="45821"/>
                  </a:lnTo>
                  <a:lnTo>
                    <a:pt x="272986" y="42773"/>
                  </a:lnTo>
                  <a:lnTo>
                    <a:pt x="268414" y="38201"/>
                  </a:lnTo>
                  <a:lnTo>
                    <a:pt x="267258" y="36652"/>
                  </a:lnTo>
                  <a:lnTo>
                    <a:pt x="263842" y="32105"/>
                  </a:lnTo>
                  <a:lnTo>
                    <a:pt x="298894" y="32105"/>
                  </a:lnTo>
                  <a:lnTo>
                    <a:pt x="298894" y="24485"/>
                  </a:lnTo>
                  <a:lnTo>
                    <a:pt x="269938" y="24485"/>
                  </a:lnTo>
                  <a:lnTo>
                    <a:pt x="272986" y="21437"/>
                  </a:lnTo>
                  <a:lnTo>
                    <a:pt x="274510" y="18389"/>
                  </a:lnTo>
                  <a:lnTo>
                    <a:pt x="266890" y="15341"/>
                  </a:lnTo>
                  <a:lnTo>
                    <a:pt x="261797" y="22809"/>
                  </a:lnTo>
                  <a:lnTo>
                    <a:pt x="255841" y="29438"/>
                  </a:lnTo>
                  <a:lnTo>
                    <a:pt x="249313" y="35483"/>
                  </a:lnTo>
                  <a:lnTo>
                    <a:pt x="242506" y="41249"/>
                  </a:lnTo>
                  <a:lnTo>
                    <a:pt x="244030" y="44297"/>
                  </a:lnTo>
                  <a:lnTo>
                    <a:pt x="247078" y="47345"/>
                  </a:lnTo>
                  <a:lnTo>
                    <a:pt x="251650" y="44297"/>
                  </a:lnTo>
                  <a:lnTo>
                    <a:pt x="259270" y="36677"/>
                  </a:lnTo>
                  <a:lnTo>
                    <a:pt x="262318" y="41249"/>
                  </a:lnTo>
                  <a:lnTo>
                    <a:pt x="266890" y="45821"/>
                  </a:lnTo>
                  <a:lnTo>
                    <a:pt x="272986" y="48869"/>
                  </a:lnTo>
                  <a:lnTo>
                    <a:pt x="265849" y="52006"/>
                  </a:lnTo>
                  <a:lnTo>
                    <a:pt x="258127" y="54584"/>
                  </a:lnTo>
                  <a:lnTo>
                    <a:pt x="249847" y="56578"/>
                  </a:lnTo>
                  <a:lnTo>
                    <a:pt x="240982" y="58013"/>
                  </a:lnTo>
                  <a:lnTo>
                    <a:pt x="242506" y="61061"/>
                  </a:lnTo>
                  <a:lnTo>
                    <a:pt x="242506" y="64109"/>
                  </a:lnTo>
                  <a:lnTo>
                    <a:pt x="244030" y="65633"/>
                  </a:lnTo>
                  <a:lnTo>
                    <a:pt x="254889" y="63080"/>
                  </a:lnTo>
                  <a:lnTo>
                    <a:pt x="264604" y="60109"/>
                  </a:lnTo>
                  <a:lnTo>
                    <a:pt x="273177" y="56845"/>
                  </a:lnTo>
                  <a:lnTo>
                    <a:pt x="280606" y="53441"/>
                  </a:lnTo>
                  <a:lnTo>
                    <a:pt x="287718" y="56578"/>
                  </a:lnTo>
                  <a:lnTo>
                    <a:pt x="295656" y="59347"/>
                  </a:lnTo>
                  <a:lnTo>
                    <a:pt x="304393" y="61798"/>
                  </a:lnTo>
                  <a:lnTo>
                    <a:pt x="314134" y="64109"/>
                  </a:lnTo>
                  <a:lnTo>
                    <a:pt x="314134" y="61061"/>
                  </a:lnTo>
                  <a:lnTo>
                    <a:pt x="315658" y="59537"/>
                  </a:lnTo>
                  <a:lnTo>
                    <a:pt x="315722" y="59347"/>
                  </a:lnTo>
                  <a:lnTo>
                    <a:pt x="317182" y="54965"/>
                  </a:lnTo>
                  <a:close/>
                </a:path>
                <a:path w="599439" h="113029">
                  <a:moveTo>
                    <a:pt x="327850" y="6197"/>
                  </a:moveTo>
                  <a:lnTo>
                    <a:pt x="320230" y="6197"/>
                  </a:lnTo>
                  <a:lnTo>
                    <a:pt x="320230" y="13817"/>
                  </a:lnTo>
                  <a:lnTo>
                    <a:pt x="320230" y="97637"/>
                  </a:lnTo>
                  <a:lnTo>
                    <a:pt x="237934" y="97637"/>
                  </a:lnTo>
                  <a:lnTo>
                    <a:pt x="237934" y="13817"/>
                  </a:lnTo>
                  <a:lnTo>
                    <a:pt x="320230" y="13817"/>
                  </a:lnTo>
                  <a:lnTo>
                    <a:pt x="320230" y="6197"/>
                  </a:lnTo>
                  <a:lnTo>
                    <a:pt x="230314" y="6197"/>
                  </a:lnTo>
                  <a:lnTo>
                    <a:pt x="230314" y="111442"/>
                  </a:lnTo>
                  <a:lnTo>
                    <a:pt x="237934" y="111442"/>
                  </a:lnTo>
                  <a:lnTo>
                    <a:pt x="237934" y="105346"/>
                  </a:lnTo>
                  <a:lnTo>
                    <a:pt x="320230" y="105346"/>
                  </a:lnTo>
                  <a:lnTo>
                    <a:pt x="320230" y="111442"/>
                  </a:lnTo>
                  <a:lnTo>
                    <a:pt x="327850" y="111442"/>
                  </a:lnTo>
                  <a:lnTo>
                    <a:pt x="327850" y="105346"/>
                  </a:lnTo>
                  <a:lnTo>
                    <a:pt x="327850" y="97637"/>
                  </a:lnTo>
                  <a:lnTo>
                    <a:pt x="327850" y="13817"/>
                  </a:lnTo>
                  <a:lnTo>
                    <a:pt x="327850" y="6197"/>
                  </a:lnTo>
                  <a:close/>
                </a:path>
                <a:path w="599439" h="113029">
                  <a:moveTo>
                    <a:pt x="373672" y="16852"/>
                  </a:moveTo>
                  <a:lnTo>
                    <a:pt x="364528" y="7708"/>
                  </a:lnTo>
                  <a:lnTo>
                    <a:pt x="359956" y="3048"/>
                  </a:lnTo>
                  <a:lnTo>
                    <a:pt x="353758" y="7708"/>
                  </a:lnTo>
                  <a:lnTo>
                    <a:pt x="358432" y="13804"/>
                  </a:lnTo>
                  <a:lnTo>
                    <a:pt x="363004" y="18376"/>
                  </a:lnTo>
                  <a:lnTo>
                    <a:pt x="366052" y="22948"/>
                  </a:lnTo>
                  <a:lnTo>
                    <a:pt x="373672" y="16852"/>
                  </a:lnTo>
                  <a:close/>
                </a:path>
                <a:path w="599439" h="113029">
                  <a:moveTo>
                    <a:pt x="433108" y="7708"/>
                  </a:moveTo>
                  <a:lnTo>
                    <a:pt x="425488" y="3048"/>
                  </a:lnTo>
                  <a:lnTo>
                    <a:pt x="420916" y="9232"/>
                  </a:lnTo>
                  <a:lnTo>
                    <a:pt x="417868" y="13804"/>
                  </a:lnTo>
                  <a:lnTo>
                    <a:pt x="411772" y="18376"/>
                  </a:lnTo>
                  <a:lnTo>
                    <a:pt x="419392" y="24472"/>
                  </a:lnTo>
                  <a:lnTo>
                    <a:pt x="423964" y="18376"/>
                  </a:lnTo>
                  <a:lnTo>
                    <a:pt x="428536" y="13804"/>
                  </a:lnTo>
                  <a:lnTo>
                    <a:pt x="433108" y="7708"/>
                  </a:lnTo>
                  <a:close/>
                </a:path>
                <a:path w="599439" h="113029">
                  <a:moveTo>
                    <a:pt x="449872" y="70192"/>
                  </a:moveTo>
                  <a:lnTo>
                    <a:pt x="419392" y="53428"/>
                  </a:lnTo>
                  <a:lnTo>
                    <a:pt x="419392" y="64096"/>
                  </a:lnTo>
                  <a:lnTo>
                    <a:pt x="367576" y="64096"/>
                  </a:lnTo>
                  <a:lnTo>
                    <a:pt x="372148" y="59524"/>
                  </a:lnTo>
                  <a:lnTo>
                    <a:pt x="376720" y="56476"/>
                  </a:lnTo>
                  <a:lnTo>
                    <a:pt x="379768" y="51904"/>
                  </a:lnTo>
                  <a:lnTo>
                    <a:pt x="407200" y="51904"/>
                  </a:lnTo>
                  <a:lnTo>
                    <a:pt x="410248" y="56476"/>
                  </a:lnTo>
                  <a:lnTo>
                    <a:pt x="414820" y="61048"/>
                  </a:lnTo>
                  <a:lnTo>
                    <a:pt x="419392" y="64096"/>
                  </a:lnTo>
                  <a:lnTo>
                    <a:pt x="419392" y="53428"/>
                  </a:lnTo>
                  <a:lnTo>
                    <a:pt x="417868" y="51904"/>
                  </a:lnTo>
                  <a:lnTo>
                    <a:pt x="448348" y="51904"/>
                  </a:lnTo>
                  <a:lnTo>
                    <a:pt x="448348" y="42760"/>
                  </a:lnTo>
                  <a:lnTo>
                    <a:pt x="385864" y="42760"/>
                  </a:lnTo>
                  <a:lnTo>
                    <a:pt x="388912" y="36664"/>
                  </a:lnTo>
                  <a:lnTo>
                    <a:pt x="390436" y="32092"/>
                  </a:lnTo>
                  <a:lnTo>
                    <a:pt x="442252" y="32092"/>
                  </a:lnTo>
                  <a:lnTo>
                    <a:pt x="442252" y="24472"/>
                  </a:lnTo>
                  <a:lnTo>
                    <a:pt x="419392" y="24472"/>
                  </a:lnTo>
                  <a:lnTo>
                    <a:pt x="393484" y="24472"/>
                  </a:lnTo>
                  <a:lnTo>
                    <a:pt x="396532" y="18376"/>
                  </a:lnTo>
                  <a:lnTo>
                    <a:pt x="399580" y="3048"/>
                  </a:lnTo>
                  <a:lnTo>
                    <a:pt x="390436" y="1524"/>
                  </a:lnTo>
                  <a:lnTo>
                    <a:pt x="387388" y="16852"/>
                  </a:lnTo>
                  <a:lnTo>
                    <a:pt x="384340" y="24472"/>
                  </a:lnTo>
                  <a:lnTo>
                    <a:pt x="346138" y="24472"/>
                  </a:lnTo>
                  <a:lnTo>
                    <a:pt x="346138" y="32092"/>
                  </a:lnTo>
                  <a:lnTo>
                    <a:pt x="381292" y="32092"/>
                  </a:lnTo>
                  <a:lnTo>
                    <a:pt x="379768" y="36664"/>
                  </a:lnTo>
                  <a:lnTo>
                    <a:pt x="376720" y="39712"/>
                  </a:lnTo>
                  <a:lnTo>
                    <a:pt x="375196" y="42760"/>
                  </a:lnTo>
                  <a:lnTo>
                    <a:pt x="340042" y="42760"/>
                  </a:lnTo>
                  <a:lnTo>
                    <a:pt x="340042" y="51904"/>
                  </a:lnTo>
                  <a:lnTo>
                    <a:pt x="369100" y="51904"/>
                  </a:lnTo>
                  <a:lnTo>
                    <a:pt x="361937" y="57607"/>
                  </a:lnTo>
                  <a:lnTo>
                    <a:pt x="354190" y="63144"/>
                  </a:lnTo>
                  <a:lnTo>
                    <a:pt x="345871" y="68414"/>
                  </a:lnTo>
                  <a:lnTo>
                    <a:pt x="336994" y="73240"/>
                  </a:lnTo>
                  <a:lnTo>
                    <a:pt x="341566" y="77812"/>
                  </a:lnTo>
                  <a:lnTo>
                    <a:pt x="364528" y="67144"/>
                  </a:lnTo>
                  <a:lnTo>
                    <a:pt x="364528" y="103822"/>
                  </a:lnTo>
                  <a:lnTo>
                    <a:pt x="370624" y="108394"/>
                  </a:lnTo>
                  <a:lnTo>
                    <a:pt x="428536" y="108394"/>
                  </a:lnTo>
                  <a:lnTo>
                    <a:pt x="433108" y="105346"/>
                  </a:lnTo>
                  <a:lnTo>
                    <a:pt x="434251" y="100672"/>
                  </a:lnTo>
                  <a:lnTo>
                    <a:pt x="434632" y="99148"/>
                  </a:lnTo>
                  <a:lnTo>
                    <a:pt x="436156" y="96100"/>
                  </a:lnTo>
                  <a:lnTo>
                    <a:pt x="437680" y="91528"/>
                  </a:lnTo>
                  <a:lnTo>
                    <a:pt x="437680" y="86956"/>
                  </a:lnTo>
                  <a:lnTo>
                    <a:pt x="434632" y="85432"/>
                  </a:lnTo>
                  <a:lnTo>
                    <a:pt x="431584" y="85432"/>
                  </a:lnTo>
                  <a:lnTo>
                    <a:pt x="430060" y="83908"/>
                  </a:lnTo>
                  <a:lnTo>
                    <a:pt x="428536" y="88480"/>
                  </a:lnTo>
                  <a:lnTo>
                    <a:pt x="428536" y="93052"/>
                  </a:lnTo>
                  <a:lnTo>
                    <a:pt x="425488" y="99148"/>
                  </a:lnTo>
                  <a:lnTo>
                    <a:pt x="422440" y="100672"/>
                  </a:lnTo>
                  <a:lnTo>
                    <a:pt x="376720" y="100672"/>
                  </a:lnTo>
                  <a:lnTo>
                    <a:pt x="373672" y="99148"/>
                  </a:lnTo>
                  <a:lnTo>
                    <a:pt x="373672" y="71716"/>
                  </a:lnTo>
                  <a:lnTo>
                    <a:pt x="411772" y="71716"/>
                  </a:lnTo>
                  <a:lnTo>
                    <a:pt x="411772" y="82384"/>
                  </a:lnTo>
                  <a:lnTo>
                    <a:pt x="408724" y="85432"/>
                  </a:lnTo>
                  <a:lnTo>
                    <a:pt x="399580" y="85432"/>
                  </a:lnTo>
                  <a:lnTo>
                    <a:pt x="396532" y="83908"/>
                  </a:lnTo>
                  <a:lnTo>
                    <a:pt x="390436" y="83908"/>
                  </a:lnTo>
                  <a:lnTo>
                    <a:pt x="391960" y="86956"/>
                  </a:lnTo>
                  <a:lnTo>
                    <a:pt x="391960" y="93052"/>
                  </a:lnTo>
                  <a:lnTo>
                    <a:pt x="414820" y="93052"/>
                  </a:lnTo>
                  <a:lnTo>
                    <a:pt x="419392" y="88480"/>
                  </a:lnTo>
                  <a:lnTo>
                    <a:pt x="419392" y="85432"/>
                  </a:lnTo>
                  <a:lnTo>
                    <a:pt x="419392" y="74764"/>
                  </a:lnTo>
                  <a:lnTo>
                    <a:pt x="420408" y="71716"/>
                  </a:lnTo>
                  <a:lnTo>
                    <a:pt x="420789" y="70573"/>
                  </a:lnTo>
                  <a:lnTo>
                    <a:pt x="420916" y="67144"/>
                  </a:lnTo>
                  <a:lnTo>
                    <a:pt x="420916" y="65620"/>
                  </a:lnTo>
                  <a:lnTo>
                    <a:pt x="425767" y="69672"/>
                  </a:lnTo>
                  <a:lnTo>
                    <a:pt x="431203" y="72859"/>
                  </a:lnTo>
                  <a:lnTo>
                    <a:pt x="437197" y="75488"/>
                  </a:lnTo>
                  <a:lnTo>
                    <a:pt x="443776" y="77812"/>
                  </a:lnTo>
                  <a:lnTo>
                    <a:pt x="445300" y="74764"/>
                  </a:lnTo>
                  <a:lnTo>
                    <a:pt x="449872" y="70192"/>
                  </a:lnTo>
                  <a:close/>
                </a:path>
                <a:path w="599439" h="113029">
                  <a:moveTo>
                    <a:pt x="498640" y="70192"/>
                  </a:moveTo>
                  <a:lnTo>
                    <a:pt x="492544" y="65620"/>
                  </a:lnTo>
                  <a:lnTo>
                    <a:pt x="490258" y="62572"/>
                  </a:lnTo>
                  <a:lnTo>
                    <a:pt x="487972" y="59524"/>
                  </a:lnTo>
                  <a:lnTo>
                    <a:pt x="483400" y="54952"/>
                  </a:lnTo>
                  <a:lnTo>
                    <a:pt x="478828" y="59524"/>
                  </a:lnTo>
                  <a:lnTo>
                    <a:pt x="478828" y="44284"/>
                  </a:lnTo>
                  <a:lnTo>
                    <a:pt x="495592" y="44284"/>
                  </a:lnTo>
                  <a:lnTo>
                    <a:pt x="495592" y="36664"/>
                  </a:lnTo>
                  <a:lnTo>
                    <a:pt x="478828" y="36664"/>
                  </a:lnTo>
                  <a:lnTo>
                    <a:pt x="478828" y="18376"/>
                  </a:lnTo>
                  <a:lnTo>
                    <a:pt x="484924" y="16852"/>
                  </a:lnTo>
                  <a:lnTo>
                    <a:pt x="495592" y="16852"/>
                  </a:lnTo>
                  <a:lnTo>
                    <a:pt x="494068" y="7708"/>
                  </a:lnTo>
                  <a:lnTo>
                    <a:pt x="484657" y="8839"/>
                  </a:lnTo>
                  <a:lnTo>
                    <a:pt x="474827" y="9804"/>
                  </a:lnTo>
                  <a:lnTo>
                    <a:pt x="464705" y="10502"/>
                  </a:lnTo>
                  <a:lnTo>
                    <a:pt x="454444" y="10756"/>
                  </a:lnTo>
                  <a:lnTo>
                    <a:pt x="454444" y="16852"/>
                  </a:lnTo>
                  <a:lnTo>
                    <a:pt x="455968" y="19900"/>
                  </a:lnTo>
                  <a:lnTo>
                    <a:pt x="460540" y="19900"/>
                  </a:lnTo>
                  <a:lnTo>
                    <a:pt x="466636" y="18376"/>
                  </a:lnTo>
                  <a:lnTo>
                    <a:pt x="471208" y="18376"/>
                  </a:lnTo>
                  <a:lnTo>
                    <a:pt x="471208" y="36664"/>
                  </a:lnTo>
                  <a:lnTo>
                    <a:pt x="452920" y="36664"/>
                  </a:lnTo>
                  <a:lnTo>
                    <a:pt x="452920" y="44284"/>
                  </a:lnTo>
                  <a:lnTo>
                    <a:pt x="469684" y="44284"/>
                  </a:lnTo>
                  <a:lnTo>
                    <a:pt x="465988" y="54508"/>
                  </a:lnTo>
                  <a:lnTo>
                    <a:pt x="461873" y="64287"/>
                  </a:lnTo>
                  <a:lnTo>
                    <a:pt x="457466" y="73228"/>
                  </a:lnTo>
                  <a:lnTo>
                    <a:pt x="452920" y="80860"/>
                  </a:lnTo>
                  <a:lnTo>
                    <a:pt x="454444" y="83908"/>
                  </a:lnTo>
                  <a:lnTo>
                    <a:pt x="455968" y="88480"/>
                  </a:lnTo>
                  <a:lnTo>
                    <a:pt x="455968" y="91528"/>
                  </a:lnTo>
                  <a:lnTo>
                    <a:pt x="460273" y="84658"/>
                  </a:lnTo>
                  <a:lnTo>
                    <a:pt x="464159" y="77622"/>
                  </a:lnTo>
                  <a:lnTo>
                    <a:pt x="467804" y="70192"/>
                  </a:lnTo>
                  <a:lnTo>
                    <a:pt x="471208" y="62572"/>
                  </a:lnTo>
                  <a:lnTo>
                    <a:pt x="471208" y="111442"/>
                  </a:lnTo>
                  <a:lnTo>
                    <a:pt x="478828" y="111442"/>
                  </a:lnTo>
                  <a:lnTo>
                    <a:pt x="478828" y="62572"/>
                  </a:lnTo>
                  <a:lnTo>
                    <a:pt x="492544" y="76288"/>
                  </a:lnTo>
                  <a:lnTo>
                    <a:pt x="498640" y="70192"/>
                  </a:lnTo>
                  <a:close/>
                </a:path>
                <a:path w="599439" h="113029">
                  <a:moveTo>
                    <a:pt x="520065" y="82384"/>
                  </a:moveTo>
                  <a:lnTo>
                    <a:pt x="512445" y="76288"/>
                  </a:lnTo>
                  <a:lnTo>
                    <a:pt x="507568" y="83159"/>
                  </a:lnTo>
                  <a:lnTo>
                    <a:pt x="502107" y="90017"/>
                  </a:lnTo>
                  <a:lnTo>
                    <a:pt x="496074" y="96913"/>
                  </a:lnTo>
                  <a:lnTo>
                    <a:pt x="489496" y="103822"/>
                  </a:lnTo>
                  <a:lnTo>
                    <a:pt x="495592" y="109918"/>
                  </a:lnTo>
                  <a:lnTo>
                    <a:pt x="501675" y="103822"/>
                  </a:lnTo>
                  <a:lnTo>
                    <a:pt x="507860" y="97294"/>
                  </a:lnTo>
                  <a:lnTo>
                    <a:pt x="514184" y="90017"/>
                  </a:lnTo>
                  <a:lnTo>
                    <a:pt x="520065" y="82384"/>
                  </a:lnTo>
                  <a:close/>
                </a:path>
                <a:path w="599439" h="113029">
                  <a:moveTo>
                    <a:pt x="558165" y="10756"/>
                  </a:moveTo>
                  <a:lnTo>
                    <a:pt x="549021" y="10756"/>
                  </a:lnTo>
                  <a:lnTo>
                    <a:pt x="549021" y="18376"/>
                  </a:lnTo>
                  <a:lnTo>
                    <a:pt x="549021" y="56476"/>
                  </a:lnTo>
                  <a:lnTo>
                    <a:pt x="509397" y="56476"/>
                  </a:lnTo>
                  <a:lnTo>
                    <a:pt x="509397" y="18376"/>
                  </a:lnTo>
                  <a:lnTo>
                    <a:pt x="549021" y="18376"/>
                  </a:lnTo>
                  <a:lnTo>
                    <a:pt x="549021" y="10756"/>
                  </a:lnTo>
                  <a:lnTo>
                    <a:pt x="501777" y="10756"/>
                  </a:lnTo>
                  <a:lnTo>
                    <a:pt x="501777" y="68668"/>
                  </a:lnTo>
                  <a:lnTo>
                    <a:pt x="509397" y="68668"/>
                  </a:lnTo>
                  <a:lnTo>
                    <a:pt x="509397" y="64096"/>
                  </a:lnTo>
                  <a:lnTo>
                    <a:pt x="549021" y="64096"/>
                  </a:lnTo>
                  <a:lnTo>
                    <a:pt x="549021" y="68668"/>
                  </a:lnTo>
                  <a:lnTo>
                    <a:pt x="558165" y="68668"/>
                  </a:lnTo>
                  <a:lnTo>
                    <a:pt x="558165" y="64096"/>
                  </a:lnTo>
                  <a:lnTo>
                    <a:pt x="558165" y="56476"/>
                  </a:lnTo>
                  <a:lnTo>
                    <a:pt x="558165" y="18376"/>
                  </a:lnTo>
                  <a:lnTo>
                    <a:pt x="558165" y="10756"/>
                  </a:lnTo>
                  <a:close/>
                </a:path>
                <a:path w="599439" h="113029">
                  <a:moveTo>
                    <a:pt x="564261" y="103822"/>
                  </a:moveTo>
                  <a:lnTo>
                    <a:pt x="558787" y="96291"/>
                  </a:lnTo>
                  <a:lnTo>
                    <a:pt x="553593" y="89636"/>
                  </a:lnTo>
                  <a:lnTo>
                    <a:pt x="548398" y="83578"/>
                  </a:lnTo>
                  <a:lnTo>
                    <a:pt x="542925" y="77812"/>
                  </a:lnTo>
                  <a:lnTo>
                    <a:pt x="536829" y="82384"/>
                  </a:lnTo>
                  <a:lnTo>
                    <a:pt x="541642" y="88392"/>
                  </a:lnTo>
                  <a:lnTo>
                    <a:pt x="546735" y="94970"/>
                  </a:lnTo>
                  <a:lnTo>
                    <a:pt x="551827" y="102146"/>
                  </a:lnTo>
                  <a:lnTo>
                    <a:pt x="556641" y="109918"/>
                  </a:lnTo>
                  <a:lnTo>
                    <a:pt x="564261" y="103822"/>
                  </a:lnTo>
                  <a:close/>
                </a:path>
                <a:path w="599439" h="113029">
                  <a:moveTo>
                    <a:pt x="599313" y="82397"/>
                  </a:moveTo>
                  <a:lnTo>
                    <a:pt x="590169" y="82397"/>
                  </a:lnTo>
                  <a:lnTo>
                    <a:pt x="582549" y="112966"/>
                  </a:lnTo>
                  <a:lnTo>
                    <a:pt x="590169" y="112966"/>
                  </a:lnTo>
                  <a:lnTo>
                    <a:pt x="599313" y="82397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127504" y="4710588"/>
              <a:ext cx="455961" cy="112966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679943" y="4320916"/>
            <a:ext cx="4213679" cy="668093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822960" y="3674364"/>
            <a:ext cx="378460" cy="378460"/>
            <a:chOff x="822960" y="3674364"/>
            <a:chExt cx="378460" cy="378460"/>
          </a:xfrm>
        </p:grpSpPr>
        <p:pic>
          <p:nvPicPr>
            <p:cNvPr id="41" name="object 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59536" y="3692651"/>
              <a:ext cx="301752" cy="3048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2960" y="3674364"/>
              <a:ext cx="377951" cy="37795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95240" y="3709877"/>
              <a:ext cx="230343" cy="230343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8133" y="214979"/>
            <a:ext cx="669512" cy="74771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5581649" y="216503"/>
            <a:ext cx="591820" cy="93345"/>
            <a:chOff x="5581649" y="216503"/>
            <a:chExt cx="591820" cy="93345"/>
          </a:xfrm>
        </p:grpSpPr>
        <p:pic>
          <p:nvPicPr>
            <p:cNvPr id="46" name="object 4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581649" y="216503"/>
              <a:ext cx="387286" cy="7324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96463" y="216503"/>
              <a:ext cx="176879" cy="93059"/>
            </a:xfrm>
            <a:prstGeom prst="rect">
              <a:avLst/>
            </a:prstGeom>
          </p:spPr>
        </p:pic>
      </p:grpSp>
      <p:pic>
        <p:nvPicPr>
          <p:cNvPr id="49" name="object 4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0197750" y="7288720"/>
            <a:ext cx="178498" cy="74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4294" y="860297"/>
            <a:ext cx="2270760" cy="279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474993" y="935069"/>
            <a:ext cx="294640" cy="108585"/>
            <a:chOff x="9474993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474987" y="935735"/>
              <a:ext cx="92710" cy="107950"/>
            </a:xfrm>
            <a:custGeom>
              <a:avLst/>
              <a:gdLst/>
              <a:ahLst/>
              <a:cxnLst/>
              <a:rect l="l" t="t" r="r" b="b"/>
              <a:pathLst>
                <a:path w="92709" h="107950">
                  <a:moveTo>
                    <a:pt x="62484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5240" y="37439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8956" y="14579"/>
                  </a:lnTo>
                  <a:lnTo>
                    <a:pt x="44196" y="14579"/>
                  </a:lnTo>
                  <a:lnTo>
                    <a:pt x="51816" y="17627"/>
                  </a:lnTo>
                  <a:lnTo>
                    <a:pt x="57912" y="22199"/>
                  </a:lnTo>
                  <a:lnTo>
                    <a:pt x="57912" y="6959"/>
                  </a:lnTo>
                  <a:lnTo>
                    <a:pt x="53340" y="5435"/>
                  </a:lnTo>
                  <a:lnTo>
                    <a:pt x="45720" y="3911"/>
                  </a:lnTo>
                  <a:lnTo>
                    <a:pt x="35052" y="3911"/>
                  </a:lnTo>
                  <a:lnTo>
                    <a:pt x="28244" y="4241"/>
                  </a:lnTo>
                  <a:lnTo>
                    <a:pt x="21717" y="5435"/>
                  </a:lnTo>
                  <a:lnTo>
                    <a:pt x="15760" y="7772"/>
                  </a:lnTo>
                  <a:lnTo>
                    <a:pt x="10668" y="11531"/>
                  </a:lnTo>
                  <a:lnTo>
                    <a:pt x="3048" y="16103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5240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672" y="69443"/>
                  </a:lnTo>
                  <a:lnTo>
                    <a:pt x="44196" y="70967"/>
                  </a:lnTo>
                  <a:lnTo>
                    <a:pt x="45720" y="74015"/>
                  </a:lnTo>
                  <a:lnTo>
                    <a:pt x="47244" y="75539"/>
                  </a:lnTo>
                  <a:lnTo>
                    <a:pt x="48768" y="78587"/>
                  </a:lnTo>
                  <a:lnTo>
                    <a:pt x="48768" y="81635"/>
                  </a:lnTo>
                  <a:lnTo>
                    <a:pt x="47358" y="87934"/>
                  </a:lnTo>
                  <a:lnTo>
                    <a:pt x="43243" y="92773"/>
                  </a:lnTo>
                  <a:lnTo>
                    <a:pt x="36550" y="95872"/>
                  </a:lnTo>
                  <a:lnTo>
                    <a:pt x="27432" y="96964"/>
                  </a:lnTo>
                  <a:lnTo>
                    <a:pt x="22860" y="96964"/>
                  </a:lnTo>
                  <a:lnTo>
                    <a:pt x="16764" y="95440"/>
                  </a:lnTo>
                  <a:lnTo>
                    <a:pt x="7620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3048" y="104584"/>
                  </a:lnTo>
                  <a:lnTo>
                    <a:pt x="6096" y="104584"/>
                  </a:lnTo>
                  <a:lnTo>
                    <a:pt x="12192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2484" y="89344"/>
                  </a:lnTo>
                  <a:lnTo>
                    <a:pt x="62484" y="74015"/>
                  </a:lnTo>
                  <a:close/>
                </a:path>
                <a:path w="92709" h="107950">
                  <a:moveTo>
                    <a:pt x="92671" y="0"/>
                  </a:moveTo>
                  <a:lnTo>
                    <a:pt x="78955" y="0"/>
                  </a:lnTo>
                  <a:lnTo>
                    <a:pt x="78955" y="106680"/>
                  </a:lnTo>
                  <a:lnTo>
                    <a:pt x="92671" y="106680"/>
                  </a:lnTo>
                  <a:lnTo>
                    <a:pt x="92671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9389" y="935069"/>
              <a:ext cx="179927" cy="10829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827228" y="941165"/>
            <a:ext cx="56515" cy="102235"/>
          </a:xfrm>
          <a:custGeom>
            <a:avLst/>
            <a:gdLst/>
            <a:ahLst/>
            <a:cxnLst/>
            <a:rect l="l" t="t" r="r" b="b"/>
            <a:pathLst>
              <a:path w="56515" h="102234">
                <a:moveTo>
                  <a:pt x="19811" y="102203"/>
                </a:moveTo>
                <a:lnTo>
                  <a:pt x="10667" y="102203"/>
                </a:lnTo>
                <a:lnTo>
                  <a:pt x="4571" y="100679"/>
                </a:lnTo>
                <a:lnTo>
                  <a:pt x="0" y="97631"/>
                </a:lnTo>
                <a:lnTo>
                  <a:pt x="0" y="85439"/>
                </a:lnTo>
                <a:lnTo>
                  <a:pt x="6095" y="90011"/>
                </a:lnTo>
                <a:lnTo>
                  <a:pt x="13715" y="91535"/>
                </a:lnTo>
                <a:lnTo>
                  <a:pt x="27431" y="91535"/>
                </a:lnTo>
                <a:lnTo>
                  <a:pt x="33527" y="90011"/>
                </a:lnTo>
                <a:lnTo>
                  <a:pt x="36575" y="85439"/>
                </a:lnTo>
                <a:lnTo>
                  <a:pt x="41243" y="82391"/>
                </a:lnTo>
                <a:lnTo>
                  <a:pt x="44291" y="77723"/>
                </a:lnTo>
                <a:lnTo>
                  <a:pt x="44291" y="64007"/>
                </a:lnTo>
                <a:lnTo>
                  <a:pt x="41243" y="59435"/>
                </a:lnTo>
                <a:lnTo>
                  <a:pt x="36575" y="54863"/>
                </a:lnTo>
                <a:lnTo>
                  <a:pt x="32003" y="51815"/>
                </a:lnTo>
                <a:lnTo>
                  <a:pt x="25907" y="50291"/>
                </a:lnTo>
                <a:lnTo>
                  <a:pt x="6095" y="50291"/>
                </a:lnTo>
                <a:lnTo>
                  <a:pt x="1523" y="51815"/>
                </a:lnTo>
                <a:lnTo>
                  <a:pt x="4571" y="0"/>
                </a:lnTo>
                <a:lnTo>
                  <a:pt x="51911" y="0"/>
                </a:lnTo>
                <a:lnTo>
                  <a:pt x="51911" y="10667"/>
                </a:lnTo>
                <a:lnTo>
                  <a:pt x="15239" y="10667"/>
                </a:lnTo>
                <a:lnTo>
                  <a:pt x="13715" y="39623"/>
                </a:lnTo>
                <a:lnTo>
                  <a:pt x="22859" y="39623"/>
                </a:lnTo>
                <a:lnTo>
                  <a:pt x="30328" y="40171"/>
                </a:lnTo>
                <a:lnTo>
                  <a:pt x="56483" y="59435"/>
                </a:lnTo>
                <a:lnTo>
                  <a:pt x="56483" y="70103"/>
                </a:lnTo>
                <a:lnTo>
                  <a:pt x="56483" y="79247"/>
                </a:lnTo>
                <a:lnTo>
                  <a:pt x="28171" y="101631"/>
                </a:lnTo>
                <a:lnTo>
                  <a:pt x="19811" y="102203"/>
                </a:lnTo>
                <a:close/>
              </a:path>
            </a:pathLst>
          </a:custGeom>
          <a:solidFill>
            <a:srgbClr val="23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26668" y="1282826"/>
            <a:ext cx="944244" cy="186690"/>
          </a:xfrm>
          <a:custGeom>
            <a:avLst/>
            <a:gdLst/>
            <a:ahLst/>
            <a:cxnLst/>
            <a:rect l="l" t="t" r="r" b="b"/>
            <a:pathLst>
              <a:path w="944244" h="186690">
                <a:moveTo>
                  <a:pt x="56388" y="30581"/>
                </a:moveTo>
                <a:lnTo>
                  <a:pt x="49288" y="23672"/>
                </a:lnTo>
                <a:lnTo>
                  <a:pt x="34531" y="9918"/>
                </a:lnTo>
                <a:lnTo>
                  <a:pt x="27432" y="3048"/>
                </a:lnTo>
                <a:lnTo>
                  <a:pt x="16764" y="12192"/>
                </a:lnTo>
                <a:lnTo>
                  <a:pt x="24498" y="19304"/>
                </a:lnTo>
                <a:lnTo>
                  <a:pt x="31813" y="26720"/>
                </a:lnTo>
                <a:lnTo>
                  <a:pt x="38836" y="34137"/>
                </a:lnTo>
                <a:lnTo>
                  <a:pt x="45720" y="41249"/>
                </a:lnTo>
                <a:lnTo>
                  <a:pt x="56388" y="30581"/>
                </a:lnTo>
                <a:close/>
              </a:path>
              <a:path w="944244" h="186690">
                <a:moveTo>
                  <a:pt x="134213" y="120497"/>
                </a:moveTo>
                <a:lnTo>
                  <a:pt x="127063" y="112496"/>
                </a:lnTo>
                <a:lnTo>
                  <a:pt x="119341" y="104495"/>
                </a:lnTo>
                <a:lnTo>
                  <a:pt x="111023" y="96494"/>
                </a:lnTo>
                <a:lnTo>
                  <a:pt x="102108" y="88493"/>
                </a:lnTo>
                <a:lnTo>
                  <a:pt x="91440" y="97637"/>
                </a:lnTo>
                <a:lnTo>
                  <a:pt x="100317" y="106514"/>
                </a:lnTo>
                <a:lnTo>
                  <a:pt x="108635" y="114985"/>
                </a:lnTo>
                <a:lnTo>
                  <a:pt x="116382" y="123177"/>
                </a:lnTo>
                <a:lnTo>
                  <a:pt x="123545" y="131254"/>
                </a:lnTo>
                <a:lnTo>
                  <a:pt x="134213" y="120497"/>
                </a:lnTo>
                <a:close/>
              </a:path>
              <a:path w="944244" h="186690">
                <a:moveTo>
                  <a:pt x="169265" y="50393"/>
                </a:moveTo>
                <a:lnTo>
                  <a:pt x="89916" y="50393"/>
                </a:lnTo>
                <a:lnTo>
                  <a:pt x="91033" y="38658"/>
                </a:lnTo>
                <a:lnTo>
                  <a:pt x="92011" y="26339"/>
                </a:lnTo>
                <a:lnTo>
                  <a:pt x="92697" y="13449"/>
                </a:lnTo>
                <a:lnTo>
                  <a:pt x="92773" y="9918"/>
                </a:lnTo>
                <a:lnTo>
                  <a:pt x="92964" y="0"/>
                </a:lnTo>
                <a:lnTo>
                  <a:pt x="76200" y="0"/>
                </a:lnTo>
                <a:lnTo>
                  <a:pt x="76136" y="3048"/>
                </a:lnTo>
                <a:lnTo>
                  <a:pt x="75933" y="13449"/>
                </a:lnTo>
                <a:lnTo>
                  <a:pt x="75222" y="26720"/>
                </a:lnTo>
                <a:lnTo>
                  <a:pt x="74269" y="38658"/>
                </a:lnTo>
                <a:lnTo>
                  <a:pt x="73152" y="50393"/>
                </a:lnTo>
                <a:lnTo>
                  <a:pt x="3048" y="50393"/>
                </a:lnTo>
                <a:lnTo>
                  <a:pt x="3048" y="64109"/>
                </a:lnTo>
                <a:lnTo>
                  <a:pt x="71628" y="64109"/>
                </a:lnTo>
                <a:lnTo>
                  <a:pt x="61937" y="99034"/>
                </a:lnTo>
                <a:lnTo>
                  <a:pt x="46672" y="128549"/>
                </a:lnTo>
                <a:lnTo>
                  <a:pt x="25984" y="152920"/>
                </a:lnTo>
                <a:lnTo>
                  <a:pt x="0" y="172402"/>
                </a:lnTo>
                <a:lnTo>
                  <a:pt x="4572" y="176974"/>
                </a:lnTo>
                <a:lnTo>
                  <a:pt x="62103" y="135978"/>
                </a:lnTo>
                <a:lnTo>
                  <a:pt x="88392" y="64109"/>
                </a:lnTo>
                <a:lnTo>
                  <a:pt x="152501" y="64109"/>
                </a:lnTo>
                <a:lnTo>
                  <a:pt x="151523" y="104495"/>
                </a:lnTo>
                <a:lnTo>
                  <a:pt x="147167" y="151688"/>
                </a:lnTo>
                <a:lnTo>
                  <a:pt x="126771" y="163245"/>
                </a:lnTo>
                <a:lnTo>
                  <a:pt x="117665" y="163245"/>
                </a:lnTo>
                <a:lnTo>
                  <a:pt x="109016" y="163068"/>
                </a:lnTo>
                <a:lnTo>
                  <a:pt x="100355" y="162623"/>
                </a:lnTo>
                <a:lnTo>
                  <a:pt x="91440" y="161734"/>
                </a:lnTo>
                <a:lnTo>
                  <a:pt x="91528" y="162077"/>
                </a:lnTo>
                <a:lnTo>
                  <a:pt x="92964" y="167830"/>
                </a:lnTo>
                <a:lnTo>
                  <a:pt x="92964" y="173926"/>
                </a:lnTo>
                <a:lnTo>
                  <a:pt x="94488" y="178498"/>
                </a:lnTo>
                <a:lnTo>
                  <a:pt x="104241" y="178739"/>
                </a:lnTo>
                <a:lnTo>
                  <a:pt x="120929" y="179793"/>
                </a:lnTo>
                <a:lnTo>
                  <a:pt x="128117" y="180022"/>
                </a:lnTo>
                <a:lnTo>
                  <a:pt x="144132" y="177761"/>
                </a:lnTo>
                <a:lnTo>
                  <a:pt x="155740" y="171069"/>
                </a:lnTo>
                <a:lnTo>
                  <a:pt x="160947" y="163245"/>
                </a:lnTo>
                <a:lnTo>
                  <a:pt x="161061" y="163068"/>
                </a:lnTo>
                <a:lnTo>
                  <a:pt x="163042" y="160096"/>
                </a:lnTo>
                <a:lnTo>
                  <a:pt x="166217" y="144970"/>
                </a:lnTo>
                <a:lnTo>
                  <a:pt x="167119" y="125234"/>
                </a:lnTo>
                <a:lnTo>
                  <a:pt x="167170" y="123177"/>
                </a:lnTo>
                <a:lnTo>
                  <a:pt x="167246" y="120497"/>
                </a:lnTo>
                <a:lnTo>
                  <a:pt x="167894" y="96494"/>
                </a:lnTo>
                <a:lnTo>
                  <a:pt x="168351" y="77800"/>
                </a:lnTo>
                <a:lnTo>
                  <a:pt x="169265" y="50393"/>
                </a:lnTo>
                <a:close/>
              </a:path>
              <a:path w="944244" h="186690">
                <a:moveTo>
                  <a:pt x="245465" y="7620"/>
                </a:moveTo>
                <a:lnTo>
                  <a:pt x="230225" y="3048"/>
                </a:lnTo>
                <a:lnTo>
                  <a:pt x="221386" y="28536"/>
                </a:lnTo>
                <a:lnTo>
                  <a:pt x="210985" y="52285"/>
                </a:lnTo>
                <a:lnTo>
                  <a:pt x="199148" y="74295"/>
                </a:lnTo>
                <a:lnTo>
                  <a:pt x="186029" y="94589"/>
                </a:lnTo>
                <a:lnTo>
                  <a:pt x="189077" y="99161"/>
                </a:lnTo>
                <a:lnTo>
                  <a:pt x="190601" y="105257"/>
                </a:lnTo>
                <a:lnTo>
                  <a:pt x="193649" y="109829"/>
                </a:lnTo>
                <a:lnTo>
                  <a:pt x="199123" y="102679"/>
                </a:lnTo>
                <a:lnTo>
                  <a:pt x="204317" y="94970"/>
                </a:lnTo>
                <a:lnTo>
                  <a:pt x="209499" y="86677"/>
                </a:lnTo>
                <a:lnTo>
                  <a:pt x="214985" y="77825"/>
                </a:lnTo>
                <a:lnTo>
                  <a:pt x="214985" y="183070"/>
                </a:lnTo>
                <a:lnTo>
                  <a:pt x="230225" y="183070"/>
                </a:lnTo>
                <a:lnTo>
                  <a:pt x="230225" y="77825"/>
                </a:lnTo>
                <a:lnTo>
                  <a:pt x="230225" y="47345"/>
                </a:lnTo>
                <a:lnTo>
                  <a:pt x="233883" y="37922"/>
                </a:lnTo>
                <a:lnTo>
                  <a:pt x="237845" y="28054"/>
                </a:lnTo>
                <a:lnTo>
                  <a:pt x="241795" y="17907"/>
                </a:lnTo>
                <a:lnTo>
                  <a:pt x="245465" y="7620"/>
                </a:lnTo>
                <a:close/>
              </a:path>
              <a:path w="944244" h="186690">
                <a:moveTo>
                  <a:pt x="372046" y="70205"/>
                </a:moveTo>
                <a:lnTo>
                  <a:pt x="315658" y="70205"/>
                </a:lnTo>
                <a:lnTo>
                  <a:pt x="315658" y="3048"/>
                </a:lnTo>
                <a:lnTo>
                  <a:pt x="300418" y="3048"/>
                </a:lnTo>
                <a:lnTo>
                  <a:pt x="300418" y="70205"/>
                </a:lnTo>
                <a:lnTo>
                  <a:pt x="243941" y="70205"/>
                </a:lnTo>
                <a:lnTo>
                  <a:pt x="243941" y="83921"/>
                </a:lnTo>
                <a:lnTo>
                  <a:pt x="300418" y="83921"/>
                </a:lnTo>
                <a:lnTo>
                  <a:pt x="300418" y="183070"/>
                </a:lnTo>
                <a:lnTo>
                  <a:pt x="315658" y="183070"/>
                </a:lnTo>
                <a:lnTo>
                  <a:pt x="315658" y="83921"/>
                </a:lnTo>
                <a:lnTo>
                  <a:pt x="372046" y="83921"/>
                </a:lnTo>
                <a:lnTo>
                  <a:pt x="372046" y="70205"/>
                </a:lnTo>
                <a:close/>
              </a:path>
              <a:path w="944244" h="186690">
                <a:moveTo>
                  <a:pt x="477304" y="9144"/>
                </a:moveTo>
                <a:lnTo>
                  <a:pt x="462064" y="1524"/>
                </a:lnTo>
                <a:lnTo>
                  <a:pt x="443788" y="29260"/>
                </a:lnTo>
                <a:lnTo>
                  <a:pt x="423379" y="54952"/>
                </a:lnTo>
                <a:lnTo>
                  <a:pt x="400939" y="78346"/>
                </a:lnTo>
                <a:lnTo>
                  <a:pt x="376618" y="99161"/>
                </a:lnTo>
                <a:lnTo>
                  <a:pt x="381190" y="103733"/>
                </a:lnTo>
                <a:lnTo>
                  <a:pt x="384238" y="108305"/>
                </a:lnTo>
                <a:lnTo>
                  <a:pt x="387286" y="111353"/>
                </a:lnTo>
                <a:lnTo>
                  <a:pt x="412750" y="90258"/>
                </a:lnTo>
                <a:lnTo>
                  <a:pt x="436333" y="66001"/>
                </a:lnTo>
                <a:lnTo>
                  <a:pt x="457885" y="38874"/>
                </a:lnTo>
                <a:lnTo>
                  <a:pt x="477304" y="9144"/>
                </a:lnTo>
                <a:close/>
              </a:path>
              <a:path w="944244" h="186690">
                <a:moveTo>
                  <a:pt x="561213" y="172402"/>
                </a:moveTo>
                <a:lnTo>
                  <a:pt x="556374" y="164782"/>
                </a:lnTo>
                <a:lnTo>
                  <a:pt x="551535" y="157162"/>
                </a:lnTo>
                <a:lnTo>
                  <a:pt x="549744" y="154343"/>
                </a:lnTo>
                <a:lnTo>
                  <a:pt x="538111" y="136550"/>
                </a:lnTo>
                <a:lnTo>
                  <a:pt x="526122" y="118630"/>
                </a:lnTo>
                <a:lnTo>
                  <a:pt x="513880" y="100685"/>
                </a:lnTo>
                <a:lnTo>
                  <a:pt x="500164" y="108305"/>
                </a:lnTo>
                <a:lnTo>
                  <a:pt x="507022" y="118630"/>
                </a:lnTo>
                <a:lnTo>
                  <a:pt x="513880" y="129120"/>
                </a:lnTo>
                <a:lnTo>
                  <a:pt x="520738" y="139890"/>
                </a:lnTo>
                <a:lnTo>
                  <a:pt x="527596" y="151066"/>
                </a:lnTo>
                <a:lnTo>
                  <a:pt x="498259" y="152971"/>
                </a:lnTo>
                <a:lnTo>
                  <a:pt x="498462" y="152971"/>
                </a:lnTo>
                <a:lnTo>
                  <a:pt x="425488" y="157162"/>
                </a:lnTo>
                <a:lnTo>
                  <a:pt x="450062" y="131343"/>
                </a:lnTo>
                <a:lnTo>
                  <a:pt x="473494" y="104127"/>
                </a:lnTo>
                <a:lnTo>
                  <a:pt x="495782" y="75209"/>
                </a:lnTo>
                <a:lnTo>
                  <a:pt x="516928" y="44297"/>
                </a:lnTo>
                <a:lnTo>
                  <a:pt x="501688" y="36677"/>
                </a:lnTo>
                <a:lnTo>
                  <a:pt x="482561" y="65582"/>
                </a:lnTo>
                <a:lnTo>
                  <a:pt x="461873" y="93078"/>
                </a:lnTo>
                <a:lnTo>
                  <a:pt x="416344" y="144970"/>
                </a:lnTo>
                <a:lnTo>
                  <a:pt x="393382" y="158686"/>
                </a:lnTo>
                <a:lnTo>
                  <a:pt x="401104" y="175450"/>
                </a:lnTo>
                <a:lnTo>
                  <a:pt x="407200" y="173926"/>
                </a:lnTo>
                <a:lnTo>
                  <a:pt x="414820" y="173926"/>
                </a:lnTo>
                <a:lnTo>
                  <a:pt x="425488" y="172402"/>
                </a:lnTo>
                <a:lnTo>
                  <a:pt x="536740" y="164782"/>
                </a:lnTo>
                <a:lnTo>
                  <a:pt x="539788" y="170878"/>
                </a:lnTo>
                <a:lnTo>
                  <a:pt x="542925" y="176974"/>
                </a:lnTo>
                <a:lnTo>
                  <a:pt x="545973" y="181546"/>
                </a:lnTo>
                <a:lnTo>
                  <a:pt x="561213" y="172402"/>
                </a:lnTo>
                <a:close/>
              </a:path>
              <a:path w="944244" h="186690">
                <a:moveTo>
                  <a:pt x="616077" y="39725"/>
                </a:moveTo>
                <a:lnTo>
                  <a:pt x="608380" y="28841"/>
                </a:lnTo>
                <a:lnTo>
                  <a:pt x="601408" y="19253"/>
                </a:lnTo>
                <a:lnTo>
                  <a:pt x="595287" y="11125"/>
                </a:lnTo>
                <a:lnTo>
                  <a:pt x="590169" y="4572"/>
                </a:lnTo>
                <a:lnTo>
                  <a:pt x="577977" y="12192"/>
                </a:lnTo>
                <a:lnTo>
                  <a:pt x="583857" y="19812"/>
                </a:lnTo>
                <a:lnTo>
                  <a:pt x="589788" y="28244"/>
                </a:lnTo>
                <a:lnTo>
                  <a:pt x="596392" y="37960"/>
                </a:lnTo>
                <a:lnTo>
                  <a:pt x="603885" y="48869"/>
                </a:lnTo>
                <a:lnTo>
                  <a:pt x="616077" y="39725"/>
                </a:lnTo>
                <a:close/>
              </a:path>
              <a:path w="944244" h="186690">
                <a:moveTo>
                  <a:pt x="750290" y="77825"/>
                </a:moveTo>
                <a:lnTo>
                  <a:pt x="693902" y="77825"/>
                </a:lnTo>
                <a:lnTo>
                  <a:pt x="693902" y="45821"/>
                </a:lnTo>
                <a:lnTo>
                  <a:pt x="742670" y="45821"/>
                </a:lnTo>
                <a:lnTo>
                  <a:pt x="742670" y="33629"/>
                </a:lnTo>
                <a:lnTo>
                  <a:pt x="693902" y="33629"/>
                </a:lnTo>
                <a:lnTo>
                  <a:pt x="693902" y="1524"/>
                </a:lnTo>
                <a:lnTo>
                  <a:pt x="678561" y="1524"/>
                </a:lnTo>
                <a:lnTo>
                  <a:pt x="678561" y="33629"/>
                </a:lnTo>
                <a:lnTo>
                  <a:pt x="652653" y="33629"/>
                </a:lnTo>
                <a:lnTo>
                  <a:pt x="654177" y="25908"/>
                </a:lnTo>
                <a:lnTo>
                  <a:pt x="657225" y="19812"/>
                </a:lnTo>
                <a:lnTo>
                  <a:pt x="657339" y="19253"/>
                </a:lnTo>
                <a:lnTo>
                  <a:pt x="658749" y="12192"/>
                </a:lnTo>
                <a:lnTo>
                  <a:pt x="645033" y="9144"/>
                </a:lnTo>
                <a:lnTo>
                  <a:pt x="641032" y="23761"/>
                </a:lnTo>
                <a:lnTo>
                  <a:pt x="635889" y="37960"/>
                </a:lnTo>
                <a:lnTo>
                  <a:pt x="629602" y="51879"/>
                </a:lnTo>
                <a:lnTo>
                  <a:pt x="622173" y="65633"/>
                </a:lnTo>
                <a:lnTo>
                  <a:pt x="628269" y="67157"/>
                </a:lnTo>
                <a:lnTo>
                  <a:pt x="632841" y="70205"/>
                </a:lnTo>
                <a:lnTo>
                  <a:pt x="635889" y="71729"/>
                </a:lnTo>
                <a:lnTo>
                  <a:pt x="639076" y="65963"/>
                </a:lnTo>
                <a:lnTo>
                  <a:pt x="641985" y="59918"/>
                </a:lnTo>
                <a:lnTo>
                  <a:pt x="644893" y="53301"/>
                </a:lnTo>
                <a:lnTo>
                  <a:pt x="648081" y="45821"/>
                </a:lnTo>
                <a:lnTo>
                  <a:pt x="678561" y="45821"/>
                </a:lnTo>
                <a:lnTo>
                  <a:pt x="678561" y="77825"/>
                </a:lnTo>
                <a:lnTo>
                  <a:pt x="617601" y="77825"/>
                </a:lnTo>
                <a:lnTo>
                  <a:pt x="617601" y="90017"/>
                </a:lnTo>
                <a:lnTo>
                  <a:pt x="654177" y="90017"/>
                </a:lnTo>
                <a:lnTo>
                  <a:pt x="652653" y="96113"/>
                </a:lnTo>
                <a:lnTo>
                  <a:pt x="652653" y="105257"/>
                </a:lnTo>
                <a:lnTo>
                  <a:pt x="650417" y="117246"/>
                </a:lnTo>
                <a:lnTo>
                  <a:pt x="643890" y="127977"/>
                </a:lnTo>
                <a:lnTo>
                  <a:pt x="633361" y="137274"/>
                </a:lnTo>
                <a:lnTo>
                  <a:pt x="619125" y="144970"/>
                </a:lnTo>
                <a:lnTo>
                  <a:pt x="625221" y="154114"/>
                </a:lnTo>
                <a:lnTo>
                  <a:pt x="664489" y="121551"/>
                </a:lnTo>
                <a:lnTo>
                  <a:pt x="667893" y="105257"/>
                </a:lnTo>
                <a:lnTo>
                  <a:pt x="667893" y="90017"/>
                </a:lnTo>
                <a:lnTo>
                  <a:pt x="692378" y="90017"/>
                </a:lnTo>
                <a:lnTo>
                  <a:pt x="692378" y="131254"/>
                </a:lnTo>
                <a:lnTo>
                  <a:pt x="693534" y="141020"/>
                </a:lnTo>
                <a:lnTo>
                  <a:pt x="697141" y="147637"/>
                </a:lnTo>
                <a:lnTo>
                  <a:pt x="703300" y="151409"/>
                </a:lnTo>
                <a:lnTo>
                  <a:pt x="712190" y="152590"/>
                </a:lnTo>
                <a:lnTo>
                  <a:pt x="725906" y="152590"/>
                </a:lnTo>
                <a:lnTo>
                  <a:pt x="734695" y="151409"/>
                </a:lnTo>
                <a:lnTo>
                  <a:pt x="734301" y="151409"/>
                </a:lnTo>
                <a:lnTo>
                  <a:pt x="740575" y="148209"/>
                </a:lnTo>
                <a:lnTo>
                  <a:pt x="744969" y="142951"/>
                </a:lnTo>
                <a:lnTo>
                  <a:pt x="745782" y="140398"/>
                </a:lnTo>
                <a:lnTo>
                  <a:pt x="747242" y="135826"/>
                </a:lnTo>
                <a:lnTo>
                  <a:pt x="748766" y="129730"/>
                </a:lnTo>
                <a:lnTo>
                  <a:pt x="748766" y="123545"/>
                </a:lnTo>
                <a:lnTo>
                  <a:pt x="750290" y="114401"/>
                </a:lnTo>
                <a:lnTo>
                  <a:pt x="744194" y="112877"/>
                </a:lnTo>
                <a:lnTo>
                  <a:pt x="739622" y="111353"/>
                </a:lnTo>
                <a:lnTo>
                  <a:pt x="736574" y="109829"/>
                </a:lnTo>
                <a:lnTo>
                  <a:pt x="735050" y="118973"/>
                </a:lnTo>
                <a:lnTo>
                  <a:pt x="735050" y="126682"/>
                </a:lnTo>
                <a:lnTo>
                  <a:pt x="733526" y="131254"/>
                </a:lnTo>
                <a:lnTo>
                  <a:pt x="733526" y="137274"/>
                </a:lnTo>
                <a:lnTo>
                  <a:pt x="730478" y="140398"/>
                </a:lnTo>
                <a:lnTo>
                  <a:pt x="709142" y="140398"/>
                </a:lnTo>
                <a:lnTo>
                  <a:pt x="707618" y="137274"/>
                </a:lnTo>
                <a:lnTo>
                  <a:pt x="707618" y="90017"/>
                </a:lnTo>
                <a:lnTo>
                  <a:pt x="750290" y="90017"/>
                </a:lnTo>
                <a:lnTo>
                  <a:pt x="750290" y="77825"/>
                </a:lnTo>
                <a:close/>
              </a:path>
              <a:path w="944244" h="186690">
                <a:moveTo>
                  <a:pt x="753338" y="164782"/>
                </a:moveTo>
                <a:lnTo>
                  <a:pt x="684657" y="166306"/>
                </a:lnTo>
                <a:lnTo>
                  <a:pt x="645033" y="164782"/>
                </a:lnTo>
                <a:lnTo>
                  <a:pt x="632193" y="163639"/>
                </a:lnTo>
                <a:lnTo>
                  <a:pt x="621220" y="160210"/>
                </a:lnTo>
                <a:lnTo>
                  <a:pt x="616432" y="157162"/>
                </a:lnTo>
                <a:lnTo>
                  <a:pt x="612241" y="154495"/>
                </a:lnTo>
                <a:lnTo>
                  <a:pt x="605409" y="146494"/>
                </a:lnTo>
                <a:lnTo>
                  <a:pt x="605409" y="67157"/>
                </a:lnTo>
                <a:lnTo>
                  <a:pt x="568833" y="67157"/>
                </a:lnTo>
                <a:lnTo>
                  <a:pt x="568833" y="80873"/>
                </a:lnTo>
                <a:lnTo>
                  <a:pt x="591693" y="80873"/>
                </a:lnTo>
                <a:lnTo>
                  <a:pt x="591693" y="143446"/>
                </a:lnTo>
                <a:lnTo>
                  <a:pt x="586816" y="147447"/>
                </a:lnTo>
                <a:lnTo>
                  <a:pt x="581215" y="152590"/>
                </a:lnTo>
                <a:lnTo>
                  <a:pt x="574763" y="158877"/>
                </a:lnTo>
                <a:lnTo>
                  <a:pt x="567309" y="166306"/>
                </a:lnTo>
                <a:lnTo>
                  <a:pt x="567410" y="166497"/>
                </a:lnTo>
                <a:lnTo>
                  <a:pt x="574929" y="181546"/>
                </a:lnTo>
                <a:lnTo>
                  <a:pt x="581571" y="173164"/>
                </a:lnTo>
                <a:lnTo>
                  <a:pt x="587502" y="166497"/>
                </a:lnTo>
                <a:lnTo>
                  <a:pt x="592937" y="161188"/>
                </a:lnTo>
                <a:lnTo>
                  <a:pt x="597789" y="157162"/>
                </a:lnTo>
                <a:lnTo>
                  <a:pt x="604939" y="166306"/>
                </a:lnTo>
                <a:lnTo>
                  <a:pt x="614934" y="173164"/>
                </a:lnTo>
                <a:lnTo>
                  <a:pt x="627799" y="177736"/>
                </a:lnTo>
                <a:lnTo>
                  <a:pt x="643509" y="180022"/>
                </a:lnTo>
                <a:lnTo>
                  <a:pt x="683133" y="180022"/>
                </a:lnTo>
                <a:lnTo>
                  <a:pt x="747242" y="178498"/>
                </a:lnTo>
                <a:lnTo>
                  <a:pt x="750290" y="173926"/>
                </a:lnTo>
                <a:lnTo>
                  <a:pt x="751814" y="167830"/>
                </a:lnTo>
                <a:lnTo>
                  <a:pt x="752576" y="166306"/>
                </a:lnTo>
                <a:lnTo>
                  <a:pt x="753338" y="164782"/>
                </a:lnTo>
                <a:close/>
              </a:path>
              <a:path w="944244" h="186690">
                <a:moveTo>
                  <a:pt x="821905" y="38201"/>
                </a:moveTo>
                <a:lnTo>
                  <a:pt x="799045" y="38201"/>
                </a:lnTo>
                <a:lnTo>
                  <a:pt x="799045" y="1524"/>
                </a:lnTo>
                <a:lnTo>
                  <a:pt x="783805" y="1524"/>
                </a:lnTo>
                <a:lnTo>
                  <a:pt x="783805" y="38201"/>
                </a:lnTo>
                <a:lnTo>
                  <a:pt x="759421" y="38201"/>
                </a:lnTo>
                <a:lnTo>
                  <a:pt x="759421" y="50393"/>
                </a:lnTo>
                <a:lnTo>
                  <a:pt x="783805" y="50393"/>
                </a:lnTo>
                <a:lnTo>
                  <a:pt x="783805" y="94589"/>
                </a:lnTo>
                <a:lnTo>
                  <a:pt x="777836" y="96608"/>
                </a:lnTo>
                <a:lnTo>
                  <a:pt x="771423" y="98209"/>
                </a:lnTo>
                <a:lnTo>
                  <a:pt x="764743" y="99517"/>
                </a:lnTo>
                <a:lnTo>
                  <a:pt x="757897" y="100685"/>
                </a:lnTo>
                <a:lnTo>
                  <a:pt x="759421" y="115925"/>
                </a:lnTo>
                <a:lnTo>
                  <a:pt x="767041" y="114401"/>
                </a:lnTo>
                <a:lnTo>
                  <a:pt x="776185" y="111353"/>
                </a:lnTo>
                <a:lnTo>
                  <a:pt x="783805" y="109829"/>
                </a:lnTo>
                <a:lnTo>
                  <a:pt x="783805" y="164782"/>
                </a:lnTo>
                <a:lnTo>
                  <a:pt x="782281" y="167830"/>
                </a:lnTo>
                <a:lnTo>
                  <a:pt x="767041" y="167830"/>
                </a:lnTo>
                <a:lnTo>
                  <a:pt x="759421" y="166306"/>
                </a:lnTo>
                <a:lnTo>
                  <a:pt x="760945" y="172402"/>
                </a:lnTo>
                <a:lnTo>
                  <a:pt x="760945" y="176974"/>
                </a:lnTo>
                <a:lnTo>
                  <a:pt x="762469" y="181546"/>
                </a:lnTo>
                <a:lnTo>
                  <a:pt x="779233" y="181546"/>
                </a:lnTo>
                <a:lnTo>
                  <a:pt x="787476" y="180390"/>
                </a:lnTo>
                <a:lnTo>
                  <a:pt x="793711" y="176784"/>
                </a:lnTo>
                <a:lnTo>
                  <a:pt x="797674" y="170624"/>
                </a:lnTo>
                <a:lnTo>
                  <a:pt x="798106" y="167830"/>
                </a:lnTo>
                <a:lnTo>
                  <a:pt x="799045" y="161734"/>
                </a:lnTo>
                <a:lnTo>
                  <a:pt x="799045" y="109829"/>
                </a:lnTo>
                <a:lnTo>
                  <a:pt x="799045" y="105257"/>
                </a:lnTo>
                <a:lnTo>
                  <a:pt x="811237" y="102209"/>
                </a:lnTo>
                <a:lnTo>
                  <a:pt x="818857" y="100685"/>
                </a:lnTo>
                <a:lnTo>
                  <a:pt x="818857" y="91541"/>
                </a:lnTo>
                <a:lnTo>
                  <a:pt x="817333" y="86969"/>
                </a:lnTo>
                <a:lnTo>
                  <a:pt x="799045" y="91541"/>
                </a:lnTo>
                <a:lnTo>
                  <a:pt x="799045" y="50393"/>
                </a:lnTo>
                <a:lnTo>
                  <a:pt x="821905" y="50393"/>
                </a:lnTo>
                <a:lnTo>
                  <a:pt x="821905" y="38201"/>
                </a:lnTo>
                <a:close/>
              </a:path>
              <a:path w="944244" h="186690">
                <a:moveTo>
                  <a:pt x="943927" y="137350"/>
                </a:moveTo>
                <a:lnTo>
                  <a:pt x="887539" y="137350"/>
                </a:lnTo>
                <a:lnTo>
                  <a:pt x="887539" y="115925"/>
                </a:lnTo>
                <a:lnTo>
                  <a:pt x="934783" y="115925"/>
                </a:lnTo>
                <a:lnTo>
                  <a:pt x="934783" y="102209"/>
                </a:lnTo>
                <a:lnTo>
                  <a:pt x="887539" y="102209"/>
                </a:lnTo>
                <a:lnTo>
                  <a:pt x="887539" y="80873"/>
                </a:lnTo>
                <a:lnTo>
                  <a:pt x="873823" y="80873"/>
                </a:lnTo>
                <a:lnTo>
                  <a:pt x="873823" y="102209"/>
                </a:lnTo>
                <a:lnTo>
                  <a:pt x="826477" y="102209"/>
                </a:lnTo>
                <a:lnTo>
                  <a:pt x="826477" y="115925"/>
                </a:lnTo>
                <a:lnTo>
                  <a:pt x="873823" y="115925"/>
                </a:lnTo>
                <a:lnTo>
                  <a:pt x="873823" y="137350"/>
                </a:lnTo>
                <a:lnTo>
                  <a:pt x="815809" y="137350"/>
                </a:lnTo>
                <a:lnTo>
                  <a:pt x="815809" y="151066"/>
                </a:lnTo>
                <a:lnTo>
                  <a:pt x="873823" y="151066"/>
                </a:lnTo>
                <a:lnTo>
                  <a:pt x="873823" y="183070"/>
                </a:lnTo>
                <a:lnTo>
                  <a:pt x="887539" y="183070"/>
                </a:lnTo>
                <a:lnTo>
                  <a:pt x="887539" y="151066"/>
                </a:lnTo>
                <a:lnTo>
                  <a:pt x="943927" y="151066"/>
                </a:lnTo>
                <a:lnTo>
                  <a:pt x="943927" y="137350"/>
                </a:lnTo>
                <a:close/>
              </a:path>
              <a:path w="944244" h="186690">
                <a:moveTo>
                  <a:pt x="943927" y="73253"/>
                </a:moveTo>
                <a:lnTo>
                  <a:pt x="929881" y="70916"/>
                </a:lnTo>
                <a:lnTo>
                  <a:pt x="919099" y="68681"/>
                </a:lnTo>
                <a:lnTo>
                  <a:pt x="917257" y="68300"/>
                </a:lnTo>
                <a:lnTo>
                  <a:pt x="905776" y="65112"/>
                </a:lnTo>
                <a:lnTo>
                  <a:pt x="895159" y="61061"/>
                </a:lnTo>
                <a:lnTo>
                  <a:pt x="904862" y="53441"/>
                </a:lnTo>
                <a:lnTo>
                  <a:pt x="906018" y="52539"/>
                </a:lnTo>
                <a:lnTo>
                  <a:pt x="915733" y="43141"/>
                </a:lnTo>
                <a:lnTo>
                  <a:pt x="924306" y="33159"/>
                </a:lnTo>
                <a:lnTo>
                  <a:pt x="931735" y="22860"/>
                </a:lnTo>
                <a:lnTo>
                  <a:pt x="931735" y="10668"/>
                </a:lnTo>
                <a:lnTo>
                  <a:pt x="914971" y="10668"/>
                </a:lnTo>
                <a:lnTo>
                  <a:pt x="914971" y="22860"/>
                </a:lnTo>
                <a:lnTo>
                  <a:pt x="908634" y="31750"/>
                </a:lnTo>
                <a:lnTo>
                  <a:pt x="900874" y="39903"/>
                </a:lnTo>
                <a:lnTo>
                  <a:pt x="891400" y="47180"/>
                </a:lnTo>
                <a:lnTo>
                  <a:pt x="879919" y="53441"/>
                </a:lnTo>
                <a:lnTo>
                  <a:pt x="870445" y="47180"/>
                </a:lnTo>
                <a:lnTo>
                  <a:pt x="862393" y="39903"/>
                </a:lnTo>
                <a:lnTo>
                  <a:pt x="855484" y="31750"/>
                </a:lnTo>
                <a:lnTo>
                  <a:pt x="849439" y="22860"/>
                </a:lnTo>
                <a:lnTo>
                  <a:pt x="914971" y="22860"/>
                </a:lnTo>
                <a:lnTo>
                  <a:pt x="914971" y="10668"/>
                </a:lnTo>
                <a:lnTo>
                  <a:pt x="824953" y="10668"/>
                </a:lnTo>
                <a:lnTo>
                  <a:pt x="824953" y="22860"/>
                </a:lnTo>
                <a:lnTo>
                  <a:pt x="835723" y="22860"/>
                </a:lnTo>
                <a:lnTo>
                  <a:pt x="841133" y="33807"/>
                </a:lnTo>
                <a:lnTo>
                  <a:pt x="848106" y="43713"/>
                </a:lnTo>
                <a:lnTo>
                  <a:pt x="856513" y="52755"/>
                </a:lnTo>
                <a:lnTo>
                  <a:pt x="866203" y="61061"/>
                </a:lnTo>
                <a:lnTo>
                  <a:pt x="855611" y="65366"/>
                </a:lnTo>
                <a:lnTo>
                  <a:pt x="844283" y="69253"/>
                </a:lnTo>
                <a:lnTo>
                  <a:pt x="832091" y="72847"/>
                </a:lnTo>
                <a:lnTo>
                  <a:pt x="818857" y="76301"/>
                </a:lnTo>
                <a:lnTo>
                  <a:pt x="821905" y="80873"/>
                </a:lnTo>
                <a:lnTo>
                  <a:pt x="824953" y="90017"/>
                </a:lnTo>
                <a:lnTo>
                  <a:pt x="840473" y="85394"/>
                </a:lnTo>
                <a:lnTo>
                  <a:pt x="854951" y="80492"/>
                </a:lnTo>
                <a:lnTo>
                  <a:pt x="868603" y="74993"/>
                </a:lnTo>
                <a:lnTo>
                  <a:pt x="881443" y="68681"/>
                </a:lnTo>
                <a:lnTo>
                  <a:pt x="892797" y="74993"/>
                </a:lnTo>
                <a:lnTo>
                  <a:pt x="906018" y="80302"/>
                </a:lnTo>
                <a:lnTo>
                  <a:pt x="920661" y="84759"/>
                </a:lnTo>
                <a:lnTo>
                  <a:pt x="936307" y="88493"/>
                </a:lnTo>
                <a:lnTo>
                  <a:pt x="937831" y="83921"/>
                </a:lnTo>
                <a:lnTo>
                  <a:pt x="940879" y="79349"/>
                </a:lnTo>
                <a:lnTo>
                  <a:pt x="943927" y="73253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840801" y="1290446"/>
            <a:ext cx="1381760" cy="154305"/>
            <a:chOff x="1840801" y="1290446"/>
            <a:chExt cx="1381760" cy="15430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40801" y="1295018"/>
              <a:ext cx="88392" cy="1495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5196" y="1290446"/>
              <a:ext cx="184499" cy="15411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62555" y="1290828"/>
              <a:ext cx="18415" cy="152400"/>
            </a:xfrm>
            <a:custGeom>
              <a:avLst/>
              <a:gdLst/>
              <a:ahLst/>
              <a:cxnLst/>
              <a:rect l="l" t="t" r="r" b="b"/>
              <a:pathLst>
                <a:path w="18414" h="152400">
                  <a:moveTo>
                    <a:pt x="18288" y="152400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18288" y="0"/>
                  </a:lnTo>
                  <a:lnTo>
                    <a:pt x="18288" y="152400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06751" y="1308734"/>
              <a:ext cx="280606" cy="13582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13266" y="1336262"/>
              <a:ext cx="86963" cy="1067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28899" y="1377695"/>
              <a:ext cx="55244" cy="15240"/>
            </a:xfrm>
            <a:custGeom>
              <a:avLst/>
              <a:gdLst/>
              <a:ahLst/>
              <a:cxnLst/>
              <a:rect l="l" t="t" r="r" b="b"/>
              <a:pathLst>
                <a:path w="55244" h="15240">
                  <a:moveTo>
                    <a:pt x="54864" y="15240"/>
                  </a:moveTo>
                  <a:lnTo>
                    <a:pt x="0" y="15240"/>
                  </a:lnTo>
                  <a:lnTo>
                    <a:pt x="0" y="0"/>
                  </a:lnTo>
                  <a:lnTo>
                    <a:pt x="54864" y="0"/>
                  </a:lnTo>
                  <a:lnTo>
                    <a:pt x="54864" y="15240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13101" y="1290446"/>
              <a:ext cx="193643" cy="15411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31128" y="1290446"/>
              <a:ext cx="291274" cy="154114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97173" y="1282826"/>
            <a:ext cx="468153" cy="18611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792479" y="3119628"/>
            <a:ext cx="2924810" cy="2484120"/>
            <a:chOff x="792479" y="3119628"/>
            <a:chExt cx="2924810" cy="2484120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92479" y="3119628"/>
              <a:ext cx="2924555" cy="248410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19811" y="3138578"/>
              <a:ext cx="2870082" cy="244079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3889247" y="3119628"/>
            <a:ext cx="2935605" cy="2484120"/>
            <a:chOff x="3889247" y="3119628"/>
            <a:chExt cx="2935605" cy="2484120"/>
          </a:xfrm>
        </p:grpSpPr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89247" y="3119628"/>
              <a:ext cx="2935223" cy="248410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17055" y="3138578"/>
              <a:ext cx="2879226" cy="2440790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7013456" y="3134886"/>
            <a:ext cx="2893060" cy="2468880"/>
            <a:chOff x="7013456" y="3134886"/>
            <a:chExt cx="2893060" cy="2468880"/>
          </a:xfrm>
        </p:grpSpPr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13456" y="3134886"/>
              <a:ext cx="2892534" cy="24688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028878" y="3143916"/>
              <a:ext cx="2859405" cy="2430145"/>
            </a:xfrm>
            <a:custGeom>
              <a:avLst/>
              <a:gdLst/>
              <a:ahLst/>
              <a:cxnLst/>
              <a:rect l="l" t="t" r="r" b="b"/>
              <a:pathLst>
                <a:path w="2859404" h="2430145">
                  <a:moveTo>
                    <a:pt x="2764821" y="2430113"/>
                  </a:moveTo>
                  <a:lnTo>
                    <a:pt x="96012" y="2430113"/>
                  </a:lnTo>
                  <a:lnTo>
                    <a:pt x="88391" y="2428589"/>
                  </a:lnTo>
                  <a:lnTo>
                    <a:pt x="82296" y="2427065"/>
                  </a:lnTo>
                  <a:lnTo>
                    <a:pt x="74676" y="2425541"/>
                  </a:lnTo>
                  <a:lnTo>
                    <a:pt x="68580" y="2422493"/>
                  </a:lnTo>
                  <a:lnTo>
                    <a:pt x="60960" y="2419445"/>
                  </a:lnTo>
                  <a:lnTo>
                    <a:pt x="54864" y="2416397"/>
                  </a:lnTo>
                  <a:lnTo>
                    <a:pt x="48768" y="2411825"/>
                  </a:lnTo>
                  <a:lnTo>
                    <a:pt x="42672" y="2408777"/>
                  </a:lnTo>
                  <a:lnTo>
                    <a:pt x="27432" y="2393537"/>
                  </a:lnTo>
                  <a:lnTo>
                    <a:pt x="18288" y="2381345"/>
                  </a:lnTo>
                  <a:lnTo>
                    <a:pt x="15240" y="2376773"/>
                  </a:lnTo>
                  <a:lnTo>
                    <a:pt x="12192" y="2369153"/>
                  </a:lnTo>
                  <a:lnTo>
                    <a:pt x="6096" y="2356961"/>
                  </a:lnTo>
                  <a:lnTo>
                    <a:pt x="4572" y="2349341"/>
                  </a:lnTo>
                  <a:lnTo>
                    <a:pt x="3048" y="2343149"/>
                  </a:lnTo>
                  <a:lnTo>
                    <a:pt x="0" y="2327909"/>
                  </a:lnTo>
                  <a:lnTo>
                    <a:pt x="0" y="2321813"/>
                  </a:lnTo>
                  <a:lnTo>
                    <a:pt x="0" y="102203"/>
                  </a:lnTo>
                  <a:lnTo>
                    <a:pt x="1524" y="94583"/>
                  </a:lnTo>
                  <a:lnTo>
                    <a:pt x="3048" y="88487"/>
                  </a:lnTo>
                  <a:lnTo>
                    <a:pt x="4572" y="80867"/>
                  </a:lnTo>
                  <a:lnTo>
                    <a:pt x="6096" y="74771"/>
                  </a:lnTo>
                  <a:lnTo>
                    <a:pt x="27432" y="36671"/>
                  </a:lnTo>
                  <a:lnTo>
                    <a:pt x="38100" y="27527"/>
                  </a:lnTo>
                  <a:lnTo>
                    <a:pt x="42672" y="22955"/>
                  </a:lnTo>
                  <a:lnTo>
                    <a:pt x="54864" y="13715"/>
                  </a:lnTo>
                  <a:lnTo>
                    <a:pt x="60960" y="10667"/>
                  </a:lnTo>
                  <a:lnTo>
                    <a:pt x="68580" y="7619"/>
                  </a:lnTo>
                  <a:lnTo>
                    <a:pt x="74676" y="6095"/>
                  </a:lnTo>
                  <a:lnTo>
                    <a:pt x="82296" y="3047"/>
                  </a:lnTo>
                  <a:lnTo>
                    <a:pt x="88391" y="1523"/>
                  </a:lnTo>
                  <a:lnTo>
                    <a:pt x="96012" y="0"/>
                  </a:lnTo>
                  <a:lnTo>
                    <a:pt x="2764821" y="0"/>
                  </a:lnTo>
                  <a:lnTo>
                    <a:pt x="2772441" y="1523"/>
                  </a:lnTo>
                  <a:lnTo>
                    <a:pt x="2778537" y="3047"/>
                  </a:lnTo>
                  <a:lnTo>
                    <a:pt x="2786157" y="6095"/>
                  </a:lnTo>
                  <a:lnTo>
                    <a:pt x="2792253" y="7619"/>
                  </a:lnTo>
                  <a:lnTo>
                    <a:pt x="2798349" y="10667"/>
                  </a:lnTo>
                  <a:lnTo>
                    <a:pt x="2805969" y="13715"/>
                  </a:lnTo>
                  <a:lnTo>
                    <a:pt x="2810541" y="18383"/>
                  </a:lnTo>
                  <a:lnTo>
                    <a:pt x="2822733" y="27527"/>
                  </a:lnTo>
                  <a:lnTo>
                    <a:pt x="2827305" y="32099"/>
                  </a:lnTo>
                  <a:lnTo>
                    <a:pt x="2833401" y="36671"/>
                  </a:lnTo>
                  <a:lnTo>
                    <a:pt x="2837973" y="42767"/>
                  </a:lnTo>
                  <a:lnTo>
                    <a:pt x="2841116" y="48863"/>
                  </a:lnTo>
                  <a:lnTo>
                    <a:pt x="2845689" y="54959"/>
                  </a:lnTo>
                  <a:lnTo>
                    <a:pt x="2851784" y="67151"/>
                  </a:lnTo>
                  <a:lnTo>
                    <a:pt x="2854833" y="74771"/>
                  </a:lnTo>
                  <a:lnTo>
                    <a:pt x="2856357" y="80867"/>
                  </a:lnTo>
                  <a:lnTo>
                    <a:pt x="2857881" y="88487"/>
                  </a:lnTo>
                  <a:lnTo>
                    <a:pt x="2859405" y="94583"/>
                  </a:lnTo>
                  <a:lnTo>
                    <a:pt x="2859405" y="2335529"/>
                  </a:lnTo>
                  <a:lnTo>
                    <a:pt x="2857881" y="2343149"/>
                  </a:lnTo>
                  <a:lnTo>
                    <a:pt x="2856357" y="2349341"/>
                  </a:lnTo>
                  <a:lnTo>
                    <a:pt x="2854833" y="2356961"/>
                  </a:lnTo>
                  <a:lnTo>
                    <a:pt x="2848736" y="2369153"/>
                  </a:lnTo>
                  <a:lnTo>
                    <a:pt x="2845689" y="2376773"/>
                  </a:lnTo>
                  <a:lnTo>
                    <a:pt x="2841116" y="2381345"/>
                  </a:lnTo>
                  <a:lnTo>
                    <a:pt x="2837973" y="2387441"/>
                  </a:lnTo>
                  <a:lnTo>
                    <a:pt x="2833401" y="2393537"/>
                  </a:lnTo>
                  <a:lnTo>
                    <a:pt x="2827305" y="2398109"/>
                  </a:lnTo>
                  <a:lnTo>
                    <a:pt x="2822733" y="2404205"/>
                  </a:lnTo>
                  <a:lnTo>
                    <a:pt x="2816637" y="2408777"/>
                  </a:lnTo>
                  <a:lnTo>
                    <a:pt x="2810541" y="2411825"/>
                  </a:lnTo>
                  <a:lnTo>
                    <a:pt x="2805969" y="2416397"/>
                  </a:lnTo>
                  <a:lnTo>
                    <a:pt x="2798349" y="2419445"/>
                  </a:lnTo>
                  <a:lnTo>
                    <a:pt x="2786157" y="2425541"/>
                  </a:lnTo>
                  <a:lnTo>
                    <a:pt x="2778537" y="2427065"/>
                  </a:lnTo>
                  <a:lnTo>
                    <a:pt x="2772441" y="2428589"/>
                  </a:lnTo>
                  <a:lnTo>
                    <a:pt x="2764821" y="2430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28878" y="3143916"/>
              <a:ext cx="2859405" cy="2430145"/>
            </a:xfrm>
            <a:custGeom>
              <a:avLst/>
              <a:gdLst/>
              <a:ahLst/>
              <a:cxnLst/>
              <a:rect l="l" t="t" r="r" b="b"/>
              <a:pathLst>
                <a:path w="2859404" h="2430145">
                  <a:moveTo>
                    <a:pt x="0" y="2321813"/>
                  </a:moveTo>
                  <a:lnTo>
                    <a:pt x="0" y="109823"/>
                  </a:lnTo>
                  <a:lnTo>
                    <a:pt x="0" y="102203"/>
                  </a:lnTo>
                  <a:lnTo>
                    <a:pt x="1524" y="94583"/>
                  </a:lnTo>
                  <a:lnTo>
                    <a:pt x="3048" y="88487"/>
                  </a:lnTo>
                  <a:lnTo>
                    <a:pt x="4572" y="80867"/>
                  </a:lnTo>
                  <a:lnTo>
                    <a:pt x="6096" y="74771"/>
                  </a:lnTo>
                  <a:lnTo>
                    <a:pt x="9144" y="67151"/>
                  </a:lnTo>
                  <a:lnTo>
                    <a:pt x="12192" y="61055"/>
                  </a:lnTo>
                  <a:lnTo>
                    <a:pt x="15240" y="54959"/>
                  </a:lnTo>
                  <a:lnTo>
                    <a:pt x="18288" y="48863"/>
                  </a:lnTo>
                  <a:lnTo>
                    <a:pt x="22859" y="42767"/>
                  </a:lnTo>
                  <a:lnTo>
                    <a:pt x="27432" y="36671"/>
                  </a:lnTo>
                  <a:lnTo>
                    <a:pt x="32004" y="32099"/>
                  </a:lnTo>
                  <a:lnTo>
                    <a:pt x="38100" y="27527"/>
                  </a:lnTo>
                  <a:lnTo>
                    <a:pt x="42672" y="22955"/>
                  </a:lnTo>
                  <a:lnTo>
                    <a:pt x="48768" y="18383"/>
                  </a:lnTo>
                  <a:lnTo>
                    <a:pt x="54864" y="13715"/>
                  </a:lnTo>
                  <a:lnTo>
                    <a:pt x="60960" y="10667"/>
                  </a:lnTo>
                  <a:lnTo>
                    <a:pt x="68580" y="7619"/>
                  </a:lnTo>
                  <a:lnTo>
                    <a:pt x="74676" y="6095"/>
                  </a:lnTo>
                  <a:lnTo>
                    <a:pt x="82296" y="3047"/>
                  </a:lnTo>
                  <a:lnTo>
                    <a:pt x="88391" y="1523"/>
                  </a:lnTo>
                  <a:lnTo>
                    <a:pt x="96012" y="0"/>
                  </a:lnTo>
                  <a:lnTo>
                    <a:pt x="103727" y="0"/>
                  </a:lnTo>
                  <a:lnTo>
                    <a:pt x="109823" y="0"/>
                  </a:lnTo>
                  <a:lnTo>
                    <a:pt x="2751105" y="0"/>
                  </a:lnTo>
                  <a:lnTo>
                    <a:pt x="2757201" y="0"/>
                  </a:lnTo>
                  <a:lnTo>
                    <a:pt x="2764821" y="0"/>
                  </a:lnTo>
                  <a:lnTo>
                    <a:pt x="2772441" y="1523"/>
                  </a:lnTo>
                  <a:lnTo>
                    <a:pt x="2778537" y="3047"/>
                  </a:lnTo>
                  <a:lnTo>
                    <a:pt x="2786157" y="6095"/>
                  </a:lnTo>
                  <a:lnTo>
                    <a:pt x="2792253" y="7619"/>
                  </a:lnTo>
                  <a:lnTo>
                    <a:pt x="2798349" y="10667"/>
                  </a:lnTo>
                  <a:lnTo>
                    <a:pt x="2805969" y="13715"/>
                  </a:lnTo>
                  <a:lnTo>
                    <a:pt x="2810541" y="18383"/>
                  </a:lnTo>
                  <a:lnTo>
                    <a:pt x="2816637" y="22955"/>
                  </a:lnTo>
                  <a:lnTo>
                    <a:pt x="2822733" y="27527"/>
                  </a:lnTo>
                  <a:lnTo>
                    <a:pt x="2827305" y="32099"/>
                  </a:lnTo>
                  <a:lnTo>
                    <a:pt x="2833401" y="36671"/>
                  </a:lnTo>
                  <a:lnTo>
                    <a:pt x="2837973" y="42767"/>
                  </a:lnTo>
                  <a:lnTo>
                    <a:pt x="2841116" y="48863"/>
                  </a:lnTo>
                  <a:lnTo>
                    <a:pt x="2845689" y="54959"/>
                  </a:lnTo>
                  <a:lnTo>
                    <a:pt x="2848736" y="61055"/>
                  </a:lnTo>
                  <a:lnTo>
                    <a:pt x="2851784" y="67151"/>
                  </a:lnTo>
                  <a:lnTo>
                    <a:pt x="2854833" y="74771"/>
                  </a:lnTo>
                  <a:lnTo>
                    <a:pt x="2856357" y="80867"/>
                  </a:lnTo>
                  <a:lnTo>
                    <a:pt x="2857881" y="88487"/>
                  </a:lnTo>
                  <a:lnTo>
                    <a:pt x="2859405" y="94583"/>
                  </a:lnTo>
                  <a:lnTo>
                    <a:pt x="2859405" y="2335529"/>
                  </a:lnTo>
                  <a:lnTo>
                    <a:pt x="2857881" y="2343149"/>
                  </a:lnTo>
                  <a:lnTo>
                    <a:pt x="2856357" y="2349341"/>
                  </a:lnTo>
                  <a:lnTo>
                    <a:pt x="2854833" y="2356961"/>
                  </a:lnTo>
                  <a:lnTo>
                    <a:pt x="2851784" y="2363057"/>
                  </a:lnTo>
                  <a:lnTo>
                    <a:pt x="2848736" y="2369153"/>
                  </a:lnTo>
                  <a:lnTo>
                    <a:pt x="2845689" y="2376773"/>
                  </a:lnTo>
                  <a:lnTo>
                    <a:pt x="2841116" y="2381345"/>
                  </a:lnTo>
                  <a:lnTo>
                    <a:pt x="2837973" y="2387441"/>
                  </a:lnTo>
                  <a:lnTo>
                    <a:pt x="2833401" y="2393537"/>
                  </a:lnTo>
                  <a:lnTo>
                    <a:pt x="2827305" y="2398109"/>
                  </a:lnTo>
                  <a:lnTo>
                    <a:pt x="2822733" y="2404205"/>
                  </a:lnTo>
                  <a:lnTo>
                    <a:pt x="2816637" y="2408777"/>
                  </a:lnTo>
                  <a:lnTo>
                    <a:pt x="2810541" y="2411825"/>
                  </a:lnTo>
                  <a:lnTo>
                    <a:pt x="2805969" y="2416397"/>
                  </a:lnTo>
                  <a:lnTo>
                    <a:pt x="2798349" y="2419445"/>
                  </a:lnTo>
                  <a:lnTo>
                    <a:pt x="2792253" y="2422493"/>
                  </a:lnTo>
                  <a:lnTo>
                    <a:pt x="2786157" y="2425541"/>
                  </a:lnTo>
                  <a:lnTo>
                    <a:pt x="2778537" y="2427065"/>
                  </a:lnTo>
                  <a:lnTo>
                    <a:pt x="2772441" y="2428589"/>
                  </a:lnTo>
                  <a:lnTo>
                    <a:pt x="2764821" y="2430113"/>
                  </a:lnTo>
                  <a:lnTo>
                    <a:pt x="2757201" y="2430113"/>
                  </a:lnTo>
                  <a:lnTo>
                    <a:pt x="2751105" y="2430113"/>
                  </a:lnTo>
                  <a:lnTo>
                    <a:pt x="109823" y="2430113"/>
                  </a:lnTo>
                  <a:lnTo>
                    <a:pt x="103727" y="2430113"/>
                  </a:lnTo>
                  <a:lnTo>
                    <a:pt x="96012" y="2430113"/>
                  </a:lnTo>
                  <a:lnTo>
                    <a:pt x="88391" y="2428589"/>
                  </a:lnTo>
                  <a:lnTo>
                    <a:pt x="82296" y="2427065"/>
                  </a:lnTo>
                  <a:lnTo>
                    <a:pt x="74676" y="2425541"/>
                  </a:lnTo>
                  <a:lnTo>
                    <a:pt x="68580" y="2422493"/>
                  </a:lnTo>
                  <a:lnTo>
                    <a:pt x="60960" y="2419445"/>
                  </a:lnTo>
                  <a:lnTo>
                    <a:pt x="54864" y="2416397"/>
                  </a:lnTo>
                  <a:lnTo>
                    <a:pt x="48768" y="2411825"/>
                  </a:lnTo>
                  <a:lnTo>
                    <a:pt x="42672" y="2408777"/>
                  </a:lnTo>
                  <a:lnTo>
                    <a:pt x="38100" y="2404205"/>
                  </a:lnTo>
                  <a:lnTo>
                    <a:pt x="32004" y="2398109"/>
                  </a:lnTo>
                  <a:lnTo>
                    <a:pt x="27432" y="2393537"/>
                  </a:lnTo>
                  <a:lnTo>
                    <a:pt x="22859" y="2387441"/>
                  </a:lnTo>
                  <a:lnTo>
                    <a:pt x="18288" y="2381345"/>
                  </a:lnTo>
                  <a:lnTo>
                    <a:pt x="15240" y="2376773"/>
                  </a:lnTo>
                  <a:lnTo>
                    <a:pt x="12192" y="2369153"/>
                  </a:lnTo>
                  <a:lnTo>
                    <a:pt x="9144" y="2363057"/>
                  </a:lnTo>
                  <a:lnTo>
                    <a:pt x="6096" y="2356961"/>
                  </a:lnTo>
                  <a:lnTo>
                    <a:pt x="4572" y="2349341"/>
                  </a:lnTo>
                  <a:lnTo>
                    <a:pt x="3048" y="2343149"/>
                  </a:lnTo>
                  <a:lnTo>
                    <a:pt x="1524" y="2335529"/>
                  </a:lnTo>
                  <a:lnTo>
                    <a:pt x="0" y="2327909"/>
                  </a:lnTo>
                  <a:lnTo>
                    <a:pt x="0" y="2321813"/>
                  </a:lnTo>
                  <a:close/>
                </a:path>
              </a:pathLst>
            </a:custGeom>
            <a:ln w="10677">
              <a:solidFill>
                <a:srgbClr val="F2F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49803" y="3520749"/>
              <a:ext cx="610235" cy="610870"/>
            </a:xfrm>
            <a:custGeom>
              <a:avLst/>
              <a:gdLst/>
              <a:ahLst/>
              <a:cxnLst/>
              <a:rect l="l" t="t" r="r" b="b"/>
              <a:pathLst>
                <a:path w="610234" h="610870">
                  <a:moveTo>
                    <a:pt x="304966" y="610242"/>
                  </a:moveTo>
                  <a:lnTo>
                    <a:pt x="297202" y="609989"/>
                  </a:lnTo>
                  <a:lnTo>
                    <a:pt x="282209" y="608876"/>
                  </a:lnTo>
                  <a:lnTo>
                    <a:pt x="274391" y="608623"/>
                  </a:lnTo>
                  <a:lnTo>
                    <a:pt x="230385" y="600813"/>
                  </a:lnTo>
                  <a:lnTo>
                    <a:pt x="187523" y="585763"/>
                  </a:lnTo>
                  <a:lnTo>
                    <a:pt x="180665" y="583215"/>
                  </a:lnTo>
                  <a:lnTo>
                    <a:pt x="141660" y="562641"/>
                  </a:lnTo>
                  <a:lnTo>
                    <a:pt x="99798" y="530709"/>
                  </a:lnTo>
                  <a:lnTo>
                    <a:pt x="68556" y="498800"/>
                  </a:lnTo>
                  <a:lnTo>
                    <a:pt x="46601" y="467796"/>
                  </a:lnTo>
                  <a:lnTo>
                    <a:pt x="38695" y="455128"/>
                  </a:lnTo>
                  <a:lnTo>
                    <a:pt x="35028" y="448508"/>
                  </a:lnTo>
                  <a:lnTo>
                    <a:pt x="28360" y="434792"/>
                  </a:lnTo>
                  <a:lnTo>
                    <a:pt x="25384" y="427934"/>
                  </a:lnTo>
                  <a:lnTo>
                    <a:pt x="22836" y="421076"/>
                  </a:lnTo>
                  <a:lnTo>
                    <a:pt x="19669" y="414163"/>
                  </a:lnTo>
                  <a:lnTo>
                    <a:pt x="6072" y="364593"/>
                  </a:lnTo>
                  <a:lnTo>
                    <a:pt x="4071" y="356830"/>
                  </a:lnTo>
                  <a:lnTo>
                    <a:pt x="2643" y="349353"/>
                  </a:lnTo>
                  <a:lnTo>
                    <a:pt x="1785" y="341876"/>
                  </a:lnTo>
                  <a:lnTo>
                    <a:pt x="1500" y="334113"/>
                  </a:lnTo>
                  <a:lnTo>
                    <a:pt x="619" y="327002"/>
                  </a:lnTo>
                  <a:lnTo>
                    <a:pt x="166" y="319587"/>
                  </a:lnTo>
                  <a:lnTo>
                    <a:pt x="0" y="297299"/>
                  </a:lnTo>
                  <a:lnTo>
                    <a:pt x="166" y="289821"/>
                  </a:lnTo>
                  <a:lnTo>
                    <a:pt x="619" y="282344"/>
                  </a:lnTo>
                  <a:lnTo>
                    <a:pt x="1500" y="274581"/>
                  </a:lnTo>
                  <a:lnTo>
                    <a:pt x="1785" y="267485"/>
                  </a:lnTo>
                  <a:lnTo>
                    <a:pt x="2643" y="260103"/>
                  </a:lnTo>
                  <a:lnTo>
                    <a:pt x="4071" y="252722"/>
                  </a:lnTo>
                  <a:lnTo>
                    <a:pt x="6072" y="245625"/>
                  </a:lnTo>
                  <a:lnTo>
                    <a:pt x="7238" y="237885"/>
                  </a:lnTo>
                  <a:lnTo>
                    <a:pt x="19669" y="194500"/>
                  </a:lnTo>
                  <a:lnTo>
                    <a:pt x="22836" y="187618"/>
                  </a:lnTo>
                  <a:lnTo>
                    <a:pt x="25384" y="180760"/>
                  </a:lnTo>
                  <a:lnTo>
                    <a:pt x="50268" y="135802"/>
                  </a:lnTo>
                  <a:lnTo>
                    <a:pt x="83558" y="94178"/>
                  </a:lnTo>
                  <a:lnTo>
                    <a:pt x="88368" y="88463"/>
                  </a:lnTo>
                  <a:lnTo>
                    <a:pt x="94083" y="83653"/>
                  </a:lnTo>
                  <a:lnTo>
                    <a:pt x="105513" y="73461"/>
                  </a:lnTo>
                  <a:lnTo>
                    <a:pt x="111228" y="68651"/>
                  </a:lnTo>
                  <a:lnTo>
                    <a:pt x="160091" y="35123"/>
                  </a:lnTo>
                  <a:lnTo>
                    <a:pt x="180665" y="26082"/>
                  </a:lnTo>
                  <a:lnTo>
                    <a:pt x="194405" y="19669"/>
                  </a:lnTo>
                  <a:lnTo>
                    <a:pt x="237696" y="7238"/>
                  </a:lnTo>
                  <a:lnTo>
                    <a:pt x="245435" y="6072"/>
                  </a:lnTo>
                  <a:lnTo>
                    <a:pt x="252531" y="4071"/>
                  </a:lnTo>
                  <a:lnTo>
                    <a:pt x="259913" y="2643"/>
                  </a:lnTo>
                  <a:lnTo>
                    <a:pt x="267295" y="1785"/>
                  </a:lnTo>
                  <a:lnTo>
                    <a:pt x="274391" y="1500"/>
                  </a:lnTo>
                  <a:lnTo>
                    <a:pt x="282209" y="619"/>
                  </a:lnTo>
                  <a:lnTo>
                    <a:pt x="289714" y="166"/>
                  </a:lnTo>
                  <a:lnTo>
                    <a:pt x="312062" y="0"/>
                  </a:lnTo>
                  <a:lnTo>
                    <a:pt x="319444" y="166"/>
                  </a:lnTo>
                  <a:lnTo>
                    <a:pt x="326826" y="619"/>
                  </a:lnTo>
                  <a:lnTo>
                    <a:pt x="333922" y="1500"/>
                  </a:lnTo>
                  <a:lnTo>
                    <a:pt x="341685" y="1785"/>
                  </a:lnTo>
                  <a:lnTo>
                    <a:pt x="349162" y="2643"/>
                  </a:lnTo>
                  <a:lnTo>
                    <a:pt x="356639" y="4071"/>
                  </a:lnTo>
                  <a:lnTo>
                    <a:pt x="364402" y="6072"/>
                  </a:lnTo>
                  <a:lnTo>
                    <a:pt x="378880" y="8548"/>
                  </a:lnTo>
                  <a:lnTo>
                    <a:pt x="427703" y="26082"/>
                  </a:lnTo>
                  <a:lnTo>
                    <a:pt x="441458" y="31931"/>
                  </a:lnTo>
                  <a:lnTo>
                    <a:pt x="448317" y="35123"/>
                  </a:lnTo>
                  <a:lnTo>
                    <a:pt x="454937" y="38790"/>
                  </a:lnTo>
                  <a:lnTo>
                    <a:pt x="467606" y="46696"/>
                  </a:lnTo>
                  <a:lnTo>
                    <a:pt x="474225" y="50363"/>
                  </a:lnTo>
                  <a:lnTo>
                    <a:pt x="509849" y="78557"/>
                  </a:lnTo>
                  <a:lnTo>
                    <a:pt x="539757" y="111323"/>
                  </a:lnTo>
                  <a:lnTo>
                    <a:pt x="544972" y="117077"/>
                  </a:lnTo>
                  <a:lnTo>
                    <a:pt x="549473" y="122991"/>
                  </a:lnTo>
                  <a:lnTo>
                    <a:pt x="558045" y="135802"/>
                  </a:lnTo>
                  <a:lnTo>
                    <a:pt x="562370" y="141755"/>
                  </a:lnTo>
                  <a:lnTo>
                    <a:pt x="587097" y="187618"/>
                  </a:lnTo>
                  <a:lnTo>
                    <a:pt x="596241" y="216574"/>
                  </a:lnTo>
                  <a:lnTo>
                    <a:pt x="600622" y="230564"/>
                  </a:lnTo>
                  <a:lnTo>
                    <a:pt x="602456" y="237885"/>
                  </a:lnTo>
                  <a:lnTo>
                    <a:pt x="608433" y="274581"/>
                  </a:lnTo>
                  <a:lnTo>
                    <a:pt x="608671" y="282344"/>
                  </a:lnTo>
                  <a:lnTo>
                    <a:pt x="609719" y="297299"/>
                  </a:lnTo>
                  <a:lnTo>
                    <a:pt x="609957" y="305061"/>
                  </a:lnTo>
                  <a:lnTo>
                    <a:pt x="609719" y="312172"/>
                  </a:lnTo>
                  <a:lnTo>
                    <a:pt x="608671" y="327002"/>
                  </a:lnTo>
                  <a:lnTo>
                    <a:pt x="608433" y="334113"/>
                  </a:lnTo>
                  <a:lnTo>
                    <a:pt x="600622" y="379071"/>
                  </a:lnTo>
                  <a:lnTo>
                    <a:pt x="587097" y="421076"/>
                  </a:lnTo>
                  <a:lnTo>
                    <a:pt x="569913" y="455128"/>
                  </a:lnTo>
                  <a:lnTo>
                    <a:pt x="553688" y="480369"/>
                  </a:lnTo>
                  <a:lnTo>
                    <a:pt x="549473" y="486608"/>
                  </a:lnTo>
                  <a:lnTo>
                    <a:pt x="544972" y="492847"/>
                  </a:lnTo>
                  <a:lnTo>
                    <a:pt x="539757" y="498800"/>
                  </a:lnTo>
                  <a:lnTo>
                    <a:pt x="530423" y="510087"/>
                  </a:lnTo>
                  <a:lnTo>
                    <a:pt x="525399" y="515382"/>
                  </a:lnTo>
                  <a:lnTo>
                    <a:pt x="519945" y="520231"/>
                  </a:lnTo>
                  <a:lnTo>
                    <a:pt x="515112" y="525684"/>
                  </a:lnTo>
                  <a:lnTo>
                    <a:pt x="509849" y="530709"/>
                  </a:lnTo>
                  <a:lnTo>
                    <a:pt x="504301" y="535447"/>
                  </a:lnTo>
                  <a:lnTo>
                    <a:pt x="492656" y="544615"/>
                  </a:lnTo>
                  <a:lnTo>
                    <a:pt x="480179" y="553759"/>
                  </a:lnTo>
                  <a:lnTo>
                    <a:pt x="474225" y="558331"/>
                  </a:lnTo>
                  <a:lnTo>
                    <a:pt x="434590" y="580239"/>
                  </a:lnTo>
                  <a:lnTo>
                    <a:pt x="420790" y="585763"/>
                  </a:lnTo>
                  <a:lnTo>
                    <a:pt x="413932" y="588930"/>
                  </a:lnTo>
                  <a:lnTo>
                    <a:pt x="371498" y="602646"/>
                  </a:lnTo>
                  <a:lnTo>
                    <a:pt x="326826" y="608876"/>
                  </a:lnTo>
                  <a:lnTo>
                    <a:pt x="312062" y="609989"/>
                  </a:lnTo>
                  <a:lnTo>
                    <a:pt x="304966" y="6102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338851" y="3697700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3716" y="152590"/>
                  </a:moveTo>
                  <a:lnTo>
                    <a:pt x="9144" y="152590"/>
                  </a:lnTo>
                  <a:lnTo>
                    <a:pt x="4572" y="151066"/>
                  </a:lnTo>
                  <a:lnTo>
                    <a:pt x="3048" y="146494"/>
                  </a:lnTo>
                  <a:lnTo>
                    <a:pt x="0" y="141922"/>
                  </a:lnTo>
                  <a:lnTo>
                    <a:pt x="0" y="137255"/>
                  </a:lnTo>
                  <a:lnTo>
                    <a:pt x="4572" y="132683"/>
                  </a:lnTo>
                  <a:lnTo>
                    <a:pt x="129635" y="3047"/>
                  </a:lnTo>
                  <a:lnTo>
                    <a:pt x="131159" y="1523"/>
                  </a:lnTo>
                  <a:lnTo>
                    <a:pt x="132683" y="1523"/>
                  </a:lnTo>
                  <a:lnTo>
                    <a:pt x="132683" y="0"/>
                  </a:lnTo>
                  <a:lnTo>
                    <a:pt x="134207" y="0"/>
                  </a:lnTo>
                  <a:lnTo>
                    <a:pt x="135731" y="0"/>
                  </a:lnTo>
                  <a:lnTo>
                    <a:pt x="137255" y="1523"/>
                  </a:lnTo>
                  <a:lnTo>
                    <a:pt x="138779" y="1523"/>
                  </a:lnTo>
                  <a:lnTo>
                    <a:pt x="140303" y="3047"/>
                  </a:lnTo>
                  <a:lnTo>
                    <a:pt x="140303" y="4571"/>
                  </a:lnTo>
                  <a:lnTo>
                    <a:pt x="140303" y="6095"/>
                  </a:lnTo>
                  <a:lnTo>
                    <a:pt x="141827" y="7619"/>
                  </a:lnTo>
                  <a:lnTo>
                    <a:pt x="140303" y="9143"/>
                  </a:lnTo>
                  <a:lnTo>
                    <a:pt x="115919" y="85439"/>
                  </a:lnTo>
                  <a:lnTo>
                    <a:pt x="115919" y="94583"/>
                  </a:lnTo>
                  <a:lnTo>
                    <a:pt x="117443" y="97631"/>
                  </a:lnTo>
                  <a:lnTo>
                    <a:pt x="118967" y="99155"/>
                  </a:lnTo>
                  <a:lnTo>
                    <a:pt x="120491" y="100679"/>
                  </a:lnTo>
                  <a:lnTo>
                    <a:pt x="122015" y="100679"/>
                  </a:lnTo>
                  <a:lnTo>
                    <a:pt x="123539" y="102203"/>
                  </a:lnTo>
                  <a:lnTo>
                    <a:pt x="126587" y="102203"/>
                  </a:lnTo>
                  <a:lnTo>
                    <a:pt x="128111" y="102203"/>
                  </a:lnTo>
                  <a:lnTo>
                    <a:pt x="216503" y="102203"/>
                  </a:lnTo>
                  <a:lnTo>
                    <a:pt x="222599" y="102203"/>
                  </a:lnTo>
                  <a:lnTo>
                    <a:pt x="225647" y="105251"/>
                  </a:lnTo>
                  <a:lnTo>
                    <a:pt x="228695" y="109823"/>
                  </a:lnTo>
                  <a:lnTo>
                    <a:pt x="230219" y="114395"/>
                  </a:lnTo>
                  <a:lnTo>
                    <a:pt x="230219" y="118967"/>
                  </a:lnTo>
                  <a:lnTo>
                    <a:pt x="227171" y="123539"/>
                  </a:lnTo>
                  <a:lnTo>
                    <a:pt x="100679" y="253269"/>
                  </a:lnTo>
                  <a:lnTo>
                    <a:pt x="99155" y="254793"/>
                  </a:lnTo>
                  <a:lnTo>
                    <a:pt x="97631" y="254793"/>
                  </a:lnTo>
                  <a:lnTo>
                    <a:pt x="96107" y="254793"/>
                  </a:lnTo>
                  <a:lnTo>
                    <a:pt x="94583" y="254793"/>
                  </a:lnTo>
                  <a:lnTo>
                    <a:pt x="93059" y="254793"/>
                  </a:lnTo>
                  <a:lnTo>
                    <a:pt x="91535" y="253269"/>
                  </a:lnTo>
                  <a:lnTo>
                    <a:pt x="91535" y="251745"/>
                  </a:lnTo>
                  <a:lnTo>
                    <a:pt x="90011" y="251745"/>
                  </a:lnTo>
                  <a:lnTo>
                    <a:pt x="90011" y="250221"/>
                  </a:lnTo>
                  <a:lnTo>
                    <a:pt x="90011" y="248697"/>
                  </a:lnTo>
                  <a:lnTo>
                    <a:pt x="90011" y="247173"/>
                  </a:lnTo>
                  <a:lnTo>
                    <a:pt x="114395" y="170878"/>
                  </a:lnTo>
                  <a:lnTo>
                    <a:pt x="115919" y="167830"/>
                  </a:lnTo>
                  <a:lnTo>
                    <a:pt x="115919" y="166306"/>
                  </a:lnTo>
                  <a:lnTo>
                    <a:pt x="115919" y="164782"/>
                  </a:lnTo>
                  <a:lnTo>
                    <a:pt x="115919" y="161734"/>
                  </a:lnTo>
                  <a:lnTo>
                    <a:pt x="114395" y="160210"/>
                  </a:lnTo>
                  <a:lnTo>
                    <a:pt x="112871" y="158686"/>
                  </a:lnTo>
                  <a:lnTo>
                    <a:pt x="112871" y="157162"/>
                  </a:lnTo>
                  <a:lnTo>
                    <a:pt x="111347" y="155638"/>
                  </a:lnTo>
                  <a:lnTo>
                    <a:pt x="108299" y="154114"/>
                  </a:lnTo>
                  <a:lnTo>
                    <a:pt x="106775" y="154114"/>
                  </a:lnTo>
                  <a:lnTo>
                    <a:pt x="105251" y="152590"/>
                  </a:lnTo>
                  <a:lnTo>
                    <a:pt x="102203" y="152590"/>
                  </a:lnTo>
                  <a:lnTo>
                    <a:pt x="13716" y="152590"/>
                  </a:lnTo>
                  <a:close/>
                </a:path>
              </a:pathLst>
            </a:custGeom>
            <a:ln w="25927">
              <a:solidFill>
                <a:srgbClr val="E957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32330" y="4329302"/>
              <a:ext cx="851535" cy="168275"/>
            </a:xfrm>
            <a:custGeom>
              <a:avLst/>
              <a:gdLst/>
              <a:ahLst/>
              <a:cxnLst/>
              <a:rect l="l" t="t" r="r" b="b"/>
              <a:pathLst>
                <a:path w="851534" h="168275">
                  <a:moveTo>
                    <a:pt x="50292" y="32004"/>
                  </a:moveTo>
                  <a:lnTo>
                    <a:pt x="45453" y="25107"/>
                  </a:lnTo>
                  <a:lnTo>
                    <a:pt x="40195" y="17907"/>
                  </a:lnTo>
                  <a:lnTo>
                    <a:pt x="34645" y="10147"/>
                  </a:lnTo>
                  <a:lnTo>
                    <a:pt x="28956" y="1524"/>
                  </a:lnTo>
                  <a:lnTo>
                    <a:pt x="9144" y="12192"/>
                  </a:lnTo>
                  <a:lnTo>
                    <a:pt x="14592" y="21082"/>
                  </a:lnTo>
                  <a:lnTo>
                    <a:pt x="19621" y="29527"/>
                  </a:lnTo>
                  <a:lnTo>
                    <a:pt x="24358" y="37706"/>
                  </a:lnTo>
                  <a:lnTo>
                    <a:pt x="28956" y="45720"/>
                  </a:lnTo>
                  <a:lnTo>
                    <a:pt x="50292" y="32004"/>
                  </a:lnTo>
                  <a:close/>
                </a:path>
                <a:path w="851534" h="168275">
                  <a:moveTo>
                    <a:pt x="65532" y="132689"/>
                  </a:moveTo>
                  <a:lnTo>
                    <a:pt x="64008" y="126593"/>
                  </a:lnTo>
                  <a:lnTo>
                    <a:pt x="64008" y="123545"/>
                  </a:lnTo>
                  <a:lnTo>
                    <a:pt x="64008" y="118973"/>
                  </a:lnTo>
                  <a:lnTo>
                    <a:pt x="62484" y="108305"/>
                  </a:lnTo>
                  <a:lnTo>
                    <a:pt x="54813" y="113474"/>
                  </a:lnTo>
                  <a:lnTo>
                    <a:pt x="48006" y="117640"/>
                  </a:lnTo>
                  <a:lnTo>
                    <a:pt x="42341" y="120954"/>
                  </a:lnTo>
                  <a:lnTo>
                    <a:pt x="38100" y="123545"/>
                  </a:lnTo>
                  <a:lnTo>
                    <a:pt x="38100" y="57912"/>
                  </a:lnTo>
                  <a:lnTo>
                    <a:pt x="0" y="57912"/>
                  </a:lnTo>
                  <a:lnTo>
                    <a:pt x="0" y="79248"/>
                  </a:lnTo>
                  <a:lnTo>
                    <a:pt x="16764" y="79248"/>
                  </a:lnTo>
                  <a:lnTo>
                    <a:pt x="16764" y="138785"/>
                  </a:lnTo>
                  <a:lnTo>
                    <a:pt x="15240" y="143357"/>
                  </a:lnTo>
                  <a:lnTo>
                    <a:pt x="12192" y="147929"/>
                  </a:lnTo>
                  <a:lnTo>
                    <a:pt x="24384" y="163169"/>
                  </a:lnTo>
                  <a:lnTo>
                    <a:pt x="30391" y="157759"/>
                  </a:lnTo>
                  <a:lnTo>
                    <a:pt x="39243" y="150787"/>
                  </a:lnTo>
                  <a:lnTo>
                    <a:pt x="50965" y="142379"/>
                  </a:lnTo>
                  <a:lnTo>
                    <a:pt x="65532" y="132689"/>
                  </a:lnTo>
                  <a:close/>
                </a:path>
                <a:path w="851534" h="168275">
                  <a:moveTo>
                    <a:pt x="164693" y="51816"/>
                  </a:moveTo>
                  <a:lnTo>
                    <a:pt x="122021" y="51816"/>
                  </a:lnTo>
                  <a:lnTo>
                    <a:pt x="122021" y="1524"/>
                  </a:lnTo>
                  <a:lnTo>
                    <a:pt x="97536" y="1524"/>
                  </a:lnTo>
                  <a:lnTo>
                    <a:pt x="97536" y="51816"/>
                  </a:lnTo>
                  <a:lnTo>
                    <a:pt x="54864" y="51816"/>
                  </a:lnTo>
                  <a:lnTo>
                    <a:pt x="54864" y="74676"/>
                  </a:lnTo>
                  <a:lnTo>
                    <a:pt x="97536" y="74676"/>
                  </a:lnTo>
                  <a:lnTo>
                    <a:pt x="97536" y="167741"/>
                  </a:lnTo>
                  <a:lnTo>
                    <a:pt x="122021" y="167741"/>
                  </a:lnTo>
                  <a:lnTo>
                    <a:pt x="122021" y="74676"/>
                  </a:lnTo>
                  <a:lnTo>
                    <a:pt x="164693" y="74676"/>
                  </a:lnTo>
                  <a:lnTo>
                    <a:pt x="164693" y="51816"/>
                  </a:lnTo>
                  <a:close/>
                </a:path>
                <a:path w="851534" h="168275">
                  <a:moveTo>
                    <a:pt x="336994" y="125069"/>
                  </a:moveTo>
                  <a:lnTo>
                    <a:pt x="298894" y="125069"/>
                  </a:lnTo>
                  <a:lnTo>
                    <a:pt x="298894" y="117449"/>
                  </a:lnTo>
                  <a:lnTo>
                    <a:pt x="321754" y="117449"/>
                  </a:lnTo>
                  <a:lnTo>
                    <a:pt x="321754" y="103733"/>
                  </a:lnTo>
                  <a:lnTo>
                    <a:pt x="321754" y="42672"/>
                  </a:lnTo>
                  <a:lnTo>
                    <a:pt x="298894" y="42672"/>
                  </a:lnTo>
                  <a:lnTo>
                    <a:pt x="298894" y="103733"/>
                  </a:lnTo>
                  <a:lnTo>
                    <a:pt x="277558" y="103733"/>
                  </a:lnTo>
                  <a:lnTo>
                    <a:pt x="277558" y="117449"/>
                  </a:lnTo>
                  <a:lnTo>
                    <a:pt x="277558" y="125069"/>
                  </a:lnTo>
                  <a:lnTo>
                    <a:pt x="231736" y="125069"/>
                  </a:lnTo>
                  <a:lnTo>
                    <a:pt x="233260" y="123545"/>
                  </a:lnTo>
                  <a:lnTo>
                    <a:pt x="233260" y="117449"/>
                  </a:lnTo>
                  <a:lnTo>
                    <a:pt x="277558" y="117449"/>
                  </a:lnTo>
                  <a:lnTo>
                    <a:pt x="277558" y="103733"/>
                  </a:lnTo>
                  <a:lnTo>
                    <a:pt x="208876" y="103733"/>
                  </a:lnTo>
                  <a:lnTo>
                    <a:pt x="208876" y="96113"/>
                  </a:lnTo>
                  <a:lnTo>
                    <a:pt x="298894" y="96113"/>
                  </a:lnTo>
                  <a:lnTo>
                    <a:pt x="298894" y="83820"/>
                  </a:lnTo>
                  <a:lnTo>
                    <a:pt x="208876" y="83820"/>
                  </a:lnTo>
                  <a:lnTo>
                    <a:pt x="208876" y="76200"/>
                  </a:lnTo>
                  <a:lnTo>
                    <a:pt x="298894" y="76200"/>
                  </a:lnTo>
                  <a:lnTo>
                    <a:pt x="298894" y="64008"/>
                  </a:lnTo>
                  <a:lnTo>
                    <a:pt x="208876" y="64008"/>
                  </a:lnTo>
                  <a:lnTo>
                    <a:pt x="208876" y="56388"/>
                  </a:lnTo>
                  <a:lnTo>
                    <a:pt x="298894" y="56388"/>
                  </a:lnTo>
                  <a:lnTo>
                    <a:pt x="298894" y="42672"/>
                  </a:lnTo>
                  <a:lnTo>
                    <a:pt x="294322" y="42672"/>
                  </a:lnTo>
                  <a:lnTo>
                    <a:pt x="266890" y="42672"/>
                  </a:lnTo>
                  <a:lnTo>
                    <a:pt x="271462" y="38100"/>
                  </a:lnTo>
                  <a:lnTo>
                    <a:pt x="274510" y="33528"/>
                  </a:lnTo>
                  <a:lnTo>
                    <a:pt x="279082" y="27432"/>
                  </a:lnTo>
                  <a:lnTo>
                    <a:pt x="288226" y="27432"/>
                  </a:lnTo>
                  <a:lnTo>
                    <a:pt x="289750" y="32004"/>
                  </a:lnTo>
                  <a:lnTo>
                    <a:pt x="292798" y="36576"/>
                  </a:lnTo>
                  <a:lnTo>
                    <a:pt x="294322" y="42672"/>
                  </a:lnTo>
                  <a:lnTo>
                    <a:pt x="315658" y="38100"/>
                  </a:lnTo>
                  <a:lnTo>
                    <a:pt x="311086" y="27432"/>
                  </a:lnTo>
                  <a:lnTo>
                    <a:pt x="333946" y="27432"/>
                  </a:lnTo>
                  <a:lnTo>
                    <a:pt x="333946" y="12192"/>
                  </a:lnTo>
                  <a:lnTo>
                    <a:pt x="286702" y="12192"/>
                  </a:lnTo>
                  <a:lnTo>
                    <a:pt x="288226" y="9144"/>
                  </a:lnTo>
                  <a:lnTo>
                    <a:pt x="289750" y="4572"/>
                  </a:lnTo>
                  <a:lnTo>
                    <a:pt x="291274" y="1524"/>
                  </a:lnTo>
                  <a:lnTo>
                    <a:pt x="269938" y="1524"/>
                  </a:lnTo>
                  <a:lnTo>
                    <a:pt x="266217" y="8369"/>
                  </a:lnTo>
                  <a:lnTo>
                    <a:pt x="262318" y="14465"/>
                  </a:lnTo>
                  <a:lnTo>
                    <a:pt x="262318" y="42672"/>
                  </a:lnTo>
                  <a:lnTo>
                    <a:pt x="216496" y="42672"/>
                  </a:lnTo>
                  <a:lnTo>
                    <a:pt x="236308" y="38100"/>
                  </a:lnTo>
                  <a:lnTo>
                    <a:pt x="234784" y="35052"/>
                  </a:lnTo>
                  <a:lnTo>
                    <a:pt x="233260" y="30480"/>
                  </a:lnTo>
                  <a:lnTo>
                    <a:pt x="231736" y="27432"/>
                  </a:lnTo>
                  <a:lnTo>
                    <a:pt x="250024" y="27432"/>
                  </a:lnTo>
                  <a:lnTo>
                    <a:pt x="246976" y="30480"/>
                  </a:lnTo>
                  <a:lnTo>
                    <a:pt x="243928" y="32004"/>
                  </a:lnTo>
                  <a:lnTo>
                    <a:pt x="256222" y="38100"/>
                  </a:lnTo>
                  <a:lnTo>
                    <a:pt x="262318" y="42672"/>
                  </a:lnTo>
                  <a:lnTo>
                    <a:pt x="262318" y="14465"/>
                  </a:lnTo>
                  <a:lnTo>
                    <a:pt x="261937" y="15049"/>
                  </a:lnTo>
                  <a:lnTo>
                    <a:pt x="257073" y="21463"/>
                  </a:lnTo>
                  <a:lnTo>
                    <a:pt x="251650" y="27432"/>
                  </a:lnTo>
                  <a:lnTo>
                    <a:pt x="251650" y="12192"/>
                  </a:lnTo>
                  <a:lnTo>
                    <a:pt x="214972" y="12192"/>
                  </a:lnTo>
                  <a:lnTo>
                    <a:pt x="214972" y="42672"/>
                  </a:lnTo>
                  <a:lnTo>
                    <a:pt x="190588" y="42672"/>
                  </a:lnTo>
                  <a:lnTo>
                    <a:pt x="199732" y="33528"/>
                  </a:lnTo>
                  <a:lnTo>
                    <a:pt x="204304" y="27432"/>
                  </a:lnTo>
                  <a:lnTo>
                    <a:pt x="210400" y="27432"/>
                  </a:lnTo>
                  <a:lnTo>
                    <a:pt x="211924" y="33528"/>
                  </a:lnTo>
                  <a:lnTo>
                    <a:pt x="214972" y="42672"/>
                  </a:lnTo>
                  <a:lnTo>
                    <a:pt x="214972" y="12192"/>
                  </a:lnTo>
                  <a:lnTo>
                    <a:pt x="216496" y="9144"/>
                  </a:lnTo>
                  <a:lnTo>
                    <a:pt x="219544" y="4572"/>
                  </a:lnTo>
                  <a:lnTo>
                    <a:pt x="221068" y="1524"/>
                  </a:lnTo>
                  <a:lnTo>
                    <a:pt x="198208" y="1524"/>
                  </a:lnTo>
                  <a:lnTo>
                    <a:pt x="192189" y="10337"/>
                  </a:lnTo>
                  <a:lnTo>
                    <a:pt x="185445" y="18288"/>
                  </a:lnTo>
                  <a:lnTo>
                    <a:pt x="177850" y="25107"/>
                  </a:lnTo>
                  <a:lnTo>
                    <a:pt x="169252" y="30480"/>
                  </a:lnTo>
                  <a:lnTo>
                    <a:pt x="173824" y="38100"/>
                  </a:lnTo>
                  <a:lnTo>
                    <a:pt x="176872" y="45720"/>
                  </a:lnTo>
                  <a:lnTo>
                    <a:pt x="179920" y="51816"/>
                  </a:lnTo>
                  <a:lnTo>
                    <a:pt x="181444" y="48768"/>
                  </a:lnTo>
                  <a:lnTo>
                    <a:pt x="184492" y="47244"/>
                  </a:lnTo>
                  <a:lnTo>
                    <a:pt x="186016" y="45720"/>
                  </a:lnTo>
                  <a:lnTo>
                    <a:pt x="186016" y="117449"/>
                  </a:lnTo>
                  <a:lnTo>
                    <a:pt x="210400" y="117449"/>
                  </a:lnTo>
                  <a:lnTo>
                    <a:pt x="210400" y="125069"/>
                  </a:lnTo>
                  <a:lnTo>
                    <a:pt x="170776" y="125069"/>
                  </a:lnTo>
                  <a:lnTo>
                    <a:pt x="170776" y="141833"/>
                  </a:lnTo>
                  <a:lnTo>
                    <a:pt x="202780" y="141833"/>
                  </a:lnTo>
                  <a:lnTo>
                    <a:pt x="198208" y="147929"/>
                  </a:lnTo>
                  <a:lnTo>
                    <a:pt x="192112" y="150977"/>
                  </a:lnTo>
                  <a:lnTo>
                    <a:pt x="182968" y="154025"/>
                  </a:lnTo>
                  <a:lnTo>
                    <a:pt x="198208" y="163169"/>
                  </a:lnTo>
                  <a:lnTo>
                    <a:pt x="228688" y="141833"/>
                  </a:lnTo>
                  <a:lnTo>
                    <a:pt x="277558" y="141833"/>
                  </a:lnTo>
                  <a:lnTo>
                    <a:pt x="277558" y="166217"/>
                  </a:lnTo>
                  <a:lnTo>
                    <a:pt x="298894" y="166217"/>
                  </a:lnTo>
                  <a:lnTo>
                    <a:pt x="298894" y="141833"/>
                  </a:lnTo>
                  <a:lnTo>
                    <a:pt x="336994" y="141833"/>
                  </a:lnTo>
                  <a:lnTo>
                    <a:pt x="336994" y="125069"/>
                  </a:lnTo>
                  <a:close/>
                </a:path>
                <a:path w="851534" h="168275">
                  <a:moveTo>
                    <a:pt x="384238" y="56400"/>
                  </a:moveTo>
                  <a:lnTo>
                    <a:pt x="364426" y="47256"/>
                  </a:lnTo>
                  <a:lnTo>
                    <a:pt x="359575" y="55867"/>
                  </a:lnTo>
                  <a:lnTo>
                    <a:pt x="354139" y="63639"/>
                  </a:lnTo>
                  <a:lnTo>
                    <a:pt x="348145" y="70827"/>
                  </a:lnTo>
                  <a:lnTo>
                    <a:pt x="341566" y="77736"/>
                  </a:lnTo>
                  <a:lnTo>
                    <a:pt x="344614" y="80784"/>
                  </a:lnTo>
                  <a:lnTo>
                    <a:pt x="349110" y="86766"/>
                  </a:lnTo>
                  <a:lnTo>
                    <a:pt x="349669" y="87363"/>
                  </a:lnTo>
                  <a:lnTo>
                    <a:pt x="356806" y="94589"/>
                  </a:lnTo>
                  <a:lnTo>
                    <a:pt x="363664" y="86220"/>
                  </a:lnTo>
                  <a:lnTo>
                    <a:pt x="370522" y="77165"/>
                  </a:lnTo>
                  <a:lnTo>
                    <a:pt x="377380" y="67271"/>
                  </a:lnTo>
                  <a:lnTo>
                    <a:pt x="384238" y="56400"/>
                  </a:lnTo>
                  <a:close/>
                </a:path>
                <a:path w="851534" h="168275">
                  <a:moveTo>
                    <a:pt x="428536" y="22872"/>
                  </a:moveTo>
                  <a:lnTo>
                    <a:pt x="399580" y="22872"/>
                  </a:lnTo>
                  <a:lnTo>
                    <a:pt x="398056" y="15252"/>
                  </a:lnTo>
                  <a:lnTo>
                    <a:pt x="396532" y="9156"/>
                  </a:lnTo>
                  <a:lnTo>
                    <a:pt x="393382" y="12"/>
                  </a:lnTo>
                  <a:lnTo>
                    <a:pt x="370522" y="6108"/>
                  </a:lnTo>
                  <a:lnTo>
                    <a:pt x="373570" y="12204"/>
                  </a:lnTo>
                  <a:lnTo>
                    <a:pt x="375094" y="16776"/>
                  </a:lnTo>
                  <a:lnTo>
                    <a:pt x="376618" y="22872"/>
                  </a:lnTo>
                  <a:lnTo>
                    <a:pt x="344614" y="22872"/>
                  </a:lnTo>
                  <a:lnTo>
                    <a:pt x="344614" y="42684"/>
                  </a:lnTo>
                  <a:lnTo>
                    <a:pt x="428536" y="42684"/>
                  </a:lnTo>
                  <a:lnTo>
                    <a:pt x="428536" y="22872"/>
                  </a:lnTo>
                  <a:close/>
                </a:path>
                <a:path w="851534" h="168275">
                  <a:moveTo>
                    <a:pt x="509308" y="143357"/>
                  </a:moveTo>
                  <a:lnTo>
                    <a:pt x="501027" y="138785"/>
                  </a:lnTo>
                  <a:lnTo>
                    <a:pt x="500468" y="138480"/>
                  </a:lnTo>
                  <a:lnTo>
                    <a:pt x="492353" y="132880"/>
                  </a:lnTo>
                  <a:lnTo>
                    <a:pt x="485089" y="126428"/>
                  </a:lnTo>
                  <a:lnTo>
                    <a:pt x="484962" y="126288"/>
                  </a:lnTo>
                  <a:lnTo>
                    <a:pt x="478828" y="118973"/>
                  </a:lnTo>
                  <a:lnTo>
                    <a:pt x="485990" y="105029"/>
                  </a:lnTo>
                  <a:lnTo>
                    <a:pt x="488518" y="97637"/>
                  </a:lnTo>
                  <a:lnTo>
                    <a:pt x="491591" y="88633"/>
                  </a:lnTo>
                  <a:lnTo>
                    <a:pt x="491642" y="88404"/>
                  </a:lnTo>
                  <a:lnTo>
                    <a:pt x="495757" y="70243"/>
                  </a:lnTo>
                  <a:lnTo>
                    <a:pt x="498640" y="50304"/>
                  </a:lnTo>
                  <a:lnTo>
                    <a:pt x="507784" y="50304"/>
                  </a:lnTo>
                  <a:lnTo>
                    <a:pt x="507784" y="27444"/>
                  </a:lnTo>
                  <a:lnTo>
                    <a:pt x="477304" y="27444"/>
                  </a:lnTo>
                  <a:lnTo>
                    <a:pt x="477304" y="50304"/>
                  </a:lnTo>
                  <a:lnTo>
                    <a:pt x="475602" y="63461"/>
                  </a:lnTo>
                  <a:lnTo>
                    <a:pt x="465112" y="97637"/>
                  </a:lnTo>
                  <a:lnTo>
                    <a:pt x="461060" y="86766"/>
                  </a:lnTo>
                  <a:lnTo>
                    <a:pt x="458177" y="76212"/>
                  </a:lnTo>
                  <a:lnTo>
                    <a:pt x="457873" y="75069"/>
                  </a:lnTo>
                  <a:lnTo>
                    <a:pt x="455180" y="62496"/>
                  </a:lnTo>
                  <a:lnTo>
                    <a:pt x="452920" y="50304"/>
                  </a:lnTo>
                  <a:lnTo>
                    <a:pt x="477304" y="50304"/>
                  </a:lnTo>
                  <a:lnTo>
                    <a:pt x="477304" y="27444"/>
                  </a:lnTo>
                  <a:lnTo>
                    <a:pt x="460540" y="27444"/>
                  </a:lnTo>
                  <a:lnTo>
                    <a:pt x="463588" y="19824"/>
                  </a:lnTo>
                  <a:lnTo>
                    <a:pt x="465112" y="12204"/>
                  </a:lnTo>
                  <a:lnTo>
                    <a:pt x="466636" y="3060"/>
                  </a:lnTo>
                  <a:lnTo>
                    <a:pt x="445300" y="12"/>
                  </a:lnTo>
                  <a:lnTo>
                    <a:pt x="441096" y="16776"/>
                  </a:lnTo>
                  <a:lnTo>
                    <a:pt x="435584" y="32969"/>
                  </a:lnTo>
                  <a:lnTo>
                    <a:pt x="429221" y="48221"/>
                  </a:lnTo>
                  <a:lnTo>
                    <a:pt x="422440" y="62496"/>
                  </a:lnTo>
                  <a:lnTo>
                    <a:pt x="417868" y="57924"/>
                  </a:lnTo>
                  <a:lnTo>
                    <a:pt x="413296" y="51828"/>
                  </a:lnTo>
                  <a:lnTo>
                    <a:pt x="407200" y="47256"/>
                  </a:lnTo>
                  <a:lnTo>
                    <a:pt x="391858" y="57924"/>
                  </a:lnTo>
                  <a:lnTo>
                    <a:pt x="397598" y="65659"/>
                  </a:lnTo>
                  <a:lnTo>
                    <a:pt x="403186" y="72974"/>
                  </a:lnTo>
                  <a:lnTo>
                    <a:pt x="408457" y="79997"/>
                  </a:lnTo>
                  <a:lnTo>
                    <a:pt x="413219" y="86766"/>
                  </a:lnTo>
                  <a:lnTo>
                    <a:pt x="412915" y="86766"/>
                  </a:lnTo>
                  <a:lnTo>
                    <a:pt x="396532" y="82308"/>
                  </a:lnTo>
                  <a:lnTo>
                    <a:pt x="395008" y="89928"/>
                  </a:lnTo>
                  <a:lnTo>
                    <a:pt x="391858" y="97637"/>
                  </a:lnTo>
                  <a:lnTo>
                    <a:pt x="387286" y="103733"/>
                  </a:lnTo>
                  <a:lnTo>
                    <a:pt x="370522" y="86880"/>
                  </a:lnTo>
                  <a:lnTo>
                    <a:pt x="355282" y="100685"/>
                  </a:lnTo>
                  <a:lnTo>
                    <a:pt x="360756" y="106133"/>
                  </a:lnTo>
                  <a:lnTo>
                    <a:pt x="365950" y="111163"/>
                  </a:lnTo>
                  <a:lnTo>
                    <a:pt x="371144" y="115900"/>
                  </a:lnTo>
                  <a:lnTo>
                    <a:pt x="376618" y="120497"/>
                  </a:lnTo>
                  <a:lnTo>
                    <a:pt x="369214" y="128193"/>
                  </a:lnTo>
                  <a:lnTo>
                    <a:pt x="360807" y="135166"/>
                  </a:lnTo>
                  <a:lnTo>
                    <a:pt x="351548" y="141287"/>
                  </a:lnTo>
                  <a:lnTo>
                    <a:pt x="341566" y="146405"/>
                  </a:lnTo>
                  <a:lnTo>
                    <a:pt x="346138" y="154025"/>
                  </a:lnTo>
                  <a:lnTo>
                    <a:pt x="350710" y="160121"/>
                  </a:lnTo>
                  <a:lnTo>
                    <a:pt x="355282" y="167741"/>
                  </a:lnTo>
                  <a:lnTo>
                    <a:pt x="365264" y="160832"/>
                  </a:lnTo>
                  <a:lnTo>
                    <a:pt x="374523" y="153644"/>
                  </a:lnTo>
                  <a:lnTo>
                    <a:pt x="382930" y="145884"/>
                  </a:lnTo>
                  <a:lnTo>
                    <a:pt x="390334" y="137261"/>
                  </a:lnTo>
                  <a:lnTo>
                    <a:pt x="396532" y="143357"/>
                  </a:lnTo>
                  <a:lnTo>
                    <a:pt x="401104" y="149453"/>
                  </a:lnTo>
                  <a:lnTo>
                    <a:pt x="405676" y="154025"/>
                  </a:lnTo>
                  <a:lnTo>
                    <a:pt x="422440" y="138785"/>
                  </a:lnTo>
                  <a:lnTo>
                    <a:pt x="420916" y="137261"/>
                  </a:lnTo>
                  <a:lnTo>
                    <a:pt x="404152" y="120497"/>
                  </a:lnTo>
                  <a:lnTo>
                    <a:pt x="408432" y="112471"/>
                  </a:lnTo>
                  <a:lnTo>
                    <a:pt x="412153" y="104292"/>
                  </a:lnTo>
                  <a:lnTo>
                    <a:pt x="412356" y="103733"/>
                  </a:lnTo>
                  <a:lnTo>
                    <a:pt x="415290" y="95808"/>
                  </a:lnTo>
                  <a:lnTo>
                    <a:pt x="417893" y="86766"/>
                  </a:lnTo>
                  <a:lnTo>
                    <a:pt x="414972" y="86766"/>
                  </a:lnTo>
                  <a:lnTo>
                    <a:pt x="423964" y="80784"/>
                  </a:lnTo>
                  <a:lnTo>
                    <a:pt x="425488" y="83832"/>
                  </a:lnTo>
                  <a:lnTo>
                    <a:pt x="427012" y="88404"/>
                  </a:lnTo>
                  <a:lnTo>
                    <a:pt x="430060" y="89928"/>
                  </a:lnTo>
                  <a:lnTo>
                    <a:pt x="436156" y="80784"/>
                  </a:lnTo>
                  <a:lnTo>
                    <a:pt x="437680" y="76212"/>
                  </a:lnTo>
                  <a:lnTo>
                    <a:pt x="440486" y="87363"/>
                  </a:lnTo>
                  <a:lnTo>
                    <a:pt x="444157" y="97967"/>
                  </a:lnTo>
                  <a:lnTo>
                    <a:pt x="448386" y="108000"/>
                  </a:lnTo>
                  <a:lnTo>
                    <a:pt x="452920" y="117449"/>
                  </a:lnTo>
                  <a:lnTo>
                    <a:pt x="444360" y="126288"/>
                  </a:lnTo>
                  <a:lnTo>
                    <a:pt x="434822" y="134404"/>
                  </a:lnTo>
                  <a:lnTo>
                    <a:pt x="424408" y="141668"/>
                  </a:lnTo>
                  <a:lnTo>
                    <a:pt x="413296" y="147929"/>
                  </a:lnTo>
                  <a:lnTo>
                    <a:pt x="419392" y="154025"/>
                  </a:lnTo>
                  <a:lnTo>
                    <a:pt x="423964" y="160121"/>
                  </a:lnTo>
                  <a:lnTo>
                    <a:pt x="428536" y="167741"/>
                  </a:lnTo>
                  <a:lnTo>
                    <a:pt x="439394" y="161505"/>
                  </a:lnTo>
                  <a:lnTo>
                    <a:pt x="449110" y="154406"/>
                  </a:lnTo>
                  <a:lnTo>
                    <a:pt x="457682" y="146735"/>
                  </a:lnTo>
                  <a:lnTo>
                    <a:pt x="465112" y="138785"/>
                  </a:lnTo>
                  <a:lnTo>
                    <a:pt x="471906" y="146405"/>
                  </a:lnTo>
                  <a:lnTo>
                    <a:pt x="479018" y="153644"/>
                  </a:lnTo>
                  <a:lnTo>
                    <a:pt x="486219" y="160121"/>
                  </a:lnTo>
                  <a:lnTo>
                    <a:pt x="494068" y="166217"/>
                  </a:lnTo>
                  <a:lnTo>
                    <a:pt x="498373" y="159651"/>
                  </a:lnTo>
                  <a:lnTo>
                    <a:pt x="502259" y="153644"/>
                  </a:lnTo>
                  <a:lnTo>
                    <a:pt x="505853" y="148221"/>
                  </a:lnTo>
                  <a:lnTo>
                    <a:pt x="509308" y="143357"/>
                  </a:lnTo>
                  <a:close/>
                </a:path>
                <a:path w="851534" h="168275">
                  <a:moveTo>
                    <a:pt x="555117" y="56388"/>
                  </a:moveTo>
                  <a:lnTo>
                    <a:pt x="549427" y="50965"/>
                  </a:lnTo>
                  <a:lnTo>
                    <a:pt x="543864" y="46101"/>
                  </a:lnTo>
                  <a:lnTo>
                    <a:pt x="538568" y="41821"/>
                  </a:lnTo>
                  <a:lnTo>
                    <a:pt x="533679" y="38100"/>
                  </a:lnTo>
                  <a:lnTo>
                    <a:pt x="521487" y="51816"/>
                  </a:lnTo>
                  <a:lnTo>
                    <a:pt x="526084" y="55537"/>
                  </a:lnTo>
                  <a:lnTo>
                    <a:pt x="530834" y="59817"/>
                  </a:lnTo>
                  <a:lnTo>
                    <a:pt x="535889" y="64681"/>
                  </a:lnTo>
                  <a:lnTo>
                    <a:pt x="541401" y="70104"/>
                  </a:lnTo>
                  <a:lnTo>
                    <a:pt x="555117" y="56388"/>
                  </a:lnTo>
                  <a:close/>
                </a:path>
                <a:path w="851534" h="168275">
                  <a:moveTo>
                    <a:pt x="562737" y="80772"/>
                  </a:moveTo>
                  <a:lnTo>
                    <a:pt x="562622" y="80581"/>
                  </a:lnTo>
                  <a:lnTo>
                    <a:pt x="553593" y="65532"/>
                  </a:lnTo>
                  <a:lnTo>
                    <a:pt x="541794" y="72085"/>
                  </a:lnTo>
                  <a:lnTo>
                    <a:pt x="522846" y="82892"/>
                  </a:lnTo>
                  <a:lnTo>
                    <a:pt x="515391" y="86868"/>
                  </a:lnTo>
                  <a:lnTo>
                    <a:pt x="526059" y="108305"/>
                  </a:lnTo>
                  <a:lnTo>
                    <a:pt x="562737" y="80772"/>
                  </a:lnTo>
                  <a:close/>
                </a:path>
                <a:path w="851534" h="168275">
                  <a:moveTo>
                    <a:pt x="677037" y="86868"/>
                  </a:moveTo>
                  <a:lnTo>
                    <a:pt x="669302" y="82296"/>
                  </a:lnTo>
                  <a:lnTo>
                    <a:pt x="661987" y="77724"/>
                  </a:lnTo>
                  <a:lnTo>
                    <a:pt x="654964" y="73152"/>
                  </a:lnTo>
                  <a:lnTo>
                    <a:pt x="648081" y="68580"/>
                  </a:lnTo>
                  <a:lnTo>
                    <a:pt x="670941" y="50292"/>
                  </a:lnTo>
                  <a:lnTo>
                    <a:pt x="657225" y="38100"/>
                  </a:lnTo>
                  <a:lnTo>
                    <a:pt x="651497" y="42672"/>
                  </a:lnTo>
                  <a:lnTo>
                    <a:pt x="645414" y="47434"/>
                  </a:lnTo>
                  <a:lnTo>
                    <a:pt x="638797" y="52463"/>
                  </a:lnTo>
                  <a:lnTo>
                    <a:pt x="631317" y="57912"/>
                  </a:lnTo>
                  <a:lnTo>
                    <a:pt x="638937" y="68580"/>
                  </a:lnTo>
                  <a:lnTo>
                    <a:pt x="631317" y="79248"/>
                  </a:lnTo>
                  <a:lnTo>
                    <a:pt x="639559" y="85242"/>
                  </a:lnTo>
                  <a:lnTo>
                    <a:pt x="648081" y="91681"/>
                  </a:lnTo>
                  <a:lnTo>
                    <a:pt x="656602" y="98412"/>
                  </a:lnTo>
                  <a:lnTo>
                    <a:pt x="664845" y="105257"/>
                  </a:lnTo>
                  <a:lnTo>
                    <a:pt x="677037" y="86868"/>
                  </a:lnTo>
                  <a:close/>
                </a:path>
                <a:path w="851534" h="168275">
                  <a:moveTo>
                    <a:pt x="677037" y="16764"/>
                  </a:moveTo>
                  <a:lnTo>
                    <a:pt x="609981" y="16764"/>
                  </a:lnTo>
                  <a:lnTo>
                    <a:pt x="608457" y="10668"/>
                  </a:lnTo>
                  <a:lnTo>
                    <a:pt x="608457" y="4572"/>
                  </a:lnTo>
                  <a:lnTo>
                    <a:pt x="606933" y="1524"/>
                  </a:lnTo>
                  <a:lnTo>
                    <a:pt x="581025" y="1524"/>
                  </a:lnTo>
                  <a:lnTo>
                    <a:pt x="584073" y="16764"/>
                  </a:lnTo>
                  <a:lnTo>
                    <a:pt x="516915" y="16764"/>
                  </a:lnTo>
                  <a:lnTo>
                    <a:pt x="516915" y="36576"/>
                  </a:lnTo>
                  <a:lnTo>
                    <a:pt x="577977" y="36576"/>
                  </a:lnTo>
                  <a:lnTo>
                    <a:pt x="572287" y="43726"/>
                  </a:lnTo>
                  <a:lnTo>
                    <a:pt x="566737" y="49149"/>
                  </a:lnTo>
                  <a:lnTo>
                    <a:pt x="561479" y="52870"/>
                  </a:lnTo>
                  <a:lnTo>
                    <a:pt x="556641" y="54864"/>
                  </a:lnTo>
                  <a:lnTo>
                    <a:pt x="564261" y="71628"/>
                  </a:lnTo>
                  <a:lnTo>
                    <a:pt x="570357" y="70104"/>
                  </a:lnTo>
                  <a:lnTo>
                    <a:pt x="584073" y="70104"/>
                  </a:lnTo>
                  <a:lnTo>
                    <a:pt x="569214" y="80581"/>
                  </a:lnTo>
                  <a:lnTo>
                    <a:pt x="562749" y="85242"/>
                  </a:lnTo>
                  <a:lnTo>
                    <a:pt x="556641" y="89916"/>
                  </a:lnTo>
                  <a:lnTo>
                    <a:pt x="562737" y="106781"/>
                  </a:lnTo>
                  <a:lnTo>
                    <a:pt x="574116" y="105638"/>
                  </a:lnTo>
                  <a:lnTo>
                    <a:pt x="587502" y="104495"/>
                  </a:lnTo>
                  <a:lnTo>
                    <a:pt x="619125" y="102209"/>
                  </a:lnTo>
                  <a:lnTo>
                    <a:pt x="625221" y="111353"/>
                  </a:lnTo>
                  <a:lnTo>
                    <a:pt x="639584" y="102209"/>
                  </a:lnTo>
                  <a:lnTo>
                    <a:pt x="641985" y="100685"/>
                  </a:lnTo>
                  <a:lnTo>
                    <a:pt x="636511" y="92862"/>
                  </a:lnTo>
                  <a:lnTo>
                    <a:pt x="632358" y="86868"/>
                  </a:lnTo>
                  <a:lnTo>
                    <a:pt x="626021" y="77724"/>
                  </a:lnTo>
                  <a:lnTo>
                    <a:pt x="620649" y="70104"/>
                  </a:lnTo>
                  <a:lnTo>
                    <a:pt x="605409" y="79248"/>
                  </a:lnTo>
                  <a:lnTo>
                    <a:pt x="606933" y="80772"/>
                  </a:lnTo>
                  <a:lnTo>
                    <a:pt x="608457" y="83820"/>
                  </a:lnTo>
                  <a:lnTo>
                    <a:pt x="609879" y="85242"/>
                  </a:lnTo>
                  <a:lnTo>
                    <a:pt x="611441" y="85242"/>
                  </a:lnTo>
                  <a:lnTo>
                    <a:pt x="588645" y="86868"/>
                  </a:lnTo>
                  <a:lnTo>
                    <a:pt x="601789" y="76606"/>
                  </a:lnTo>
                  <a:lnTo>
                    <a:pt x="609498" y="70104"/>
                  </a:lnTo>
                  <a:lnTo>
                    <a:pt x="613791" y="66484"/>
                  </a:lnTo>
                  <a:lnTo>
                    <a:pt x="624649" y="56654"/>
                  </a:lnTo>
                  <a:lnTo>
                    <a:pt x="628065" y="53340"/>
                  </a:lnTo>
                  <a:lnTo>
                    <a:pt x="634365" y="47244"/>
                  </a:lnTo>
                  <a:lnTo>
                    <a:pt x="617601" y="38100"/>
                  </a:lnTo>
                  <a:lnTo>
                    <a:pt x="611505" y="42672"/>
                  </a:lnTo>
                  <a:lnTo>
                    <a:pt x="606933" y="48768"/>
                  </a:lnTo>
                  <a:lnTo>
                    <a:pt x="602361" y="53340"/>
                  </a:lnTo>
                  <a:lnTo>
                    <a:pt x="585597" y="53340"/>
                  </a:lnTo>
                  <a:lnTo>
                    <a:pt x="603885" y="36576"/>
                  </a:lnTo>
                  <a:lnTo>
                    <a:pt x="677037" y="36576"/>
                  </a:lnTo>
                  <a:lnTo>
                    <a:pt x="677037" y="16764"/>
                  </a:lnTo>
                  <a:close/>
                </a:path>
                <a:path w="851534" h="168275">
                  <a:moveTo>
                    <a:pt x="680085" y="115925"/>
                  </a:moveTo>
                  <a:lnTo>
                    <a:pt x="608457" y="115925"/>
                  </a:lnTo>
                  <a:lnTo>
                    <a:pt x="608457" y="108305"/>
                  </a:lnTo>
                  <a:lnTo>
                    <a:pt x="585597" y="108305"/>
                  </a:lnTo>
                  <a:lnTo>
                    <a:pt x="585597" y="115925"/>
                  </a:lnTo>
                  <a:lnTo>
                    <a:pt x="513867" y="115925"/>
                  </a:lnTo>
                  <a:lnTo>
                    <a:pt x="513867" y="135737"/>
                  </a:lnTo>
                  <a:lnTo>
                    <a:pt x="585597" y="135737"/>
                  </a:lnTo>
                  <a:lnTo>
                    <a:pt x="585597" y="167741"/>
                  </a:lnTo>
                  <a:lnTo>
                    <a:pt x="608457" y="167741"/>
                  </a:lnTo>
                  <a:lnTo>
                    <a:pt x="608457" y="135737"/>
                  </a:lnTo>
                  <a:lnTo>
                    <a:pt x="680085" y="135737"/>
                  </a:lnTo>
                  <a:lnTo>
                    <a:pt x="680085" y="115925"/>
                  </a:lnTo>
                  <a:close/>
                </a:path>
                <a:path w="851534" h="168275">
                  <a:moveTo>
                    <a:pt x="806678" y="106781"/>
                  </a:moveTo>
                  <a:lnTo>
                    <a:pt x="786866" y="106781"/>
                  </a:lnTo>
                  <a:lnTo>
                    <a:pt x="786866" y="122021"/>
                  </a:lnTo>
                  <a:lnTo>
                    <a:pt x="786866" y="131165"/>
                  </a:lnTo>
                  <a:lnTo>
                    <a:pt x="750290" y="131165"/>
                  </a:lnTo>
                  <a:lnTo>
                    <a:pt x="750290" y="122021"/>
                  </a:lnTo>
                  <a:lnTo>
                    <a:pt x="786866" y="122021"/>
                  </a:lnTo>
                  <a:lnTo>
                    <a:pt x="786866" y="106781"/>
                  </a:lnTo>
                  <a:lnTo>
                    <a:pt x="730478" y="106781"/>
                  </a:lnTo>
                  <a:lnTo>
                    <a:pt x="730478" y="150977"/>
                  </a:lnTo>
                  <a:lnTo>
                    <a:pt x="750290" y="150977"/>
                  </a:lnTo>
                  <a:lnTo>
                    <a:pt x="750290" y="144881"/>
                  </a:lnTo>
                  <a:lnTo>
                    <a:pt x="806678" y="144881"/>
                  </a:lnTo>
                  <a:lnTo>
                    <a:pt x="806678" y="131165"/>
                  </a:lnTo>
                  <a:lnTo>
                    <a:pt x="806678" y="122021"/>
                  </a:lnTo>
                  <a:lnTo>
                    <a:pt x="806678" y="106781"/>
                  </a:lnTo>
                  <a:close/>
                </a:path>
                <a:path w="851534" h="168275">
                  <a:moveTo>
                    <a:pt x="826490" y="38100"/>
                  </a:moveTo>
                  <a:lnTo>
                    <a:pt x="805154" y="38100"/>
                  </a:lnTo>
                  <a:lnTo>
                    <a:pt x="805154" y="53340"/>
                  </a:lnTo>
                  <a:lnTo>
                    <a:pt x="805154" y="60960"/>
                  </a:lnTo>
                  <a:lnTo>
                    <a:pt x="732002" y="60960"/>
                  </a:lnTo>
                  <a:lnTo>
                    <a:pt x="732002" y="53340"/>
                  </a:lnTo>
                  <a:lnTo>
                    <a:pt x="805154" y="53340"/>
                  </a:lnTo>
                  <a:lnTo>
                    <a:pt x="805154" y="38100"/>
                  </a:lnTo>
                  <a:lnTo>
                    <a:pt x="710666" y="38100"/>
                  </a:lnTo>
                  <a:lnTo>
                    <a:pt x="710666" y="76200"/>
                  </a:lnTo>
                  <a:lnTo>
                    <a:pt x="826490" y="76200"/>
                  </a:lnTo>
                  <a:lnTo>
                    <a:pt x="826490" y="60960"/>
                  </a:lnTo>
                  <a:lnTo>
                    <a:pt x="826490" y="53340"/>
                  </a:lnTo>
                  <a:lnTo>
                    <a:pt x="826490" y="38100"/>
                  </a:lnTo>
                  <a:close/>
                </a:path>
                <a:path w="851534" h="168275">
                  <a:moveTo>
                    <a:pt x="843343" y="83820"/>
                  </a:moveTo>
                  <a:lnTo>
                    <a:pt x="693902" y="83820"/>
                  </a:lnTo>
                  <a:lnTo>
                    <a:pt x="693902" y="166192"/>
                  </a:lnTo>
                  <a:lnTo>
                    <a:pt x="716762" y="166192"/>
                  </a:lnTo>
                  <a:lnTo>
                    <a:pt x="716762" y="99161"/>
                  </a:lnTo>
                  <a:lnTo>
                    <a:pt x="821918" y="99161"/>
                  </a:lnTo>
                  <a:lnTo>
                    <a:pt x="821918" y="143357"/>
                  </a:lnTo>
                  <a:lnTo>
                    <a:pt x="817346" y="147929"/>
                  </a:lnTo>
                  <a:lnTo>
                    <a:pt x="802106" y="147929"/>
                  </a:lnTo>
                  <a:lnTo>
                    <a:pt x="796010" y="146405"/>
                  </a:lnTo>
                  <a:lnTo>
                    <a:pt x="789914" y="146405"/>
                  </a:lnTo>
                  <a:lnTo>
                    <a:pt x="791438" y="152501"/>
                  </a:lnTo>
                  <a:lnTo>
                    <a:pt x="792962" y="160121"/>
                  </a:lnTo>
                  <a:lnTo>
                    <a:pt x="794473" y="166192"/>
                  </a:lnTo>
                  <a:lnTo>
                    <a:pt x="805053" y="166192"/>
                  </a:lnTo>
                  <a:lnTo>
                    <a:pt x="813917" y="166027"/>
                  </a:lnTo>
                  <a:lnTo>
                    <a:pt x="842962" y="147929"/>
                  </a:lnTo>
                  <a:lnTo>
                    <a:pt x="843343" y="146405"/>
                  </a:lnTo>
                  <a:lnTo>
                    <a:pt x="843343" y="99161"/>
                  </a:lnTo>
                  <a:lnTo>
                    <a:pt x="843343" y="83820"/>
                  </a:lnTo>
                  <a:close/>
                </a:path>
                <a:path w="851534" h="168275">
                  <a:moveTo>
                    <a:pt x="850963" y="13716"/>
                  </a:moveTo>
                  <a:lnTo>
                    <a:pt x="783818" y="13716"/>
                  </a:lnTo>
                  <a:lnTo>
                    <a:pt x="780770" y="4572"/>
                  </a:lnTo>
                  <a:lnTo>
                    <a:pt x="777722" y="0"/>
                  </a:lnTo>
                  <a:lnTo>
                    <a:pt x="751814" y="4572"/>
                  </a:lnTo>
                  <a:lnTo>
                    <a:pt x="756386" y="13716"/>
                  </a:lnTo>
                  <a:lnTo>
                    <a:pt x="686282" y="13716"/>
                  </a:lnTo>
                  <a:lnTo>
                    <a:pt x="686282" y="32004"/>
                  </a:lnTo>
                  <a:lnTo>
                    <a:pt x="850963" y="32004"/>
                  </a:lnTo>
                  <a:lnTo>
                    <a:pt x="850963" y="13716"/>
                  </a:lnTo>
                  <a:close/>
                </a:path>
              </a:pathLst>
            </a:custGeom>
            <a:solidFill>
              <a:srgbClr val="1F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324725" y="4657254"/>
              <a:ext cx="2265045" cy="134620"/>
            </a:xfrm>
            <a:custGeom>
              <a:avLst/>
              <a:gdLst/>
              <a:ahLst/>
              <a:cxnLst/>
              <a:rect l="l" t="t" r="r" b="b"/>
              <a:pathLst>
                <a:path w="2265045" h="134620">
                  <a:moveTo>
                    <a:pt x="25908" y="21336"/>
                  </a:moveTo>
                  <a:lnTo>
                    <a:pt x="21310" y="16713"/>
                  </a:lnTo>
                  <a:lnTo>
                    <a:pt x="18288" y="10668"/>
                  </a:lnTo>
                  <a:lnTo>
                    <a:pt x="13716" y="6096"/>
                  </a:lnTo>
                  <a:lnTo>
                    <a:pt x="6096" y="12192"/>
                  </a:lnTo>
                  <a:lnTo>
                    <a:pt x="10617" y="16713"/>
                  </a:lnTo>
                  <a:lnTo>
                    <a:pt x="13716" y="21336"/>
                  </a:lnTo>
                  <a:lnTo>
                    <a:pt x="18288" y="27432"/>
                  </a:lnTo>
                  <a:lnTo>
                    <a:pt x="25908" y="21336"/>
                  </a:lnTo>
                  <a:close/>
                </a:path>
                <a:path w="2265045" h="134620">
                  <a:moveTo>
                    <a:pt x="64008" y="76288"/>
                  </a:moveTo>
                  <a:lnTo>
                    <a:pt x="54864" y="76288"/>
                  </a:lnTo>
                  <a:lnTo>
                    <a:pt x="54864" y="85432"/>
                  </a:lnTo>
                  <a:lnTo>
                    <a:pt x="45720" y="97624"/>
                  </a:lnTo>
                  <a:lnTo>
                    <a:pt x="39624" y="103720"/>
                  </a:lnTo>
                  <a:lnTo>
                    <a:pt x="21336" y="94576"/>
                  </a:lnTo>
                  <a:lnTo>
                    <a:pt x="22860" y="91528"/>
                  </a:lnTo>
                  <a:lnTo>
                    <a:pt x="25908" y="88480"/>
                  </a:lnTo>
                  <a:lnTo>
                    <a:pt x="27432" y="85432"/>
                  </a:lnTo>
                  <a:lnTo>
                    <a:pt x="54864" y="85432"/>
                  </a:lnTo>
                  <a:lnTo>
                    <a:pt x="54864" y="76288"/>
                  </a:lnTo>
                  <a:lnTo>
                    <a:pt x="32004" y="76288"/>
                  </a:lnTo>
                  <a:lnTo>
                    <a:pt x="33528" y="74764"/>
                  </a:lnTo>
                  <a:lnTo>
                    <a:pt x="36576" y="68668"/>
                  </a:lnTo>
                  <a:lnTo>
                    <a:pt x="27432" y="67144"/>
                  </a:lnTo>
                  <a:lnTo>
                    <a:pt x="25908" y="70192"/>
                  </a:lnTo>
                  <a:lnTo>
                    <a:pt x="22860" y="73240"/>
                  </a:lnTo>
                  <a:lnTo>
                    <a:pt x="21336" y="76288"/>
                  </a:lnTo>
                  <a:lnTo>
                    <a:pt x="1524" y="76288"/>
                  </a:lnTo>
                  <a:lnTo>
                    <a:pt x="1524" y="85432"/>
                  </a:lnTo>
                  <a:lnTo>
                    <a:pt x="16764" y="85432"/>
                  </a:lnTo>
                  <a:lnTo>
                    <a:pt x="13716" y="90004"/>
                  </a:lnTo>
                  <a:lnTo>
                    <a:pt x="10668" y="93052"/>
                  </a:lnTo>
                  <a:lnTo>
                    <a:pt x="9144" y="97624"/>
                  </a:lnTo>
                  <a:lnTo>
                    <a:pt x="14859" y="100825"/>
                  </a:lnTo>
                  <a:lnTo>
                    <a:pt x="26289" y="106629"/>
                  </a:lnTo>
                  <a:lnTo>
                    <a:pt x="32004" y="109816"/>
                  </a:lnTo>
                  <a:lnTo>
                    <a:pt x="24853" y="113233"/>
                  </a:lnTo>
                  <a:lnTo>
                    <a:pt x="17145" y="116484"/>
                  </a:lnTo>
                  <a:lnTo>
                    <a:pt x="9182" y="119341"/>
                  </a:lnTo>
                  <a:lnTo>
                    <a:pt x="0" y="122008"/>
                  </a:lnTo>
                  <a:lnTo>
                    <a:pt x="4572" y="131152"/>
                  </a:lnTo>
                  <a:lnTo>
                    <a:pt x="15430" y="127469"/>
                  </a:lnTo>
                  <a:lnTo>
                    <a:pt x="25146" y="123342"/>
                  </a:lnTo>
                  <a:lnTo>
                    <a:pt x="33718" y="118948"/>
                  </a:lnTo>
                  <a:lnTo>
                    <a:pt x="41148" y="114388"/>
                  </a:lnTo>
                  <a:lnTo>
                    <a:pt x="53340" y="120484"/>
                  </a:lnTo>
                  <a:lnTo>
                    <a:pt x="57912" y="123532"/>
                  </a:lnTo>
                  <a:lnTo>
                    <a:pt x="58039" y="123342"/>
                  </a:lnTo>
                  <a:lnTo>
                    <a:pt x="64008" y="114388"/>
                  </a:lnTo>
                  <a:lnTo>
                    <a:pt x="59436" y="111340"/>
                  </a:lnTo>
                  <a:lnTo>
                    <a:pt x="53340" y="109816"/>
                  </a:lnTo>
                  <a:lnTo>
                    <a:pt x="48768" y="106768"/>
                  </a:lnTo>
                  <a:lnTo>
                    <a:pt x="52019" y="103720"/>
                  </a:lnTo>
                  <a:lnTo>
                    <a:pt x="53924" y="101942"/>
                  </a:lnTo>
                  <a:lnTo>
                    <a:pt x="58102" y="96672"/>
                  </a:lnTo>
                  <a:lnTo>
                    <a:pt x="61404" y="91135"/>
                  </a:lnTo>
                  <a:lnTo>
                    <a:pt x="64008" y="85432"/>
                  </a:lnTo>
                  <a:lnTo>
                    <a:pt x="64008" y="76288"/>
                  </a:lnTo>
                  <a:close/>
                </a:path>
                <a:path w="2265045" h="134620">
                  <a:moveTo>
                    <a:pt x="67056" y="32004"/>
                  </a:moveTo>
                  <a:lnTo>
                    <a:pt x="42672" y="32004"/>
                  </a:lnTo>
                  <a:lnTo>
                    <a:pt x="42672" y="3048"/>
                  </a:lnTo>
                  <a:lnTo>
                    <a:pt x="33528" y="3048"/>
                  </a:lnTo>
                  <a:lnTo>
                    <a:pt x="33528" y="32004"/>
                  </a:lnTo>
                  <a:lnTo>
                    <a:pt x="3048" y="32004"/>
                  </a:lnTo>
                  <a:lnTo>
                    <a:pt x="3048" y="39624"/>
                  </a:lnTo>
                  <a:lnTo>
                    <a:pt x="30480" y="39624"/>
                  </a:lnTo>
                  <a:lnTo>
                    <a:pt x="23355" y="46202"/>
                  </a:lnTo>
                  <a:lnTo>
                    <a:pt x="15811" y="52209"/>
                  </a:lnTo>
                  <a:lnTo>
                    <a:pt x="7975" y="57670"/>
                  </a:lnTo>
                  <a:lnTo>
                    <a:pt x="0" y="62572"/>
                  </a:lnTo>
                  <a:lnTo>
                    <a:pt x="4572" y="67144"/>
                  </a:lnTo>
                  <a:lnTo>
                    <a:pt x="33528" y="48768"/>
                  </a:lnTo>
                  <a:lnTo>
                    <a:pt x="33528" y="67144"/>
                  </a:lnTo>
                  <a:lnTo>
                    <a:pt x="42672" y="67144"/>
                  </a:lnTo>
                  <a:lnTo>
                    <a:pt x="42672" y="51816"/>
                  </a:lnTo>
                  <a:lnTo>
                    <a:pt x="50292" y="56388"/>
                  </a:lnTo>
                  <a:lnTo>
                    <a:pt x="56388" y="62572"/>
                  </a:lnTo>
                  <a:lnTo>
                    <a:pt x="60960" y="67144"/>
                  </a:lnTo>
                  <a:lnTo>
                    <a:pt x="67056" y="59524"/>
                  </a:lnTo>
                  <a:lnTo>
                    <a:pt x="60960" y="54864"/>
                  </a:lnTo>
                  <a:lnTo>
                    <a:pt x="56896" y="51816"/>
                  </a:lnTo>
                  <a:lnTo>
                    <a:pt x="54762" y="50215"/>
                  </a:lnTo>
                  <a:lnTo>
                    <a:pt x="47244" y="44196"/>
                  </a:lnTo>
                  <a:lnTo>
                    <a:pt x="42672" y="48768"/>
                  </a:lnTo>
                  <a:lnTo>
                    <a:pt x="42672" y="39624"/>
                  </a:lnTo>
                  <a:lnTo>
                    <a:pt x="67056" y="39624"/>
                  </a:lnTo>
                  <a:lnTo>
                    <a:pt x="67056" y="32004"/>
                  </a:lnTo>
                  <a:close/>
                </a:path>
                <a:path w="2265045" h="134620">
                  <a:moveTo>
                    <a:pt x="70104" y="10668"/>
                  </a:moveTo>
                  <a:lnTo>
                    <a:pt x="62484" y="6096"/>
                  </a:lnTo>
                  <a:lnTo>
                    <a:pt x="53340" y="18288"/>
                  </a:lnTo>
                  <a:lnTo>
                    <a:pt x="48768" y="22860"/>
                  </a:lnTo>
                  <a:lnTo>
                    <a:pt x="51816" y="24384"/>
                  </a:lnTo>
                  <a:lnTo>
                    <a:pt x="53340" y="27432"/>
                  </a:lnTo>
                  <a:lnTo>
                    <a:pt x="54864" y="28956"/>
                  </a:lnTo>
                  <a:lnTo>
                    <a:pt x="60960" y="22860"/>
                  </a:lnTo>
                  <a:lnTo>
                    <a:pt x="70104" y="10668"/>
                  </a:lnTo>
                  <a:close/>
                </a:path>
                <a:path w="2265045" h="134620">
                  <a:moveTo>
                    <a:pt x="131114" y="118948"/>
                  </a:moveTo>
                  <a:lnTo>
                    <a:pt x="123456" y="114109"/>
                  </a:lnTo>
                  <a:lnTo>
                    <a:pt x="116484" y="108673"/>
                  </a:lnTo>
                  <a:lnTo>
                    <a:pt x="112991" y="105244"/>
                  </a:lnTo>
                  <a:lnTo>
                    <a:pt x="110363" y="102679"/>
                  </a:lnTo>
                  <a:lnTo>
                    <a:pt x="105244" y="96100"/>
                  </a:lnTo>
                  <a:lnTo>
                    <a:pt x="109931" y="85432"/>
                  </a:lnTo>
                  <a:lnTo>
                    <a:pt x="110655" y="83794"/>
                  </a:lnTo>
                  <a:lnTo>
                    <a:pt x="115341" y="69621"/>
                  </a:lnTo>
                  <a:lnTo>
                    <a:pt x="119189" y="53340"/>
                  </a:lnTo>
                  <a:lnTo>
                    <a:pt x="122008" y="35052"/>
                  </a:lnTo>
                  <a:lnTo>
                    <a:pt x="129628" y="35052"/>
                  </a:lnTo>
                  <a:lnTo>
                    <a:pt x="129628" y="25908"/>
                  </a:lnTo>
                  <a:lnTo>
                    <a:pt x="111340" y="25908"/>
                  </a:lnTo>
                  <a:lnTo>
                    <a:pt x="111340" y="35052"/>
                  </a:lnTo>
                  <a:lnTo>
                    <a:pt x="109626" y="50215"/>
                  </a:lnTo>
                  <a:lnTo>
                    <a:pt x="106768" y="63677"/>
                  </a:lnTo>
                  <a:lnTo>
                    <a:pt x="102768" y="75425"/>
                  </a:lnTo>
                  <a:lnTo>
                    <a:pt x="97624" y="85432"/>
                  </a:lnTo>
                  <a:lnTo>
                    <a:pt x="93294" y="75425"/>
                  </a:lnTo>
                  <a:lnTo>
                    <a:pt x="89725" y="64058"/>
                  </a:lnTo>
                  <a:lnTo>
                    <a:pt x="89649" y="63677"/>
                  </a:lnTo>
                  <a:lnTo>
                    <a:pt x="87426" y="53340"/>
                  </a:lnTo>
                  <a:lnTo>
                    <a:pt x="87033" y="51498"/>
                  </a:lnTo>
                  <a:lnTo>
                    <a:pt x="85344" y="38100"/>
                  </a:lnTo>
                  <a:lnTo>
                    <a:pt x="85344" y="36576"/>
                  </a:lnTo>
                  <a:lnTo>
                    <a:pt x="86868" y="35052"/>
                  </a:lnTo>
                  <a:lnTo>
                    <a:pt x="111340" y="35052"/>
                  </a:lnTo>
                  <a:lnTo>
                    <a:pt x="111340" y="25908"/>
                  </a:lnTo>
                  <a:lnTo>
                    <a:pt x="89916" y="25908"/>
                  </a:lnTo>
                  <a:lnTo>
                    <a:pt x="91440" y="19812"/>
                  </a:lnTo>
                  <a:lnTo>
                    <a:pt x="94576" y="10668"/>
                  </a:lnTo>
                  <a:lnTo>
                    <a:pt x="96100" y="3048"/>
                  </a:lnTo>
                  <a:lnTo>
                    <a:pt x="85344" y="1524"/>
                  </a:lnTo>
                  <a:lnTo>
                    <a:pt x="82245" y="16713"/>
                  </a:lnTo>
                  <a:lnTo>
                    <a:pt x="77724" y="30480"/>
                  </a:lnTo>
                  <a:lnTo>
                    <a:pt x="72047" y="43103"/>
                  </a:lnTo>
                  <a:lnTo>
                    <a:pt x="65532" y="54864"/>
                  </a:lnTo>
                  <a:lnTo>
                    <a:pt x="68580" y="58000"/>
                  </a:lnTo>
                  <a:lnTo>
                    <a:pt x="70104" y="59524"/>
                  </a:lnTo>
                  <a:lnTo>
                    <a:pt x="71628" y="62572"/>
                  </a:lnTo>
                  <a:lnTo>
                    <a:pt x="73152" y="59524"/>
                  </a:lnTo>
                  <a:lnTo>
                    <a:pt x="76200" y="56388"/>
                  </a:lnTo>
                  <a:lnTo>
                    <a:pt x="77724" y="53340"/>
                  </a:lnTo>
                  <a:lnTo>
                    <a:pt x="79425" y="65354"/>
                  </a:lnTo>
                  <a:lnTo>
                    <a:pt x="82296" y="76479"/>
                  </a:lnTo>
                  <a:lnTo>
                    <a:pt x="86296" y="86652"/>
                  </a:lnTo>
                  <a:lnTo>
                    <a:pt x="91440" y="96100"/>
                  </a:lnTo>
                  <a:lnTo>
                    <a:pt x="85407" y="102958"/>
                  </a:lnTo>
                  <a:lnTo>
                    <a:pt x="78676" y="109816"/>
                  </a:lnTo>
                  <a:lnTo>
                    <a:pt x="71069" y="116674"/>
                  </a:lnTo>
                  <a:lnTo>
                    <a:pt x="62484" y="123532"/>
                  </a:lnTo>
                  <a:lnTo>
                    <a:pt x="70104" y="131152"/>
                  </a:lnTo>
                  <a:lnTo>
                    <a:pt x="77812" y="125399"/>
                  </a:lnTo>
                  <a:lnTo>
                    <a:pt x="84963" y="119341"/>
                  </a:lnTo>
                  <a:lnTo>
                    <a:pt x="91567" y="112725"/>
                  </a:lnTo>
                  <a:lnTo>
                    <a:pt x="97624" y="105244"/>
                  </a:lnTo>
                  <a:lnTo>
                    <a:pt x="103632" y="112064"/>
                  </a:lnTo>
                  <a:lnTo>
                    <a:pt x="110197" y="118579"/>
                  </a:lnTo>
                  <a:lnTo>
                    <a:pt x="117348" y="124536"/>
                  </a:lnTo>
                  <a:lnTo>
                    <a:pt x="125056" y="129628"/>
                  </a:lnTo>
                  <a:lnTo>
                    <a:pt x="128104" y="123532"/>
                  </a:lnTo>
                  <a:lnTo>
                    <a:pt x="128231" y="123342"/>
                  </a:lnTo>
                  <a:lnTo>
                    <a:pt x="130898" y="119341"/>
                  </a:lnTo>
                  <a:lnTo>
                    <a:pt x="131114" y="118948"/>
                  </a:lnTo>
                  <a:close/>
                </a:path>
                <a:path w="2265045" h="134620">
                  <a:moveTo>
                    <a:pt x="175348" y="25908"/>
                  </a:moveTo>
                  <a:lnTo>
                    <a:pt x="161632" y="25908"/>
                  </a:lnTo>
                  <a:lnTo>
                    <a:pt x="161632" y="1524"/>
                  </a:lnTo>
                  <a:lnTo>
                    <a:pt x="152488" y="1524"/>
                  </a:lnTo>
                  <a:lnTo>
                    <a:pt x="152488" y="25908"/>
                  </a:lnTo>
                  <a:lnTo>
                    <a:pt x="135724" y="25908"/>
                  </a:lnTo>
                  <a:lnTo>
                    <a:pt x="135724" y="36576"/>
                  </a:lnTo>
                  <a:lnTo>
                    <a:pt x="152488" y="36576"/>
                  </a:lnTo>
                  <a:lnTo>
                    <a:pt x="152488" y="65633"/>
                  </a:lnTo>
                  <a:lnTo>
                    <a:pt x="140296" y="68681"/>
                  </a:lnTo>
                  <a:lnTo>
                    <a:pt x="134200" y="71729"/>
                  </a:lnTo>
                  <a:lnTo>
                    <a:pt x="135724" y="82397"/>
                  </a:lnTo>
                  <a:lnTo>
                    <a:pt x="140296" y="80873"/>
                  </a:lnTo>
                  <a:lnTo>
                    <a:pt x="146392" y="77825"/>
                  </a:lnTo>
                  <a:lnTo>
                    <a:pt x="152488" y="76301"/>
                  </a:lnTo>
                  <a:lnTo>
                    <a:pt x="152488" y="115925"/>
                  </a:lnTo>
                  <a:lnTo>
                    <a:pt x="149440" y="117449"/>
                  </a:lnTo>
                  <a:lnTo>
                    <a:pt x="140296" y="117449"/>
                  </a:lnTo>
                  <a:lnTo>
                    <a:pt x="135724" y="115925"/>
                  </a:lnTo>
                  <a:lnTo>
                    <a:pt x="135724" y="123545"/>
                  </a:lnTo>
                  <a:lnTo>
                    <a:pt x="137248" y="128117"/>
                  </a:lnTo>
                  <a:lnTo>
                    <a:pt x="157060" y="128117"/>
                  </a:lnTo>
                  <a:lnTo>
                    <a:pt x="161632" y="122021"/>
                  </a:lnTo>
                  <a:lnTo>
                    <a:pt x="161632" y="117449"/>
                  </a:lnTo>
                  <a:lnTo>
                    <a:pt x="161632" y="76301"/>
                  </a:lnTo>
                  <a:lnTo>
                    <a:pt x="161632" y="73253"/>
                  </a:lnTo>
                  <a:lnTo>
                    <a:pt x="170776" y="70205"/>
                  </a:lnTo>
                  <a:lnTo>
                    <a:pt x="173824" y="68681"/>
                  </a:lnTo>
                  <a:lnTo>
                    <a:pt x="173824" y="62585"/>
                  </a:lnTo>
                  <a:lnTo>
                    <a:pt x="173824" y="59537"/>
                  </a:lnTo>
                  <a:lnTo>
                    <a:pt x="169252" y="59537"/>
                  </a:lnTo>
                  <a:lnTo>
                    <a:pt x="166204" y="61061"/>
                  </a:lnTo>
                  <a:lnTo>
                    <a:pt x="161632" y="62585"/>
                  </a:lnTo>
                  <a:lnTo>
                    <a:pt x="161632" y="36576"/>
                  </a:lnTo>
                  <a:lnTo>
                    <a:pt x="175348" y="36576"/>
                  </a:lnTo>
                  <a:lnTo>
                    <a:pt x="175348" y="25908"/>
                  </a:lnTo>
                  <a:close/>
                </a:path>
                <a:path w="2265045" h="134620">
                  <a:moveTo>
                    <a:pt x="263829" y="58013"/>
                  </a:moveTo>
                  <a:lnTo>
                    <a:pt x="228688" y="58013"/>
                  </a:lnTo>
                  <a:lnTo>
                    <a:pt x="228688" y="45720"/>
                  </a:lnTo>
                  <a:lnTo>
                    <a:pt x="219544" y="45720"/>
                  </a:lnTo>
                  <a:lnTo>
                    <a:pt x="219544" y="58013"/>
                  </a:lnTo>
                  <a:lnTo>
                    <a:pt x="189064" y="58013"/>
                  </a:lnTo>
                  <a:lnTo>
                    <a:pt x="189064" y="42672"/>
                  </a:lnTo>
                  <a:lnTo>
                    <a:pt x="247065" y="42672"/>
                  </a:lnTo>
                  <a:lnTo>
                    <a:pt x="247065" y="47244"/>
                  </a:lnTo>
                  <a:lnTo>
                    <a:pt x="256209" y="47244"/>
                  </a:lnTo>
                  <a:lnTo>
                    <a:pt x="256209" y="42672"/>
                  </a:lnTo>
                  <a:lnTo>
                    <a:pt x="256209" y="33528"/>
                  </a:lnTo>
                  <a:lnTo>
                    <a:pt x="256209" y="16764"/>
                  </a:lnTo>
                  <a:lnTo>
                    <a:pt x="256209" y="9144"/>
                  </a:lnTo>
                  <a:lnTo>
                    <a:pt x="247065" y="9144"/>
                  </a:lnTo>
                  <a:lnTo>
                    <a:pt x="247065" y="16764"/>
                  </a:lnTo>
                  <a:lnTo>
                    <a:pt x="247065" y="33528"/>
                  </a:lnTo>
                  <a:lnTo>
                    <a:pt x="189064" y="33528"/>
                  </a:lnTo>
                  <a:lnTo>
                    <a:pt x="189064" y="16764"/>
                  </a:lnTo>
                  <a:lnTo>
                    <a:pt x="247065" y="16764"/>
                  </a:lnTo>
                  <a:lnTo>
                    <a:pt x="247065" y="9144"/>
                  </a:lnTo>
                  <a:lnTo>
                    <a:pt x="179920" y="9144"/>
                  </a:lnTo>
                  <a:lnTo>
                    <a:pt x="179832" y="61061"/>
                  </a:lnTo>
                  <a:lnTo>
                    <a:pt x="179743" y="62585"/>
                  </a:lnTo>
                  <a:lnTo>
                    <a:pt x="178803" y="78917"/>
                  </a:lnTo>
                  <a:lnTo>
                    <a:pt x="175539" y="95732"/>
                  </a:lnTo>
                  <a:lnTo>
                    <a:pt x="170281" y="109677"/>
                  </a:lnTo>
                  <a:lnTo>
                    <a:pt x="163156" y="120497"/>
                  </a:lnTo>
                  <a:lnTo>
                    <a:pt x="166204" y="123545"/>
                  </a:lnTo>
                  <a:lnTo>
                    <a:pt x="167728" y="126593"/>
                  </a:lnTo>
                  <a:lnTo>
                    <a:pt x="170776" y="129641"/>
                  </a:lnTo>
                  <a:lnTo>
                    <a:pt x="177914" y="117297"/>
                  </a:lnTo>
                  <a:lnTo>
                    <a:pt x="183349" y="102971"/>
                  </a:lnTo>
                  <a:lnTo>
                    <a:pt x="187058" y="86347"/>
                  </a:lnTo>
                  <a:lnTo>
                    <a:pt x="189064" y="67157"/>
                  </a:lnTo>
                  <a:lnTo>
                    <a:pt x="219544" y="67157"/>
                  </a:lnTo>
                  <a:lnTo>
                    <a:pt x="219544" y="83921"/>
                  </a:lnTo>
                  <a:lnTo>
                    <a:pt x="192112" y="83921"/>
                  </a:lnTo>
                  <a:lnTo>
                    <a:pt x="192112" y="128117"/>
                  </a:lnTo>
                  <a:lnTo>
                    <a:pt x="201256" y="128117"/>
                  </a:lnTo>
                  <a:lnTo>
                    <a:pt x="201256" y="120497"/>
                  </a:lnTo>
                  <a:lnTo>
                    <a:pt x="247065" y="120497"/>
                  </a:lnTo>
                  <a:lnTo>
                    <a:pt x="247065" y="128117"/>
                  </a:lnTo>
                  <a:lnTo>
                    <a:pt x="256209" y="128117"/>
                  </a:lnTo>
                  <a:lnTo>
                    <a:pt x="256209" y="120497"/>
                  </a:lnTo>
                  <a:lnTo>
                    <a:pt x="256209" y="111353"/>
                  </a:lnTo>
                  <a:lnTo>
                    <a:pt x="256209" y="93065"/>
                  </a:lnTo>
                  <a:lnTo>
                    <a:pt x="256209" y="83921"/>
                  </a:lnTo>
                  <a:lnTo>
                    <a:pt x="247065" y="83921"/>
                  </a:lnTo>
                  <a:lnTo>
                    <a:pt x="247065" y="93065"/>
                  </a:lnTo>
                  <a:lnTo>
                    <a:pt x="247065" y="111353"/>
                  </a:lnTo>
                  <a:lnTo>
                    <a:pt x="201256" y="111353"/>
                  </a:lnTo>
                  <a:lnTo>
                    <a:pt x="201256" y="93065"/>
                  </a:lnTo>
                  <a:lnTo>
                    <a:pt x="247065" y="93065"/>
                  </a:lnTo>
                  <a:lnTo>
                    <a:pt x="247065" y="83921"/>
                  </a:lnTo>
                  <a:lnTo>
                    <a:pt x="228688" y="83921"/>
                  </a:lnTo>
                  <a:lnTo>
                    <a:pt x="228688" y="67157"/>
                  </a:lnTo>
                  <a:lnTo>
                    <a:pt x="263829" y="67157"/>
                  </a:lnTo>
                  <a:lnTo>
                    <a:pt x="263829" y="58013"/>
                  </a:lnTo>
                  <a:close/>
                </a:path>
                <a:path w="2265045" h="134620">
                  <a:moveTo>
                    <a:pt x="376605" y="96100"/>
                  </a:moveTo>
                  <a:lnTo>
                    <a:pt x="367461" y="96100"/>
                  </a:lnTo>
                  <a:lnTo>
                    <a:pt x="367461" y="99148"/>
                  </a:lnTo>
                  <a:lnTo>
                    <a:pt x="376605" y="99148"/>
                  </a:lnTo>
                  <a:lnTo>
                    <a:pt x="376605" y="96100"/>
                  </a:lnTo>
                  <a:close/>
                </a:path>
                <a:path w="2265045" h="134620">
                  <a:moveTo>
                    <a:pt x="376605" y="59016"/>
                  </a:moveTo>
                  <a:lnTo>
                    <a:pt x="288213" y="59016"/>
                  </a:lnTo>
                  <a:lnTo>
                    <a:pt x="288213" y="65366"/>
                  </a:lnTo>
                  <a:lnTo>
                    <a:pt x="288213" y="74256"/>
                  </a:lnTo>
                  <a:lnTo>
                    <a:pt x="288213" y="80606"/>
                  </a:lnTo>
                  <a:lnTo>
                    <a:pt x="288213" y="89496"/>
                  </a:lnTo>
                  <a:lnTo>
                    <a:pt x="288213" y="95846"/>
                  </a:lnTo>
                  <a:lnTo>
                    <a:pt x="288213" y="99656"/>
                  </a:lnTo>
                  <a:lnTo>
                    <a:pt x="295833" y="99656"/>
                  </a:lnTo>
                  <a:lnTo>
                    <a:pt x="295833" y="95846"/>
                  </a:lnTo>
                  <a:lnTo>
                    <a:pt x="376605" y="95846"/>
                  </a:lnTo>
                  <a:lnTo>
                    <a:pt x="376605" y="90004"/>
                  </a:lnTo>
                  <a:lnTo>
                    <a:pt x="376605" y="89496"/>
                  </a:lnTo>
                  <a:lnTo>
                    <a:pt x="376605" y="80860"/>
                  </a:lnTo>
                  <a:lnTo>
                    <a:pt x="367461" y="80860"/>
                  </a:lnTo>
                  <a:lnTo>
                    <a:pt x="367461" y="89496"/>
                  </a:lnTo>
                  <a:lnTo>
                    <a:pt x="336981" y="89496"/>
                  </a:lnTo>
                  <a:lnTo>
                    <a:pt x="336981" y="80860"/>
                  </a:lnTo>
                  <a:lnTo>
                    <a:pt x="327837" y="80860"/>
                  </a:lnTo>
                  <a:lnTo>
                    <a:pt x="327837" y="89496"/>
                  </a:lnTo>
                  <a:lnTo>
                    <a:pt x="295833" y="89496"/>
                  </a:lnTo>
                  <a:lnTo>
                    <a:pt x="295833" y="80606"/>
                  </a:lnTo>
                  <a:lnTo>
                    <a:pt x="376605" y="80606"/>
                  </a:lnTo>
                  <a:lnTo>
                    <a:pt x="376605" y="74764"/>
                  </a:lnTo>
                  <a:lnTo>
                    <a:pt x="376605" y="74256"/>
                  </a:lnTo>
                  <a:lnTo>
                    <a:pt x="376605" y="65620"/>
                  </a:lnTo>
                  <a:lnTo>
                    <a:pt x="367461" y="65620"/>
                  </a:lnTo>
                  <a:lnTo>
                    <a:pt x="367461" y="74256"/>
                  </a:lnTo>
                  <a:lnTo>
                    <a:pt x="336981" y="74256"/>
                  </a:lnTo>
                  <a:lnTo>
                    <a:pt x="336981" y="65620"/>
                  </a:lnTo>
                  <a:lnTo>
                    <a:pt x="327837" y="65620"/>
                  </a:lnTo>
                  <a:lnTo>
                    <a:pt x="327837" y="74256"/>
                  </a:lnTo>
                  <a:lnTo>
                    <a:pt x="295833" y="74256"/>
                  </a:lnTo>
                  <a:lnTo>
                    <a:pt x="295833" y="65366"/>
                  </a:lnTo>
                  <a:lnTo>
                    <a:pt x="376605" y="65366"/>
                  </a:lnTo>
                  <a:lnTo>
                    <a:pt x="376605" y="59016"/>
                  </a:lnTo>
                  <a:close/>
                </a:path>
                <a:path w="2265045" h="134620">
                  <a:moveTo>
                    <a:pt x="376605" y="5676"/>
                  </a:moveTo>
                  <a:lnTo>
                    <a:pt x="288213" y="5676"/>
                  </a:lnTo>
                  <a:lnTo>
                    <a:pt x="288213" y="12026"/>
                  </a:lnTo>
                  <a:lnTo>
                    <a:pt x="288213" y="19646"/>
                  </a:lnTo>
                  <a:lnTo>
                    <a:pt x="288213" y="25996"/>
                  </a:lnTo>
                  <a:lnTo>
                    <a:pt x="288213" y="33616"/>
                  </a:lnTo>
                  <a:lnTo>
                    <a:pt x="288213" y="39966"/>
                  </a:lnTo>
                  <a:lnTo>
                    <a:pt x="288213" y="42506"/>
                  </a:lnTo>
                  <a:lnTo>
                    <a:pt x="297357" y="42506"/>
                  </a:lnTo>
                  <a:lnTo>
                    <a:pt x="297357" y="39966"/>
                  </a:lnTo>
                  <a:lnTo>
                    <a:pt x="367461" y="39966"/>
                  </a:lnTo>
                  <a:lnTo>
                    <a:pt x="367461" y="42672"/>
                  </a:lnTo>
                  <a:lnTo>
                    <a:pt x="376605" y="42672"/>
                  </a:lnTo>
                  <a:lnTo>
                    <a:pt x="376605" y="39966"/>
                  </a:lnTo>
                  <a:lnTo>
                    <a:pt x="376605" y="39624"/>
                  </a:lnTo>
                  <a:lnTo>
                    <a:pt x="376605" y="33616"/>
                  </a:lnTo>
                  <a:lnTo>
                    <a:pt x="297357" y="33616"/>
                  </a:lnTo>
                  <a:lnTo>
                    <a:pt x="297357" y="25996"/>
                  </a:lnTo>
                  <a:lnTo>
                    <a:pt x="367461" y="25996"/>
                  </a:lnTo>
                  <a:lnTo>
                    <a:pt x="367461" y="33528"/>
                  </a:lnTo>
                  <a:lnTo>
                    <a:pt x="376605" y="33528"/>
                  </a:lnTo>
                  <a:lnTo>
                    <a:pt x="376605" y="12192"/>
                  </a:lnTo>
                  <a:lnTo>
                    <a:pt x="367461" y="12192"/>
                  </a:lnTo>
                  <a:lnTo>
                    <a:pt x="367461" y="19646"/>
                  </a:lnTo>
                  <a:lnTo>
                    <a:pt x="297357" y="19646"/>
                  </a:lnTo>
                  <a:lnTo>
                    <a:pt x="297357" y="12026"/>
                  </a:lnTo>
                  <a:lnTo>
                    <a:pt x="376605" y="12026"/>
                  </a:lnTo>
                  <a:lnTo>
                    <a:pt x="376605" y="5676"/>
                  </a:lnTo>
                  <a:close/>
                </a:path>
                <a:path w="2265045" h="134620">
                  <a:moveTo>
                    <a:pt x="396519" y="117436"/>
                  </a:moveTo>
                  <a:lnTo>
                    <a:pt x="336981" y="117436"/>
                  </a:lnTo>
                  <a:lnTo>
                    <a:pt x="336981" y="109816"/>
                  </a:lnTo>
                  <a:lnTo>
                    <a:pt x="388899" y="109816"/>
                  </a:lnTo>
                  <a:lnTo>
                    <a:pt x="388899" y="103720"/>
                  </a:lnTo>
                  <a:lnTo>
                    <a:pt x="336981" y="103720"/>
                  </a:lnTo>
                  <a:lnTo>
                    <a:pt x="336981" y="96100"/>
                  </a:lnTo>
                  <a:lnTo>
                    <a:pt x="327837" y="96100"/>
                  </a:lnTo>
                  <a:lnTo>
                    <a:pt x="327837" y="103720"/>
                  </a:lnTo>
                  <a:lnTo>
                    <a:pt x="276021" y="103720"/>
                  </a:lnTo>
                  <a:lnTo>
                    <a:pt x="276021" y="109816"/>
                  </a:lnTo>
                  <a:lnTo>
                    <a:pt x="327837" y="109816"/>
                  </a:lnTo>
                  <a:lnTo>
                    <a:pt x="327837" y="117436"/>
                  </a:lnTo>
                  <a:lnTo>
                    <a:pt x="268401" y="117436"/>
                  </a:lnTo>
                  <a:lnTo>
                    <a:pt x="268401" y="125056"/>
                  </a:lnTo>
                  <a:lnTo>
                    <a:pt x="396519" y="125056"/>
                  </a:lnTo>
                  <a:lnTo>
                    <a:pt x="396519" y="117436"/>
                  </a:lnTo>
                  <a:close/>
                </a:path>
                <a:path w="2265045" h="134620">
                  <a:moveTo>
                    <a:pt x="396519" y="45720"/>
                  </a:moveTo>
                  <a:lnTo>
                    <a:pt x="268401" y="45720"/>
                  </a:lnTo>
                  <a:lnTo>
                    <a:pt x="268401" y="53340"/>
                  </a:lnTo>
                  <a:lnTo>
                    <a:pt x="396519" y="53340"/>
                  </a:lnTo>
                  <a:lnTo>
                    <a:pt x="396519" y="45720"/>
                  </a:lnTo>
                  <a:close/>
                </a:path>
                <a:path w="2265045" h="134620">
                  <a:moveTo>
                    <a:pt x="449859" y="68681"/>
                  </a:moveTo>
                  <a:lnTo>
                    <a:pt x="445287" y="62585"/>
                  </a:lnTo>
                  <a:lnTo>
                    <a:pt x="441223" y="59537"/>
                  </a:lnTo>
                  <a:lnTo>
                    <a:pt x="439191" y="58013"/>
                  </a:lnTo>
                  <a:lnTo>
                    <a:pt x="437591" y="56388"/>
                  </a:lnTo>
                  <a:lnTo>
                    <a:pt x="433095" y="51816"/>
                  </a:lnTo>
                  <a:lnTo>
                    <a:pt x="428523" y="56388"/>
                  </a:lnTo>
                  <a:lnTo>
                    <a:pt x="428523" y="36576"/>
                  </a:lnTo>
                  <a:lnTo>
                    <a:pt x="445287" y="36576"/>
                  </a:lnTo>
                  <a:lnTo>
                    <a:pt x="445287" y="28956"/>
                  </a:lnTo>
                  <a:lnTo>
                    <a:pt x="428523" y="28956"/>
                  </a:lnTo>
                  <a:lnTo>
                    <a:pt x="428523" y="3048"/>
                  </a:lnTo>
                  <a:lnTo>
                    <a:pt x="419379" y="3048"/>
                  </a:lnTo>
                  <a:lnTo>
                    <a:pt x="419379" y="28956"/>
                  </a:lnTo>
                  <a:lnTo>
                    <a:pt x="401091" y="28956"/>
                  </a:lnTo>
                  <a:lnTo>
                    <a:pt x="401091" y="36576"/>
                  </a:lnTo>
                  <a:lnTo>
                    <a:pt x="419379" y="36576"/>
                  </a:lnTo>
                  <a:lnTo>
                    <a:pt x="416521" y="49110"/>
                  </a:lnTo>
                  <a:lnTo>
                    <a:pt x="412521" y="61391"/>
                  </a:lnTo>
                  <a:lnTo>
                    <a:pt x="407403" y="73050"/>
                  </a:lnTo>
                  <a:lnTo>
                    <a:pt x="401091" y="83921"/>
                  </a:lnTo>
                  <a:lnTo>
                    <a:pt x="402615" y="86969"/>
                  </a:lnTo>
                  <a:lnTo>
                    <a:pt x="404139" y="91541"/>
                  </a:lnTo>
                  <a:lnTo>
                    <a:pt x="404139" y="94589"/>
                  </a:lnTo>
                  <a:lnTo>
                    <a:pt x="408736" y="88176"/>
                  </a:lnTo>
                  <a:lnTo>
                    <a:pt x="412902" y="80873"/>
                  </a:lnTo>
                  <a:lnTo>
                    <a:pt x="416572" y="72301"/>
                  </a:lnTo>
                  <a:lnTo>
                    <a:pt x="419379" y="62585"/>
                  </a:lnTo>
                  <a:lnTo>
                    <a:pt x="419379" y="129641"/>
                  </a:lnTo>
                  <a:lnTo>
                    <a:pt x="428523" y="129641"/>
                  </a:lnTo>
                  <a:lnTo>
                    <a:pt x="428523" y="62585"/>
                  </a:lnTo>
                  <a:lnTo>
                    <a:pt x="428523" y="59537"/>
                  </a:lnTo>
                  <a:lnTo>
                    <a:pt x="443763" y="74777"/>
                  </a:lnTo>
                  <a:lnTo>
                    <a:pt x="449859" y="68681"/>
                  </a:lnTo>
                  <a:close/>
                </a:path>
                <a:path w="2265045" h="134620">
                  <a:moveTo>
                    <a:pt x="530720" y="118973"/>
                  </a:moveTo>
                  <a:lnTo>
                    <a:pt x="522693" y="114134"/>
                  </a:lnTo>
                  <a:lnTo>
                    <a:pt x="514832" y="108877"/>
                  </a:lnTo>
                  <a:lnTo>
                    <a:pt x="509905" y="105257"/>
                  </a:lnTo>
                  <a:lnTo>
                    <a:pt x="507276" y="103327"/>
                  </a:lnTo>
                  <a:lnTo>
                    <a:pt x="500151" y="97637"/>
                  </a:lnTo>
                  <a:lnTo>
                    <a:pt x="505434" y="90017"/>
                  </a:lnTo>
                  <a:lnTo>
                    <a:pt x="506704" y="88176"/>
                  </a:lnTo>
                  <a:lnTo>
                    <a:pt x="512533" y="78003"/>
                  </a:lnTo>
                  <a:lnTo>
                    <a:pt x="517512" y="66941"/>
                  </a:lnTo>
                  <a:lnTo>
                    <a:pt x="517575" y="66763"/>
                  </a:lnTo>
                  <a:lnTo>
                    <a:pt x="521487" y="54864"/>
                  </a:lnTo>
                  <a:lnTo>
                    <a:pt x="521487" y="45720"/>
                  </a:lnTo>
                  <a:lnTo>
                    <a:pt x="510819" y="45720"/>
                  </a:lnTo>
                  <a:lnTo>
                    <a:pt x="510819" y="54864"/>
                  </a:lnTo>
                  <a:lnTo>
                    <a:pt x="507987" y="64033"/>
                  </a:lnTo>
                  <a:lnTo>
                    <a:pt x="504151" y="73050"/>
                  </a:lnTo>
                  <a:lnTo>
                    <a:pt x="499465" y="81749"/>
                  </a:lnTo>
                  <a:lnTo>
                    <a:pt x="494055" y="90017"/>
                  </a:lnTo>
                  <a:lnTo>
                    <a:pt x="486359" y="79108"/>
                  </a:lnTo>
                  <a:lnTo>
                    <a:pt x="479386" y="66763"/>
                  </a:lnTo>
                  <a:lnTo>
                    <a:pt x="476250" y="59537"/>
                  </a:lnTo>
                  <a:lnTo>
                    <a:pt x="473265" y="52679"/>
                  </a:lnTo>
                  <a:lnTo>
                    <a:pt x="468147" y="36576"/>
                  </a:lnTo>
                  <a:lnTo>
                    <a:pt x="468147" y="18288"/>
                  </a:lnTo>
                  <a:lnTo>
                    <a:pt x="500151" y="18288"/>
                  </a:lnTo>
                  <a:lnTo>
                    <a:pt x="487959" y="45720"/>
                  </a:lnTo>
                  <a:lnTo>
                    <a:pt x="487959" y="54864"/>
                  </a:lnTo>
                  <a:lnTo>
                    <a:pt x="510819" y="54864"/>
                  </a:lnTo>
                  <a:lnTo>
                    <a:pt x="510819" y="45720"/>
                  </a:lnTo>
                  <a:lnTo>
                    <a:pt x="498627" y="45720"/>
                  </a:lnTo>
                  <a:lnTo>
                    <a:pt x="510819" y="19812"/>
                  </a:lnTo>
                  <a:lnTo>
                    <a:pt x="510819" y="9144"/>
                  </a:lnTo>
                  <a:lnTo>
                    <a:pt x="446811" y="9144"/>
                  </a:lnTo>
                  <a:lnTo>
                    <a:pt x="446811" y="18288"/>
                  </a:lnTo>
                  <a:lnTo>
                    <a:pt x="457479" y="18288"/>
                  </a:lnTo>
                  <a:lnTo>
                    <a:pt x="457517" y="19812"/>
                  </a:lnTo>
                  <a:lnTo>
                    <a:pt x="458000" y="36576"/>
                  </a:lnTo>
                  <a:lnTo>
                    <a:pt x="457936" y="45720"/>
                  </a:lnTo>
                  <a:lnTo>
                    <a:pt x="457860" y="49110"/>
                  </a:lnTo>
                  <a:lnTo>
                    <a:pt x="457771" y="52679"/>
                  </a:lnTo>
                  <a:lnTo>
                    <a:pt x="457669" y="57200"/>
                  </a:lnTo>
                  <a:lnTo>
                    <a:pt x="457593" y="58013"/>
                  </a:lnTo>
                  <a:lnTo>
                    <a:pt x="456412" y="71513"/>
                  </a:lnTo>
                  <a:lnTo>
                    <a:pt x="454431" y="82397"/>
                  </a:lnTo>
                  <a:lnTo>
                    <a:pt x="450672" y="92659"/>
                  </a:lnTo>
                  <a:lnTo>
                    <a:pt x="446049" y="102781"/>
                  </a:lnTo>
                  <a:lnTo>
                    <a:pt x="440283" y="112610"/>
                  </a:lnTo>
                  <a:lnTo>
                    <a:pt x="433095" y="122021"/>
                  </a:lnTo>
                  <a:lnTo>
                    <a:pt x="440715" y="129641"/>
                  </a:lnTo>
                  <a:lnTo>
                    <a:pt x="464070" y="80124"/>
                  </a:lnTo>
                  <a:lnTo>
                    <a:pt x="466623" y="59537"/>
                  </a:lnTo>
                  <a:lnTo>
                    <a:pt x="471220" y="70408"/>
                  </a:lnTo>
                  <a:lnTo>
                    <a:pt x="475957" y="80302"/>
                  </a:lnTo>
                  <a:lnTo>
                    <a:pt x="480987" y="89319"/>
                  </a:lnTo>
                  <a:lnTo>
                    <a:pt x="486435" y="97637"/>
                  </a:lnTo>
                  <a:lnTo>
                    <a:pt x="480174" y="104228"/>
                  </a:lnTo>
                  <a:lnTo>
                    <a:pt x="472909" y="110401"/>
                  </a:lnTo>
                  <a:lnTo>
                    <a:pt x="464794" y="116281"/>
                  </a:lnTo>
                  <a:lnTo>
                    <a:pt x="455955" y="122021"/>
                  </a:lnTo>
                  <a:lnTo>
                    <a:pt x="460527" y="126593"/>
                  </a:lnTo>
                  <a:lnTo>
                    <a:pt x="494055" y="105257"/>
                  </a:lnTo>
                  <a:lnTo>
                    <a:pt x="500265" y="111823"/>
                  </a:lnTo>
                  <a:lnTo>
                    <a:pt x="507199" y="117830"/>
                  </a:lnTo>
                  <a:lnTo>
                    <a:pt x="514413" y="123253"/>
                  </a:lnTo>
                  <a:lnTo>
                    <a:pt x="521487" y="128117"/>
                  </a:lnTo>
                  <a:lnTo>
                    <a:pt x="524535" y="123545"/>
                  </a:lnTo>
                  <a:lnTo>
                    <a:pt x="527672" y="120497"/>
                  </a:lnTo>
                  <a:lnTo>
                    <a:pt x="530720" y="118973"/>
                  </a:lnTo>
                  <a:close/>
                </a:path>
                <a:path w="2265045" h="134620">
                  <a:moveTo>
                    <a:pt x="574916" y="35052"/>
                  </a:moveTo>
                  <a:lnTo>
                    <a:pt x="564248" y="30480"/>
                  </a:lnTo>
                  <a:lnTo>
                    <a:pt x="557161" y="49987"/>
                  </a:lnTo>
                  <a:lnTo>
                    <a:pt x="549770" y="67335"/>
                  </a:lnTo>
                  <a:lnTo>
                    <a:pt x="542391" y="82651"/>
                  </a:lnTo>
                  <a:lnTo>
                    <a:pt x="535292" y="96100"/>
                  </a:lnTo>
                  <a:lnTo>
                    <a:pt x="538340" y="97624"/>
                  </a:lnTo>
                  <a:lnTo>
                    <a:pt x="542912" y="100672"/>
                  </a:lnTo>
                  <a:lnTo>
                    <a:pt x="545960" y="102196"/>
                  </a:lnTo>
                  <a:lnTo>
                    <a:pt x="553707" y="85940"/>
                  </a:lnTo>
                  <a:lnTo>
                    <a:pt x="561009" y="69240"/>
                  </a:lnTo>
                  <a:lnTo>
                    <a:pt x="568045" y="52222"/>
                  </a:lnTo>
                  <a:lnTo>
                    <a:pt x="574916" y="35052"/>
                  </a:lnTo>
                  <a:close/>
                </a:path>
                <a:path w="2265045" h="134620">
                  <a:moveTo>
                    <a:pt x="606920" y="3048"/>
                  </a:moveTo>
                  <a:lnTo>
                    <a:pt x="594728" y="3048"/>
                  </a:lnTo>
                  <a:lnTo>
                    <a:pt x="594728" y="112864"/>
                  </a:lnTo>
                  <a:lnTo>
                    <a:pt x="591680" y="115912"/>
                  </a:lnTo>
                  <a:lnTo>
                    <a:pt x="574916" y="115912"/>
                  </a:lnTo>
                  <a:lnTo>
                    <a:pt x="565772" y="114388"/>
                  </a:lnTo>
                  <a:lnTo>
                    <a:pt x="568820" y="123532"/>
                  </a:lnTo>
                  <a:lnTo>
                    <a:pt x="568820" y="126580"/>
                  </a:lnTo>
                  <a:lnTo>
                    <a:pt x="576440" y="126580"/>
                  </a:lnTo>
                  <a:lnTo>
                    <a:pt x="582536" y="128104"/>
                  </a:lnTo>
                  <a:lnTo>
                    <a:pt x="588632" y="128104"/>
                  </a:lnTo>
                  <a:lnTo>
                    <a:pt x="596633" y="126961"/>
                  </a:lnTo>
                  <a:lnTo>
                    <a:pt x="602348" y="123532"/>
                  </a:lnTo>
                  <a:lnTo>
                    <a:pt x="605777" y="117817"/>
                  </a:lnTo>
                  <a:lnTo>
                    <a:pt x="606056" y="115912"/>
                  </a:lnTo>
                  <a:lnTo>
                    <a:pt x="606920" y="109816"/>
                  </a:lnTo>
                  <a:lnTo>
                    <a:pt x="606920" y="3048"/>
                  </a:lnTo>
                  <a:close/>
                </a:path>
                <a:path w="2265045" h="134620">
                  <a:moveTo>
                    <a:pt x="663308" y="94576"/>
                  </a:moveTo>
                  <a:lnTo>
                    <a:pt x="655955" y="78587"/>
                  </a:lnTo>
                  <a:lnTo>
                    <a:pt x="647877" y="62725"/>
                  </a:lnTo>
                  <a:lnTo>
                    <a:pt x="639521" y="47142"/>
                  </a:lnTo>
                  <a:lnTo>
                    <a:pt x="631304" y="32004"/>
                  </a:lnTo>
                  <a:lnTo>
                    <a:pt x="622160" y="36576"/>
                  </a:lnTo>
                  <a:lnTo>
                    <a:pt x="629285" y="50876"/>
                  </a:lnTo>
                  <a:lnTo>
                    <a:pt x="636828" y="66344"/>
                  </a:lnTo>
                  <a:lnTo>
                    <a:pt x="644664" y="82943"/>
                  </a:lnTo>
                  <a:lnTo>
                    <a:pt x="652640" y="100672"/>
                  </a:lnTo>
                  <a:lnTo>
                    <a:pt x="663308" y="94576"/>
                  </a:lnTo>
                  <a:close/>
                </a:path>
                <a:path w="2265045" h="134620">
                  <a:moveTo>
                    <a:pt x="786853" y="10668"/>
                  </a:moveTo>
                  <a:lnTo>
                    <a:pt x="776185" y="10668"/>
                  </a:lnTo>
                  <a:lnTo>
                    <a:pt x="766178" y="24714"/>
                  </a:lnTo>
                  <a:lnTo>
                    <a:pt x="759040" y="39636"/>
                  </a:lnTo>
                  <a:lnTo>
                    <a:pt x="754748" y="55714"/>
                  </a:lnTo>
                  <a:lnTo>
                    <a:pt x="753325" y="73240"/>
                  </a:lnTo>
                  <a:lnTo>
                    <a:pt x="754748" y="90703"/>
                  </a:lnTo>
                  <a:lnTo>
                    <a:pt x="759040" y="106578"/>
                  </a:lnTo>
                  <a:lnTo>
                    <a:pt x="766178" y="121043"/>
                  </a:lnTo>
                  <a:lnTo>
                    <a:pt x="776185" y="134200"/>
                  </a:lnTo>
                  <a:lnTo>
                    <a:pt x="786853" y="134200"/>
                  </a:lnTo>
                  <a:lnTo>
                    <a:pt x="776846" y="120827"/>
                  </a:lnTo>
                  <a:lnTo>
                    <a:pt x="769708" y="106006"/>
                  </a:lnTo>
                  <a:lnTo>
                    <a:pt x="765416" y="90055"/>
                  </a:lnTo>
                  <a:lnTo>
                    <a:pt x="763993" y="73240"/>
                  </a:lnTo>
                  <a:lnTo>
                    <a:pt x="765416" y="55714"/>
                  </a:lnTo>
                  <a:lnTo>
                    <a:pt x="769708" y="39636"/>
                  </a:lnTo>
                  <a:lnTo>
                    <a:pt x="776846" y="24714"/>
                  </a:lnTo>
                  <a:lnTo>
                    <a:pt x="786853" y="10668"/>
                  </a:lnTo>
                  <a:close/>
                </a:path>
                <a:path w="2265045" h="134620">
                  <a:moveTo>
                    <a:pt x="841806" y="4572"/>
                  </a:moveTo>
                  <a:lnTo>
                    <a:pt x="831138" y="1524"/>
                  </a:lnTo>
                  <a:lnTo>
                    <a:pt x="825741" y="17475"/>
                  </a:lnTo>
                  <a:lnTo>
                    <a:pt x="818756" y="33159"/>
                  </a:lnTo>
                  <a:lnTo>
                    <a:pt x="810310" y="48285"/>
                  </a:lnTo>
                  <a:lnTo>
                    <a:pt x="800569" y="62572"/>
                  </a:lnTo>
                  <a:lnTo>
                    <a:pt x="802093" y="65620"/>
                  </a:lnTo>
                  <a:lnTo>
                    <a:pt x="803617" y="70192"/>
                  </a:lnTo>
                  <a:lnTo>
                    <a:pt x="805141" y="73240"/>
                  </a:lnTo>
                  <a:lnTo>
                    <a:pt x="809713" y="68668"/>
                  </a:lnTo>
                  <a:lnTo>
                    <a:pt x="814374" y="61048"/>
                  </a:lnTo>
                  <a:lnTo>
                    <a:pt x="817422" y="54864"/>
                  </a:lnTo>
                  <a:lnTo>
                    <a:pt x="817422" y="128104"/>
                  </a:lnTo>
                  <a:lnTo>
                    <a:pt x="828090" y="128104"/>
                  </a:lnTo>
                  <a:lnTo>
                    <a:pt x="828090" y="54864"/>
                  </a:lnTo>
                  <a:lnTo>
                    <a:pt x="828090" y="36576"/>
                  </a:lnTo>
                  <a:lnTo>
                    <a:pt x="841806" y="4572"/>
                  </a:lnTo>
                  <a:close/>
                </a:path>
                <a:path w="2265045" h="134620">
                  <a:moveTo>
                    <a:pt x="931722" y="117436"/>
                  </a:moveTo>
                  <a:lnTo>
                    <a:pt x="892098" y="91528"/>
                  </a:lnTo>
                  <a:lnTo>
                    <a:pt x="897610" y="83908"/>
                  </a:lnTo>
                  <a:lnTo>
                    <a:pt x="903300" y="76047"/>
                  </a:lnTo>
                  <a:lnTo>
                    <a:pt x="911910" y="59105"/>
                  </a:lnTo>
                  <a:lnTo>
                    <a:pt x="918248" y="40449"/>
                  </a:lnTo>
                  <a:lnTo>
                    <a:pt x="922578" y="19812"/>
                  </a:lnTo>
                  <a:lnTo>
                    <a:pt x="922578" y="10668"/>
                  </a:lnTo>
                  <a:lnTo>
                    <a:pt x="910386" y="10668"/>
                  </a:lnTo>
                  <a:lnTo>
                    <a:pt x="910386" y="19812"/>
                  </a:lnTo>
                  <a:lnTo>
                    <a:pt x="907199" y="37541"/>
                  </a:lnTo>
                  <a:lnTo>
                    <a:pt x="902004" y="54152"/>
                  </a:lnTo>
                  <a:lnTo>
                    <a:pt x="894537" y="69608"/>
                  </a:lnTo>
                  <a:lnTo>
                    <a:pt x="884478" y="83908"/>
                  </a:lnTo>
                  <a:lnTo>
                    <a:pt x="875322" y="70472"/>
                  </a:lnTo>
                  <a:lnTo>
                    <a:pt x="875195" y="70192"/>
                  </a:lnTo>
                  <a:lnTo>
                    <a:pt x="868286" y="55295"/>
                  </a:lnTo>
                  <a:lnTo>
                    <a:pt x="863269" y="38404"/>
                  </a:lnTo>
                  <a:lnTo>
                    <a:pt x="860094" y="19812"/>
                  </a:lnTo>
                  <a:lnTo>
                    <a:pt x="910386" y="19812"/>
                  </a:lnTo>
                  <a:lnTo>
                    <a:pt x="910386" y="10668"/>
                  </a:lnTo>
                  <a:lnTo>
                    <a:pt x="843330" y="10668"/>
                  </a:lnTo>
                  <a:lnTo>
                    <a:pt x="843330" y="19812"/>
                  </a:lnTo>
                  <a:lnTo>
                    <a:pt x="850950" y="19812"/>
                  </a:lnTo>
                  <a:lnTo>
                    <a:pt x="853503" y="40449"/>
                  </a:lnTo>
                  <a:lnTo>
                    <a:pt x="858761" y="59105"/>
                  </a:lnTo>
                  <a:lnTo>
                    <a:pt x="866597" y="76047"/>
                  </a:lnTo>
                  <a:lnTo>
                    <a:pt x="876858" y="91528"/>
                  </a:lnTo>
                  <a:lnTo>
                    <a:pt x="868083" y="99225"/>
                  </a:lnTo>
                  <a:lnTo>
                    <a:pt x="857808" y="106387"/>
                  </a:lnTo>
                  <a:lnTo>
                    <a:pt x="846429" y="112966"/>
                  </a:lnTo>
                  <a:lnTo>
                    <a:pt x="834186" y="118960"/>
                  </a:lnTo>
                  <a:lnTo>
                    <a:pt x="841806" y="126580"/>
                  </a:lnTo>
                  <a:lnTo>
                    <a:pt x="884478" y="100672"/>
                  </a:lnTo>
                  <a:lnTo>
                    <a:pt x="892797" y="108394"/>
                  </a:lnTo>
                  <a:lnTo>
                    <a:pt x="901814" y="115531"/>
                  </a:lnTo>
                  <a:lnTo>
                    <a:pt x="911555" y="122008"/>
                  </a:lnTo>
                  <a:lnTo>
                    <a:pt x="922578" y="128104"/>
                  </a:lnTo>
                  <a:lnTo>
                    <a:pt x="925626" y="125056"/>
                  </a:lnTo>
                  <a:lnTo>
                    <a:pt x="927150" y="122008"/>
                  </a:lnTo>
                  <a:lnTo>
                    <a:pt x="931722" y="117436"/>
                  </a:lnTo>
                  <a:close/>
                </a:path>
                <a:path w="2265045" h="134620">
                  <a:moveTo>
                    <a:pt x="988212" y="62572"/>
                  </a:moveTo>
                  <a:lnTo>
                    <a:pt x="966876" y="33528"/>
                  </a:lnTo>
                  <a:lnTo>
                    <a:pt x="969924" y="21336"/>
                  </a:lnTo>
                  <a:lnTo>
                    <a:pt x="971448" y="13716"/>
                  </a:lnTo>
                  <a:lnTo>
                    <a:pt x="960780" y="12192"/>
                  </a:lnTo>
                  <a:lnTo>
                    <a:pt x="957326" y="29413"/>
                  </a:lnTo>
                  <a:lnTo>
                    <a:pt x="951738" y="44780"/>
                  </a:lnTo>
                  <a:lnTo>
                    <a:pt x="944181" y="58737"/>
                  </a:lnTo>
                  <a:lnTo>
                    <a:pt x="934770" y="71716"/>
                  </a:lnTo>
                  <a:lnTo>
                    <a:pt x="937818" y="73240"/>
                  </a:lnTo>
                  <a:lnTo>
                    <a:pt x="939342" y="76288"/>
                  </a:lnTo>
                  <a:lnTo>
                    <a:pt x="942390" y="79336"/>
                  </a:lnTo>
                  <a:lnTo>
                    <a:pt x="948702" y="71069"/>
                  </a:lnTo>
                  <a:lnTo>
                    <a:pt x="954024" y="62344"/>
                  </a:lnTo>
                  <a:lnTo>
                    <a:pt x="958583" y="53162"/>
                  </a:lnTo>
                  <a:lnTo>
                    <a:pt x="962304" y="44196"/>
                  </a:lnTo>
                  <a:lnTo>
                    <a:pt x="966660" y="49301"/>
                  </a:lnTo>
                  <a:lnTo>
                    <a:pt x="970876" y="55295"/>
                  </a:lnTo>
                  <a:lnTo>
                    <a:pt x="975372" y="61849"/>
                  </a:lnTo>
                  <a:lnTo>
                    <a:pt x="980592" y="68668"/>
                  </a:lnTo>
                  <a:lnTo>
                    <a:pt x="988212" y="62572"/>
                  </a:lnTo>
                  <a:close/>
                </a:path>
                <a:path w="2265045" h="134620">
                  <a:moveTo>
                    <a:pt x="1062888" y="112864"/>
                  </a:moveTo>
                  <a:lnTo>
                    <a:pt x="1004976" y="112864"/>
                  </a:lnTo>
                  <a:lnTo>
                    <a:pt x="1004976" y="88480"/>
                  </a:lnTo>
                  <a:lnTo>
                    <a:pt x="1047648" y="88480"/>
                  </a:lnTo>
                  <a:lnTo>
                    <a:pt x="1047648" y="77812"/>
                  </a:lnTo>
                  <a:lnTo>
                    <a:pt x="1004976" y="77812"/>
                  </a:lnTo>
                  <a:lnTo>
                    <a:pt x="1004976" y="1524"/>
                  </a:lnTo>
                  <a:lnTo>
                    <a:pt x="994308" y="1524"/>
                  </a:lnTo>
                  <a:lnTo>
                    <a:pt x="994308" y="77812"/>
                  </a:lnTo>
                  <a:lnTo>
                    <a:pt x="950010" y="77812"/>
                  </a:lnTo>
                  <a:lnTo>
                    <a:pt x="950010" y="88480"/>
                  </a:lnTo>
                  <a:lnTo>
                    <a:pt x="994308" y="88480"/>
                  </a:lnTo>
                  <a:lnTo>
                    <a:pt x="994308" y="112864"/>
                  </a:lnTo>
                  <a:lnTo>
                    <a:pt x="936294" y="112864"/>
                  </a:lnTo>
                  <a:lnTo>
                    <a:pt x="936294" y="123532"/>
                  </a:lnTo>
                  <a:lnTo>
                    <a:pt x="1062888" y="123532"/>
                  </a:lnTo>
                  <a:lnTo>
                    <a:pt x="1062888" y="112864"/>
                  </a:lnTo>
                  <a:close/>
                </a:path>
                <a:path w="2265045" h="134620">
                  <a:moveTo>
                    <a:pt x="1062888" y="64096"/>
                  </a:moveTo>
                  <a:lnTo>
                    <a:pt x="1044587" y="45720"/>
                  </a:lnTo>
                  <a:lnTo>
                    <a:pt x="1036980" y="38100"/>
                  </a:lnTo>
                  <a:lnTo>
                    <a:pt x="1043076" y="22860"/>
                  </a:lnTo>
                  <a:lnTo>
                    <a:pt x="1044600" y="15240"/>
                  </a:lnTo>
                  <a:lnTo>
                    <a:pt x="1033932" y="12192"/>
                  </a:lnTo>
                  <a:lnTo>
                    <a:pt x="1029665" y="27355"/>
                  </a:lnTo>
                  <a:lnTo>
                    <a:pt x="1023835" y="40970"/>
                  </a:lnTo>
                  <a:lnTo>
                    <a:pt x="1016571" y="53162"/>
                  </a:lnTo>
                  <a:lnTo>
                    <a:pt x="1008024" y="64096"/>
                  </a:lnTo>
                  <a:lnTo>
                    <a:pt x="1015644" y="71716"/>
                  </a:lnTo>
                  <a:lnTo>
                    <a:pt x="1032408" y="45720"/>
                  </a:lnTo>
                  <a:lnTo>
                    <a:pt x="1037259" y="51739"/>
                  </a:lnTo>
                  <a:lnTo>
                    <a:pt x="1042695" y="58343"/>
                  </a:lnTo>
                  <a:lnTo>
                    <a:pt x="1048689" y="65519"/>
                  </a:lnTo>
                  <a:lnTo>
                    <a:pt x="1055268" y="73240"/>
                  </a:lnTo>
                  <a:lnTo>
                    <a:pt x="1062888" y="64096"/>
                  </a:lnTo>
                  <a:close/>
                </a:path>
                <a:path w="2265045" h="134620">
                  <a:moveTo>
                    <a:pt x="1114806" y="27432"/>
                  </a:moveTo>
                  <a:lnTo>
                    <a:pt x="1097940" y="27432"/>
                  </a:lnTo>
                  <a:lnTo>
                    <a:pt x="1097940" y="1524"/>
                  </a:lnTo>
                  <a:lnTo>
                    <a:pt x="1088796" y="1524"/>
                  </a:lnTo>
                  <a:lnTo>
                    <a:pt x="1088796" y="27432"/>
                  </a:lnTo>
                  <a:lnTo>
                    <a:pt x="1068984" y="27432"/>
                  </a:lnTo>
                  <a:lnTo>
                    <a:pt x="1068984" y="36576"/>
                  </a:lnTo>
                  <a:lnTo>
                    <a:pt x="1087272" y="36576"/>
                  </a:lnTo>
                  <a:lnTo>
                    <a:pt x="1084173" y="48018"/>
                  </a:lnTo>
                  <a:lnTo>
                    <a:pt x="1079652" y="59486"/>
                  </a:lnTo>
                  <a:lnTo>
                    <a:pt x="1073988" y="70942"/>
                  </a:lnTo>
                  <a:lnTo>
                    <a:pt x="1067460" y="82384"/>
                  </a:lnTo>
                  <a:lnTo>
                    <a:pt x="1068984" y="86956"/>
                  </a:lnTo>
                  <a:lnTo>
                    <a:pt x="1069086" y="87147"/>
                  </a:lnTo>
                  <a:lnTo>
                    <a:pt x="1070508" y="90004"/>
                  </a:lnTo>
                  <a:lnTo>
                    <a:pt x="1072032" y="94576"/>
                  </a:lnTo>
                  <a:lnTo>
                    <a:pt x="1072146" y="94386"/>
                  </a:lnTo>
                  <a:lnTo>
                    <a:pt x="1085164" y="68668"/>
                  </a:lnTo>
                  <a:lnTo>
                    <a:pt x="1088796" y="58000"/>
                  </a:lnTo>
                  <a:lnTo>
                    <a:pt x="1088796" y="128104"/>
                  </a:lnTo>
                  <a:lnTo>
                    <a:pt x="1097940" y="128104"/>
                  </a:lnTo>
                  <a:lnTo>
                    <a:pt x="1097940" y="58000"/>
                  </a:lnTo>
                  <a:lnTo>
                    <a:pt x="1097940" y="36576"/>
                  </a:lnTo>
                  <a:lnTo>
                    <a:pt x="1114806" y="36576"/>
                  </a:lnTo>
                  <a:lnTo>
                    <a:pt x="1114806" y="27432"/>
                  </a:lnTo>
                  <a:close/>
                </a:path>
                <a:path w="2265045" h="134620">
                  <a:moveTo>
                    <a:pt x="1117854" y="67144"/>
                  </a:moveTo>
                  <a:lnTo>
                    <a:pt x="1108710" y="58000"/>
                  </a:lnTo>
                  <a:lnTo>
                    <a:pt x="1102614" y="53340"/>
                  </a:lnTo>
                  <a:lnTo>
                    <a:pt x="1097978" y="59486"/>
                  </a:lnTo>
                  <a:lnTo>
                    <a:pt x="1107186" y="68668"/>
                  </a:lnTo>
                  <a:lnTo>
                    <a:pt x="1107274" y="68859"/>
                  </a:lnTo>
                  <a:lnTo>
                    <a:pt x="1110234" y="74764"/>
                  </a:lnTo>
                  <a:lnTo>
                    <a:pt x="1117854" y="67144"/>
                  </a:lnTo>
                  <a:close/>
                </a:path>
                <a:path w="2265045" h="134620">
                  <a:moveTo>
                    <a:pt x="1137666" y="73240"/>
                  </a:moveTo>
                  <a:lnTo>
                    <a:pt x="1126998" y="68668"/>
                  </a:lnTo>
                  <a:lnTo>
                    <a:pt x="1126909" y="68859"/>
                  </a:lnTo>
                  <a:lnTo>
                    <a:pt x="1122159" y="80670"/>
                  </a:lnTo>
                  <a:lnTo>
                    <a:pt x="1116901" y="91528"/>
                  </a:lnTo>
                  <a:lnTo>
                    <a:pt x="1111351" y="101244"/>
                  </a:lnTo>
                  <a:lnTo>
                    <a:pt x="1105662" y="109816"/>
                  </a:lnTo>
                  <a:lnTo>
                    <a:pt x="1110234" y="111340"/>
                  </a:lnTo>
                  <a:lnTo>
                    <a:pt x="1116330" y="114388"/>
                  </a:lnTo>
                  <a:lnTo>
                    <a:pt x="1121270" y="104749"/>
                  </a:lnTo>
                  <a:lnTo>
                    <a:pt x="1131963" y="84391"/>
                  </a:lnTo>
                  <a:lnTo>
                    <a:pt x="1137666" y="73240"/>
                  </a:lnTo>
                  <a:close/>
                </a:path>
                <a:path w="2265045" h="134620">
                  <a:moveTo>
                    <a:pt x="1191006" y="9144"/>
                  </a:moveTo>
                  <a:lnTo>
                    <a:pt x="1120902" y="9144"/>
                  </a:lnTo>
                  <a:lnTo>
                    <a:pt x="1120902" y="18288"/>
                  </a:lnTo>
                  <a:lnTo>
                    <a:pt x="1191006" y="18288"/>
                  </a:lnTo>
                  <a:lnTo>
                    <a:pt x="1191006" y="9144"/>
                  </a:lnTo>
                  <a:close/>
                </a:path>
                <a:path w="2265045" h="134620">
                  <a:moveTo>
                    <a:pt x="1197102" y="47244"/>
                  </a:moveTo>
                  <a:lnTo>
                    <a:pt x="1114806" y="47244"/>
                  </a:lnTo>
                  <a:lnTo>
                    <a:pt x="1114806" y="56388"/>
                  </a:lnTo>
                  <a:lnTo>
                    <a:pt x="1149858" y="56388"/>
                  </a:lnTo>
                  <a:lnTo>
                    <a:pt x="1149858" y="114388"/>
                  </a:lnTo>
                  <a:lnTo>
                    <a:pt x="1148334" y="117436"/>
                  </a:lnTo>
                  <a:lnTo>
                    <a:pt x="1131570" y="117436"/>
                  </a:lnTo>
                  <a:lnTo>
                    <a:pt x="1126998" y="115912"/>
                  </a:lnTo>
                  <a:lnTo>
                    <a:pt x="1126998" y="123532"/>
                  </a:lnTo>
                  <a:lnTo>
                    <a:pt x="1128522" y="126580"/>
                  </a:lnTo>
                  <a:lnTo>
                    <a:pt x="1155954" y="126580"/>
                  </a:lnTo>
                  <a:lnTo>
                    <a:pt x="1160526" y="122008"/>
                  </a:lnTo>
                  <a:lnTo>
                    <a:pt x="1160526" y="117436"/>
                  </a:lnTo>
                  <a:lnTo>
                    <a:pt x="1160526" y="56388"/>
                  </a:lnTo>
                  <a:lnTo>
                    <a:pt x="1197102" y="56388"/>
                  </a:lnTo>
                  <a:lnTo>
                    <a:pt x="1197102" y="47244"/>
                  </a:lnTo>
                  <a:close/>
                </a:path>
                <a:path w="2265045" h="134620">
                  <a:moveTo>
                    <a:pt x="1198626" y="109816"/>
                  </a:moveTo>
                  <a:lnTo>
                    <a:pt x="1194663" y="101041"/>
                  </a:lnTo>
                  <a:lnTo>
                    <a:pt x="1189863" y="90957"/>
                  </a:lnTo>
                  <a:lnTo>
                    <a:pt x="1184478" y="80035"/>
                  </a:lnTo>
                  <a:lnTo>
                    <a:pt x="1178814" y="68668"/>
                  </a:lnTo>
                  <a:lnTo>
                    <a:pt x="1169670" y="73240"/>
                  </a:lnTo>
                  <a:lnTo>
                    <a:pt x="1174445" y="83743"/>
                  </a:lnTo>
                  <a:lnTo>
                    <a:pt x="1179461" y="94576"/>
                  </a:lnTo>
                  <a:lnTo>
                    <a:pt x="1184109" y="104965"/>
                  </a:lnTo>
                  <a:lnTo>
                    <a:pt x="1187958" y="114388"/>
                  </a:lnTo>
                  <a:lnTo>
                    <a:pt x="1198626" y="109816"/>
                  </a:lnTo>
                  <a:close/>
                </a:path>
                <a:path w="2265045" h="134620">
                  <a:moveTo>
                    <a:pt x="1227569" y="100672"/>
                  </a:moveTo>
                  <a:lnTo>
                    <a:pt x="1218425" y="94576"/>
                  </a:lnTo>
                  <a:lnTo>
                    <a:pt x="1214094" y="102298"/>
                  </a:lnTo>
                  <a:lnTo>
                    <a:pt x="1210043" y="109435"/>
                  </a:lnTo>
                  <a:lnTo>
                    <a:pt x="1206004" y="116014"/>
                  </a:lnTo>
                  <a:lnTo>
                    <a:pt x="1201661" y="122008"/>
                  </a:lnTo>
                  <a:lnTo>
                    <a:pt x="1210805" y="128104"/>
                  </a:lnTo>
                  <a:lnTo>
                    <a:pt x="1214501" y="122961"/>
                  </a:lnTo>
                  <a:lnTo>
                    <a:pt x="1218615" y="116674"/>
                  </a:lnTo>
                  <a:lnTo>
                    <a:pt x="1223022" y="109245"/>
                  </a:lnTo>
                  <a:lnTo>
                    <a:pt x="1227569" y="100672"/>
                  </a:lnTo>
                  <a:close/>
                </a:path>
                <a:path w="2265045" h="134620">
                  <a:moveTo>
                    <a:pt x="1259674" y="122008"/>
                  </a:moveTo>
                  <a:lnTo>
                    <a:pt x="1250530" y="94576"/>
                  </a:lnTo>
                  <a:lnTo>
                    <a:pt x="1239761" y="97624"/>
                  </a:lnTo>
                  <a:lnTo>
                    <a:pt x="1242923" y="104508"/>
                  </a:lnTo>
                  <a:lnTo>
                    <a:pt x="1245527" y="111531"/>
                  </a:lnTo>
                  <a:lnTo>
                    <a:pt x="1247559" y="118846"/>
                  </a:lnTo>
                  <a:lnTo>
                    <a:pt x="1249006" y="126580"/>
                  </a:lnTo>
                  <a:lnTo>
                    <a:pt x="1259674" y="122008"/>
                  </a:lnTo>
                  <a:close/>
                </a:path>
                <a:path w="2265045" h="134620">
                  <a:moveTo>
                    <a:pt x="1291678" y="120484"/>
                  </a:moveTo>
                  <a:lnTo>
                    <a:pt x="1289367" y="113626"/>
                  </a:lnTo>
                  <a:lnTo>
                    <a:pt x="1286916" y="106768"/>
                  </a:lnTo>
                  <a:lnTo>
                    <a:pt x="1284173" y="99910"/>
                  </a:lnTo>
                  <a:lnTo>
                    <a:pt x="1281010" y="93052"/>
                  </a:lnTo>
                  <a:lnTo>
                    <a:pt x="1271866" y="97624"/>
                  </a:lnTo>
                  <a:lnTo>
                    <a:pt x="1275029" y="105346"/>
                  </a:lnTo>
                  <a:lnTo>
                    <a:pt x="1277772" y="112483"/>
                  </a:lnTo>
                  <a:lnTo>
                    <a:pt x="1280223" y="119062"/>
                  </a:lnTo>
                  <a:lnTo>
                    <a:pt x="1282534" y="125056"/>
                  </a:lnTo>
                  <a:lnTo>
                    <a:pt x="1291678" y="120484"/>
                  </a:lnTo>
                  <a:close/>
                </a:path>
                <a:path w="2265045" h="134620">
                  <a:moveTo>
                    <a:pt x="1328254" y="16764"/>
                  </a:moveTo>
                  <a:lnTo>
                    <a:pt x="1270342" y="16764"/>
                  </a:lnTo>
                  <a:lnTo>
                    <a:pt x="1270342" y="0"/>
                  </a:lnTo>
                  <a:lnTo>
                    <a:pt x="1259674" y="0"/>
                  </a:lnTo>
                  <a:lnTo>
                    <a:pt x="1259674" y="41148"/>
                  </a:lnTo>
                  <a:lnTo>
                    <a:pt x="1218425" y="41148"/>
                  </a:lnTo>
                  <a:lnTo>
                    <a:pt x="1218425" y="91528"/>
                  </a:lnTo>
                  <a:lnTo>
                    <a:pt x="1229093" y="91528"/>
                  </a:lnTo>
                  <a:lnTo>
                    <a:pt x="1229093" y="85432"/>
                  </a:lnTo>
                  <a:lnTo>
                    <a:pt x="1305394" y="85432"/>
                  </a:lnTo>
                  <a:lnTo>
                    <a:pt x="1305394" y="91528"/>
                  </a:lnTo>
                  <a:lnTo>
                    <a:pt x="1316062" y="91528"/>
                  </a:lnTo>
                  <a:lnTo>
                    <a:pt x="1316062" y="85432"/>
                  </a:lnTo>
                  <a:lnTo>
                    <a:pt x="1316062" y="76288"/>
                  </a:lnTo>
                  <a:lnTo>
                    <a:pt x="1316062" y="50292"/>
                  </a:lnTo>
                  <a:lnTo>
                    <a:pt x="1316062" y="41148"/>
                  </a:lnTo>
                  <a:lnTo>
                    <a:pt x="1305394" y="41148"/>
                  </a:lnTo>
                  <a:lnTo>
                    <a:pt x="1305394" y="50292"/>
                  </a:lnTo>
                  <a:lnTo>
                    <a:pt x="1305394" y="76288"/>
                  </a:lnTo>
                  <a:lnTo>
                    <a:pt x="1229093" y="76288"/>
                  </a:lnTo>
                  <a:lnTo>
                    <a:pt x="1229093" y="50292"/>
                  </a:lnTo>
                  <a:lnTo>
                    <a:pt x="1305394" y="50292"/>
                  </a:lnTo>
                  <a:lnTo>
                    <a:pt x="1305394" y="41148"/>
                  </a:lnTo>
                  <a:lnTo>
                    <a:pt x="1270342" y="41148"/>
                  </a:lnTo>
                  <a:lnTo>
                    <a:pt x="1270342" y="25908"/>
                  </a:lnTo>
                  <a:lnTo>
                    <a:pt x="1328254" y="25908"/>
                  </a:lnTo>
                  <a:lnTo>
                    <a:pt x="1328254" y="16764"/>
                  </a:lnTo>
                  <a:close/>
                </a:path>
                <a:path w="2265045" h="134620">
                  <a:moveTo>
                    <a:pt x="1329778" y="122008"/>
                  </a:moveTo>
                  <a:lnTo>
                    <a:pt x="1326083" y="116014"/>
                  </a:lnTo>
                  <a:lnTo>
                    <a:pt x="1321968" y="109435"/>
                  </a:lnTo>
                  <a:lnTo>
                    <a:pt x="1317561" y="102298"/>
                  </a:lnTo>
                  <a:lnTo>
                    <a:pt x="1313014" y="94576"/>
                  </a:lnTo>
                  <a:lnTo>
                    <a:pt x="1303870" y="99148"/>
                  </a:lnTo>
                  <a:lnTo>
                    <a:pt x="1308176" y="106895"/>
                  </a:lnTo>
                  <a:lnTo>
                    <a:pt x="1312062" y="114198"/>
                  </a:lnTo>
                  <a:lnTo>
                    <a:pt x="1315656" y="121234"/>
                  </a:lnTo>
                  <a:lnTo>
                    <a:pt x="1319110" y="128104"/>
                  </a:lnTo>
                  <a:lnTo>
                    <a:pt x="1329778" y="122008"/>
                  </a:lnTo>
                  <a:close/>
                </a:path>
                <a:path w="2265045" h="134620">
                  <a:moveTo>
                    <a:pt x="1378546" y="73240"/>
                  </a:moveTo>
                  <a:lnTo>
                    <a:pt x="1377124" y="55499"/>
                  </a:lnTo>
                  <a:lnTo>
                    <a:pt x="1372831" y="39065"/>
                  </a:lnTo>
                  <a:lnTo>
                    <a:pt x="1365694" y="24079"/>
                  </a:lnTo>
                  <a:lnTo>
                    <a:pt x="1355686" y="10668"/>
                  </a:lnTo>
                  <a:lnTo>
                    <a:pt x="1345018" y="10668"/>
                  </a:lnTo>
                  <a:lnTo>
                    <a:pt x="1355026" y="24714"/>
                  </a:lnTo>
                  <a:lnTo>
                    <a:pt x="1362163" y="39636"/>
                  </a:lnTo>
                  <a:lnTo>
                    <a:pt x="1366456" y="55714"/>
                  </a:lnTo>
                  <a:lnTo>
                    <a:pt x="1367878" y="73240"/>
                  </a:lnTo>
                  <a:lnTo>
                    <a:pt x="1366456" y="90055"/>
                  </a:lnTo>
                  <a:lnTo>
                    <a:pt x="1362163" y="106006"/>
                  </a:lnTo>
                  <a:lnTo>
                    <a:pt x="1355026" y="120827"/>
                  </a:lnTo>
                  <a:lnTo>
                    <a:pt x="1345018" y="134200"/>
                  </a:lnTo>
                  <a:lnTo>
                    <a:pt x="1355686" y="134200"/>
                  </a:lnTo>
                  <a:lnTo>
                    <a:pt x="1365694" y="121043"/>
                  </a:lnTo>
                  <a:lnTo>
                    <a:pt x="1372831" y="106578"/>
                  </a:lnTo>
                  <a:lnTo>
                    <a:pt x="1377124" y="90703"/>
                  </a:lnTo>
                  <a:lnTo>
                    <a:pt x="1378546" y="73240"/>
                  </a:lnTo>
                  <a:close/>
                </a:path>
                <a:path w="2265045" h="134620">
                  <a:moveTo>
                    <a:pt x="1506651" y="96100"/>
                  </a:moveTo>
                  <a:lnTo>
                    <a:pt x="1494472" y="96100"/>
                  </a:lnTo>
                  <a:lnTo>
                    <a:pt x="1486839" y="131152"/>
                  </a:lnTo>
                  <a:lnTo>
                    <a:pt x="1495983" y="131152"/>
                  </a:lnTo>
                  <a:lnTo>
                    <a:pt x="1506651" y="96100"/>
                  </a:lnTo>
                  <a:close/>
                </a:path>
                <a:path w="2265045" h="134620">
                  <a:moveTo>
                    <a:pt x="1654530" y="70154"/>
                  </a:moveTo>
                  <a:lnTo>
                    <a:pt x="1645437" y="61048"/>
                  </a:lnTo>
                  <a:lnTo>
                    <a:pt x="1643913" y="59524"/>
                  </a:lnTo>
                  <a:lnTo>
                    <a:pt x="1637817" y="53340"/>
                  </a:lnTo>
                  <a:lnTo>
                    <a:pt x="1633245" y="59524"/>
                  </a:lnTo>
                  <a:lnTo>
                    <a:pt x="1633245" y="36576"/>
                  </a:lnTo>
                  <a:lnTo>
                    <a:pt x="1651533" y="36576"/>
                  </a:lnTo>
                  <a:lnTo>
                    <a:pt x="1651533" y="27432"/>
                  </a:lnTo>
                  <a:lnTo>
                    <a:pt x="1633245" y="27432"/>
                  </a:lnTo>
                  <a:lnTo>
                    <a:pt x="1633245" y="1524"/>
                  </a:lnTo>
                  <a:lnTo>
                    <a:pt x="1624101" y="1524"/>
                  </a:lnTo>
                  <a:lnTo>
                    <a:pt x="1624101" y="27432"/>
                  </a:lnTo>
                  <a:lnTo>
                    <a:pt x="1602765" y="27432"/>
                  </a:lnTo>
                  <a:lnTo>
                    <a:pt x="1602765" y="36576"/>
                  </a:lnTo>
                  <a:lnTo>
                    <a:pt x="1622577" y="36576"/>
                  </a:lnTo>
                  <a:lnTo>
                    <a:pt x="1618818" y="48882"/>
                  </a:lnTo>
                  <a:lnTo>
                    <a:pt x="1614195" y="60629"/>
                  </a:lnTo>
                  <a:lnTo>
                    <a:pt x="1608429" y="71805"/>
                  </a:lnTo>
                  <a:lnTo>
                    <a:pt x="1601241" y="82384"/>
                  </a:lnTo>
                  <a:lnTo>
                    <a:pt x="1604289" y="86956"/>
                  </a:lnTo>
                  <a:lnTo>
                    <a:pt x="1604403" y="87198"/>
                  </a:lnTo>
                  <a:lnTo>
                    <a:pt x="1605813" y="90004"/>
                  </a:lnTo>
                  <a:lnTo>
                    <a:pt x="1605813" y="94576"/>
                  </a:lnTo>
                  <a:lnTo>
                    <a:pt x="1611236" y="87198"/>
                  </a:lnTo>
                  <a:lnTo>
                    <a:pt x="1616100" y="78955"/>
                  </a:lnTo>
                  <a:lnTo>
                    <a:pt x="1620380" y="70154"/>
                  </a:lnTo>
                  <a:lnTo>
                    <a:pt x="1624101" y="61048"/>
                  </a:lnTo>
                  <a:lnTo>
                    <a:pt x="1624101" y="128104"/>
                  </a:lnTo>
                  <a:lnTo>
                    <a:pt x="1633245" y="128104"/>
                  </a:lnTo>
                  <a:lnTo>
                    <a:pt x="1633245" y="61048"/>
                  </a:lnTo>
                  <a:lnTo>
                    <a:pt x="1637817" y="65620"/>
                  </a:lnTo>
                  <a:lnTo>
                    <a:pt x="1646961" y="77812"/>
                  </a:lnTo>
                  <a:lnTo>
                    <a:pt x="1652981" y="71805"/>
                  </a:lnTo>
                  <a:lnTo>
                    <a:pt x="1654530" y="70154"/>
                  </a:lnTo>
                  <a:close/>
                </a:path>
                <a:path w="2265045" h="134620">
                  <a:moveTo>
                    <a:pt x="1724774" y="10668"/>
                  </a:moveTo>
                  <a:lnTo>
                    <a:pt x="1715630" y="10668"/>
                  </a:lnTo>
                  <a:lnTo>
                    <a:pt x="1715630" y="18288"/>
                  </a:lnTo>
                  <a:lnTo>
                    <a:pt x="1715630" y="44196"/>
                  </a:lnTo>
                  <a:lnTo>
                    <a:pt x="1715630" y="51816"/>
                  </a:lnTo>
                  <a:lnTo>
                    <a:pt x="1715630" y="77812"/>
                  </a:lnTo>
                  <a:lnTo>
                    <a:pt x="1715630" y="85432"/>
                  </a:lnTo>
                  <a:lnTo>
                    <a:pt x="1715630" y="111340"/>
                  </a:lnTo>
                  <a:lnTo>
                    <a:pt x="1666773" y="111340"/>
                  </a:lnTo>
                  <a:lnTo>
                    <a:pt x="1666773" y="85432"/>
                  </a:lnTo>
                  <a:lnTo>
                    <a:pt x="1715630" y="85432"/>
                  </a:lnTo>
                  <a:lnTo>
                    <a:pt x="1715630" y="77812"/>
                  </a:lnTo>
                  <a:lnTo>
                    <a:pt x="1666773" y="77812"/>
                  </a:lnTo>
                  <a:lnTo>
                    <a:pt x="1666773" y="51816"/>
                  </a:lnTo>
                  <a:lnTo>
                    <a:pt x="1715630" y="51816"/>
                  </a:lnTo>
                  <a:lnTo>
                    <a:pt x="1715630" y="44196"/>
                  </a:lnTo>
                  <a:lnTo>
                    <a:pt x="1666773" y="44196"/>
                  </a:lnTo>
                  <a:lnTo>
                    <a:pt x="1666773" y="18288"/>
                  </a:lnTo>
                  <a:lnTo>
                    <a:pt x="1715630" y="18288"/>
                  </a:lnTo>
                  <a:lnTo>
                    <a:pt x="1715630" y="10668"/>
                  </a:lnTo>
                  <a:lnTo>
                    <a:pt x="1656105" y="10668"/>
                  </a:lnTo>
                  <a:lnTo>
                    <a:pt x="1656105" y="129628"/>
                  </a:lnTo>
                  <a:lnTo>
                    <a:pt x="1666773" y="129628"/>
                  </a:lnTo>
                  <a:lnTo>
                    <a:pt x="1666773" y="120484"/>
                  </a:lnTo>
                  <a:lnTo>
                    <a:pt x="1715630" y="120484"/>
                  </a:lnTo>
                  <a:lnTo>
                    <a:pt x="1715630" y="129628"/>
                  </a:lnTo>
                  <a:lnTo>
                    <a:pt x="1724774" y="129628"/>
                  </a:lnTo>
                  <a:lnTo>
                    <a:pt x="1724774" y="120484"/>
                  </a:lnTo>
                  <a:lnTo>
                    <a:pt x="1724774" y="111340"/>
                  </a:lnTo>
                  <a:lnTo>
                    <a:pt x="1724774" y="18288"/>
                  </a:lnTo>
                  <a:lnTo>
                    <a:pt x="1724774" y="10668"/>
                  </a:lnTo>
                  <a:close/>
                </a:path>
                <a:path w="2265045" h="134620">
                  <a:moveTo>
                    <a:pt x="1791843" y="44196"/>
                  </a:moveTo>
                  <a:lnTo>
                    <a:pt x="1755267" y="44196"/>
                  </a:lnTo>
                  <a:lnTo>
                    <a:pt x="1755267" y="4572"/>
                  </a:lnTo>
                  <a:lnTo>
                    <a:pt x="1744599" y="4572"/>
                  </a:lnTo>
                  <a:lnTo>
                    <a:pt x="1744599" y="109816"/>
                  </a:lnTo>
                  <a:lnTo>
                    <a:pt x="1743075" y="114388"/>
                  </a:lnTo>
                  <a:lnTo>
                    <a:pt x="1740027" y="115912"/>
                  </a:lnTo>
                  <a:lnTo>
                    <a:pt x="1747647" y="126580"/>
                  </a:lnTo>
                  <a:lnTo>
                    <a:pt x="1752219" y="123532"/>
                  </a:lnTo>
                  <a:lnTo>
                    <a:pt x="1755267" y="120484"/>
                  </a:lnTo>
                  <a:lnTo>
                    <a:pt x="1758315" y="118960"/>
                  </a:lnTo>
                  <a:lnTo>
                    <a:pt x="1765477" y="115519"/>
                  </a:lnTo>
                  <a:lnTo>
                    <a:pt x="1773364" y="111912"/>
                  </a:lnTo>
                  <a:lnTo>
                    <a:pt x="1781517" y="108292"/>
                  </a:lnTo>
                  <a:lnTo>
                    <a:pt x="1791843" y="103720"/>
                  </a:lnTo>
                  <a:lnTo>
                    <a:pt x="1790319" y="100672"/>
                  </a:lnTo>
                  <a:lnTo>
                    <a:pt x="1790319" y="93052"/>
                  </a:lnTo>
                  <a:lnTo>
                    <a:pt x="1771078" y="101815"/>
                  </a:lnTo>
                  <a:lnTo>
                    <a:pt x="1762671" y="105486"/>
                  </a:lnTo>
                  <a:lnTo>
                    <a:pt x="1755267" y="108292"/>
                  </a:lnTo>
                  <a:lnTo>
                    <a:pt x="1755267" y="53340"/>
                  </a:lnTo>
                  <a:lnTo>
                    <a:pt x="1791843" y="53340"/>
                  </a:lnTo>
                  <a:lnTo>
                    <a:pt x="1791843" y="44196"/>
                  </a:lnTo>
                  <a:close/>
                </a:path>
                <a:path w="2265045" h="134620">
                  <a:moveTo>
                    <a:pt x="1865083" y="90004"/>
                  </a:moveTo>
                  <a:lnTo>
                    <a:pt x="1860511" y="88480"/>
                  </a:lnTo>
                  <a:lnTo>
                    <a:pt x="1857463" y="86956"/>
                  </a:lnTo>
                  <a:lnTo>
                    <a:pt x="1852891" y="85432"/>
                  </a:lnTo>
                  <a:lnTo>
                    <a:pt x="1852891" y="94576"/>
                  </a:lnTo>
                  <a:lnTo>
                    <a:pt x="1851367" y="100672"/>
                  </a:lnTo>
                  <a:lnTo>
                    <a:pt x="1851367" y="108292"/>
                  </a:lnTo>
                  <a:lnTo>
                    <a:pt x="1849843" y="112864"/>
                  </a:lnTo>
                  <a:lnTo>
                    <a:pt x="1846795" y="115912"/>
                  </a:lnTo>
                  <a:lnTo>
                    <a:pt x="1813179" y="115912"/>
                  </a:lnTo>
                  <a:lnTo>
                    <a:pt x="1811655" y="112864"/>
                  </a:lnTo>
                  <a:lnTo>
                    <a:pt x="1811655" y="68668"/>
                  </a:lnTo>
                  <a:lnTo>
                    <a:pt x="1825993" y="58077"/>
                  </a:lnTo>
                  <a:lnTo>
                    <a:pt x="1827999" y="56388"/>
                  </a:lnTo>
                  <a:lnTo>
                    <a:pt x="1839226" y="47002"/>
                  </a:lnTo>
                  <a:lnTo>
                    <a:pt x="1851177" y="35788"/>
                  </a:lnTo>
                  <a:lnTo>
                    <a:pt x="1862035" y="24384"/>
                  </a:lnTo>
                  <a:lnTo>
                    <a:pt x="1852891" y="18288"/>
                  </a:lnTo>
                  <a:lnTo>
                    <a:pt x="1844319" y="27673"/>
                  </a:lnTo>
                  <a:lnTo>
                    <a:pt x="1834591" y="37338"/>
                  </a:lnTo>
                  <a:lnTo>
                    <a:pt x="1823707" y="47002"/>
                  </a:lnTo>
                  <a:lnTo>
                    <a:pt x="1811655" y="56388"/>
                  </a:lnTo>
                  <a:lnTo>
                    <a:pt x="1811655" y="1524"/>
                  </a:lnTo>
                  <a:lnTo>
                    <a:pt x="1800987" y="1524"/>
                  </a:lnTo>
                  <a:lnTo>
                    <a:pt x="1800987" y="118960"/>
                  </a:lnTo>
                  <a:lnTo>
                    <a:pt x="1805559" y="125056"/>
                  </a:lnTo>
                  <a:lnTo>
                    <a:pt x="1854415" y="125056"/>
                  </a:lnTo>
                  <a:lnTo>
                    <a:pt x="1858987" y="120484"/>
                  </a:lnTo>
                  <a:lnTo>
                    <a:pt x="1860511" y="115912"/>
                  </a:lnTo>
                  <a:lnTo>
                    <a:pt x="1862035" y="111340"/>
                  </a:lnTo>
                  <a:lnTo>
                    <a:pt x="1862035" y="105244"/>
                  </a:lnTo>
                  <a:lnTo>
                    <a:pt x="1865083" y="90004"/>
                  </a:lnTo>
                  <a:close/>
                </a:path>
                <a:path w="2265045" h="134620">
                  <a:moveTo>
                    <a:pt x="1996249" y="64096"/>
                  </a:moveTo>
                  <a:lnTo>
                    <a:pt x="1989099" y="58089"/>
                  </a:lnTo>
                  <a:lnTo>
                    <a:pt x="1981377" y="51828"/>
                  </a:lnTo>
                  <a:lnTo>
                    <a:pt x="1975269" y="47244"/>
                  </a:lnTo>
                  <a:lnTo>
                    <a:pt x="1973249" y="45720"/>
                  </a:lnTo>
                  <a:lnTo>
                    <a:pt x="1973059" y="45580"/>
                  </a:lnTo>
                  <a:lnTo>
                    <a:pt x="1964143" y="39624"/>
                  </a:lnTo>
                  <a:lnTo>
                    <a:pt x="1958047" y="45720"/>
                  </a:lnTo>
                  <a:lnTo>
                    <a:pt x="1958047" y="3048"/>
                  </a:lnTo>
                  <a:lnTo>
                    <a:pt x="1947379" y="3048"/>
                  </a:lnTo>
                  <a:lnTo>
                    <a:pt x="1947379" y="108292"/>
                  </a:lnTo>
                  <a:lnTo>
                    <a:pt x="1958047" y="108292"/>
                  </a:lnTo>
                  <a:lnTo>
                    <a:pt x="1958047" y="47244"/>
                  </a:lnTo>
                  <a:lnTo>
                    <a:pt x="1966937" y="54076"/>
                  </a:lnTo>
                  <a:lnTo>
                    <a:pt x="1975281" y="60820"/>
                  </a:lnTo>
                  <a:lnTo>
                    <a:pt x="1990153" y="73240"/>
                  </a:lnTo>
                  <a:lnTo>
                    <a:pt x="1996249" y="64096"/>
                  </a:lnTo>
                  <a:close/>
                </a:path>
                <a:path w="2265045" h="134620">
                  <a:moveTo>
                    <a:pt x="1997773" y="114388"/>
                  </a:moveTo>
                  <a:lnTo>
                    <a:pt x="1980349" y="115011"/>
                  </a:lnTo>
                  <a:lnTo>
                    <a:pt x="1964766" y="114769"/>
                  </a:lnTo>
                  <a:lnTo>
                    <a:pt x="1951177" y="113969"/>
                  </a:lnTo>
                  <a:lnTo>
                    <a:pt x="1939759" y="112864"/>
                  </a:lnTo>
                  <a:lnTo>
                    <a:pt x="1932025" y="110248"/>
                  </a:lnTo>
                  <a:lnTo>
                    <a:pt x="1924710" y="106768"/>
                  </a:lnTo>
                  <a:lnTo>
                    <a:pt x="1920074" y="103720"/>
                  </a:lnTo>
                  <a:lnTo>
                    <a:pt x="1917687" y="102158"/>
                  </a:lnTo>
                  <a:lnTo>
                    <a:pt x="1910803" y="96100"/>
                  </a:lnTo>
                  <a:lnTo>
                    <a:pt x="1915934" y="86956"/>
                  </a:lnTo>
                  <a:lnTo>
                    <a:pt x="1918182" y="82956"/>
                  </a:lnTo>
                  <a:lnTo>
                    <a:pt x="1924138" y="68668"/>
                  </a:lnTo>
                  <a:lnTo>
                    <a:pt x="1928380" y="53200"/>
                  </a:lnTo>
                  <a:lnTo>
                    <a:pt x="1930412" y="38100"/>
                  </a:lnTo>
                  <a:lnTo>
                    <a:pt x="1930438" y="37922"/>
                  </a:lnTo>
                  <a:lnTo>
                    <a:pt x="1930615" y="36576"/>
                  </a:lnTo>
                  <a:lnTo>
                    <a:pt x="1930615" y="27432"/>
                  </a:lnTo>
                  <a:lnTo>
                    <a:pt x="1919947" y="27432"/>
                  </a:lnTo>
                  <a:lnTo>
                    <a:pt x="1919947" y="38100"/>
                  </a:lnTo>
                  <a:lnTo>
                    <a:pt x="1918208" y="51523"/>
                  </a:lnTo>
                  <a:lnTo>
                    <a:pt x="1918131" y="51828"/>
                  </a:lnTo>
                  <a:lnTo>
                    <a:pt x="1915185" y="64249"/>
                  </a:lnTo>
                  <a:lnTo>
                    <a:pt x="1910727" y="76111"/>
                  </a:lnTo>
                  <a:lnTo>
                    <a:pt x="1910626" y="76288"/>
                  </a:lnTo>
                  <a:lnTo>
                    <a:pt x="1904707" y="86956"/>
                  </a:lnTo>
                  <a:lnTo>
                    <a:pt x="1900402" y="78409"/>
                  </a:lnTo>
                  <a:lnTo>
                    <a:pt x="1896452" y="68668"/>
                  </a:lnTo>
                  <a:lnTo>
                    <a:pt x="1893824" y="61048"/>
                  </a:lnTo>
                  <a:lnTo>
                    <a:pt x="1893747" y="60820"/>
                  </a:lnTo>
                  <a:lnTo>
                    <a:pt x="1892820" y="58089"/>
                  </a:lnTo>
                  <a:lnTo>
                    <a:pt x="1889467" y="47244"/>
                  </a:lnTo>
                  <a:lnTo>
                    <a:pt x="1892515" y="41148"/>
                  </a:lnTo>
                  <a:lnTo>
                    <a:pt x="1892515" y="38100"/>
                  </a:lnTo>
                  <a:lnTo>
                    <a:pt x="1919947" y="38100"/>
                  </a:lnTo>
                  <a:lnTo>
                    <a:pt x="1919947" y="27432"/>
                  </a:lnTo>
                  <a:lnTo>
                    <a:pt x="1895563" y="27432"/>
                  </a:lnTo>
                  <a:lnTo>
                    <a:pt x="1898611" y="19812"/>
                  </a:lnTo>
                  <a:lnTo>
                    <a:pt x="1900135" y="12192"/>
                  </a:lnTo>
                  <a:lnTo>
                    <a:pt x="1901659" y="3048"/>
                  </a:lnTo>
                  <a:lnTo>
                    <a:pt x="1890991" y="1524"/>
                  </a:lnTo>
                  <a:lnTo>
                    <a:pt x="1886991" y="20358"/>
                  </a:lnTo>
                  <a:lnTo>
                    <a:pt x="1881847" y="37922"/>
                  </a:lnTo>
                  <a:lnTo>
                    <a:pt x="1881784" y="38100"/>
                  </a:lnTo>
                  <a:lnTo>
                    <a:pt x="1875561" y="54076"/>
                  </a:lnTo>
                  <a:lnTo>
                    <a:pt x="1868131" y="68668"/>
                  </a:lnTo>
                  <a:lnTo>
                    <a:pt x="1868246" y="68859"/>
                  </a:lnTo>
                  <a:lnTo>
                    <a:pt x="1871179" y="73240"/>
                  </a:lnTo>
                  <a:lnTo>
                    <a:pt x="1872703" y="76288"/>
                  </a:lnTo>
                  <a:lnTo>
                    <a:pt x="1875751" y="77812"/>
                  </a:lnTo>
                  <a:lnTo>
                    <a:pt x="1878799" y="73240"/>
                  </a:lnTo>
                  <a:lnTo>
                    <a:pt x="1881847" y="67144"/>
                  </a:lnTo>
                  <a:lnTo>
                    <a:pt x="1883371" y="61048"/>
                  </a:lnTo>
                  <a:lnTo>
                    <a:pt x="1886826" y="71031"/>
                  </a:lnTo>
                  <a:lnTo>
                    <a:pt x="1890420" y="80289"/>
                  </a:lnTo>
                  <a:lnTo>
                    <a:pt x="1894306" y="88696"/>
                  </a:lnTo>
                  <a:lnTo>
                    <a:pt x="1898611" y="96100"/>
                  </a:lnTo>
                  <a:lnTo>
                    <a:pt x="1892655" y="103720"/>
                  </a:lnTo>
                  <a:lnTo>
                    <a:pt x="1885937" y="110871"/>
                  </a:lnTo>
                  <a:lnTo>
                    <a:pt x="1878368" y="117436"/>
                  </a:lnTo>
                  <a:lnTo>
                    <a:pt x="1869655" y="123532"/>
                  </a:lnTo>
                  <a:lnTo>
                    <a:pt x="1872615" y="125018"/>
                  </a:lnTo>
                  <a:lnTo>
                    <a:pt x="1878799" y="131152"/>
                  </a:lnTo>
                  <a:lnTo>
                    <a:pt x="1886673" y="125018"/>
                  </a:lnTo>
                  <a:lnTo>
                    <a:pt x="1893658" y="118579"/>
                  </a:lnTo>
                  <a:lnTo>
                    <a:pt x="1900237" y="111442"/>
                  </a:lnTo>
                  <a:lnTo>
                    <a:pt x="1906231" y="103720"/>
                  </a:lnTo>
                  <a:lnTo>
                    <a:pt x="1913394" y="110871"/>
                  </a:lnTo>
                  <a:lnTo>
                    <a:pt x="1950059" y="123774"/>
                  </a:lnTo>
                  <a:lnTo>
                    <a:pt x="1977555" y="125018"/>
                  </a:lnTo>
                  <a:lnTo>
                    <a:pt x="1994738" y="125018"/>
                  </a:lnTo>
                  <a:lnTo>
                    <a:pt x="1994852" y="124675"/>
                  </a:lnTo>
                  <a:lnTo>
                    <a:pt x="1996249" y="120484"/>
                  </a:lnTo>
                  <a:lnTo>
                    <a:pt x="1996249" y="117436"/>
                  </a:lnTo>
                  <a:lnTo>
                    <a:pt x="1997456" y="115011"/>
                  </a:lnTo>
                  <a:lnTo>
                    <a:pt x="1997583" y="114769"/>
                  </a:lnTo>
                  <a:lnTo>
                    <a:pt x="1997773" y="114388"/>
                  </a:lnTo>
                  <a:close/>
                </a:path>
                <a:path w="2265045" h="134620">
                  <a:moveTo>
                    <a:pt x="2048065" y="12192"/>
                  </a:moveTo>
                  <a:lnTo>
                    <a:pt x="2002345" y="12192"/>
                  </a:lnTo>
                  <a:lnTo>
                    <a:pt x="2002345" y="21336"/>
                  </a:lnTo>
                  <a:lnTo>
                    <a:pt x="2020633" y="21336"/>
                  </a:lnTo>
                  <a:lnTo>
                    <a:pt x="2020633" y="54864"/>
                  </a:lnTo>
                  <a:lnTo>
                    <a:pt x="2003869" y="54864"/>
                  </a:lnTo>
                  <a:lnTo>
                    <a:pt x="2003869" y="64096"/>
                  </a:lnTo>
                  <a:lnTo>
                    <a:pt x="2020633" y="64096"/>
                  </a:lnTo>
                  <a:lnTo>
                    <a:pt x="2020633" y="102196"/>
                  </a:lnTo>
                  <a:lnTo>
                    <a:pt x="2014537" y="105244"/>
                  </a:lnTo>
                  <a:lnTo>
                    <a:pt x="2008441" y="106768"/>
                  </a:lnTo>
                  <a:lnTo>
                    <a:pt x="2000821" y="108292"/>
                  </a:lnTo>
                  <a:lnTo>
                    <a:pt x="2000923" y="108673"/>
                  </a:lnTo>
                  <a:lnTo>
                    <a:pt x="2003869" y="118960"/>
                  </a:lnTo>
                  <a:lnTo>
                    <a:pt x="2048065" y="105244"/>
                  </a:lnTo>
                  <a:lnTo>
                    <a:pt x="2048065" y="102196"/>
                  </a:lnTo>
                  <a:lnTo>
                    <a:pt x="2047303" y="100672"/>
                  </a:lnTo>
                  <a:lnTo>
                    <a:pt x="2046541" y="99148"/>
                  </a:lnTo>
                  <a:lnTo>
                    <a:pt x="2046541" y="96100"/>
                  </a:lnTo>
                  <a:lnTo>
                    <a:pt x="2041969" y="97624"/>
                  </a:lnTo>
                  <a:lnTo>
                    <a:pt x="2029777" y="100672"/>
                  </a:lnTo>
                  <a:lnTo>
                    <a:pt x="2029777" y="64096"/>
                  </a:lnTo>
                  <a:lnTo>
                    <a:pt x="2046541" y="64096"/>
                  </a:lnTo>
                  <a:lnTo>
                    <a:pt x="2046541" y="54864"/>
                  </a:lnTo>
                  <a:lnTo>
                    <a:pt x="2029777" y="54864"/>
                  </a:lnTo>
                  <a:lnTo>
                    <a:pt x="2029777" y="21336"/>
                  </a:lnTo>
                  <a:lnTo>
                    <a:pt x="2048065" y="21336"/>
                  </a:lnTo>
                  <a:lnTo>
                    <a:pt x="2048065" y="12192"/>
                  </a:lnTo>
                  <a:close/>
                </a:path>
                <a:path w="2265045" h="134620">
                  <a:moveTo>
                    <a:pt x="2131974" y="115912"/>
                  </a:moveTo>
                  <a:lnTo>
                    <a:pt x="2092261" y="115912"/>
                  </a:lnTo>
                  <a:lnTo>
                    <a:pt x="2092261" y="96100"/>
                  </a:lnTo>
                  <a:lnTo>
                    <a:pt x="2125878" y="96100"/>
                  </a:lnTo>
                  <a:lnTo>
                    <a:pt x="2125878" y="86956"/>
                  </a:lnTo>
                  <a:lnTo>
                    <a:pt x="2092261" y="86956"/>
                  </a:lnTo>
                  <a:lnTo>
                    <a:pt x="2092261" y="70192"/>
                  </a:lnTo>
                  <a:lnTo>
                    <a:pt x="2113686" y="70192"/>
                  </a:lnTo>
                  <a:lnTo>
                    <a:pt x="2113686" y="74764"/>
                  </a:lnTo>
                  <a:lnTo>
                    <a:pt x="2122830" y="74764"/>
                  </a:lnTo>
                  <a:lnTo>
                    <a:pt x="2122830" y="7620"/>
                  </a:lnTo>
                  <a:lnTo>
                    <a:pt x="2113686" y="7620"/>
                  </a:lnTo>
                  <a:lnTo>
                    <a:pt x="2113686" y="16764"/>
                  </a:lnTo>
                  <a:lnTo>
                    <a:pt x="2113686" y="35052"/>
                  </a:lnTo>
                  <a:lnTo>
                    <a:pt x="2113686" y="42672"/>
                  </a:lnTo>
                  <a:lnTo>
                    <a:pt x="2113686" y="61048"/>
                  </a:lnTo>
                  <a:lnTo>
                    <a:pt x="2092261" y="61048"/>
                  </a:lnTo>
                  <a:lnTo>
                    <a:pt x="2092261" y="42672"/>
                  </a:lnTo>
                  <a:lnTo>
                    <a:pt x="2113686" y="42672"/>
                  </a:lnTo>
                  <a:lnTo>
                    <a:pt x="2113686" y="35052"/>
                  </a:lnTo>
                  <a:lnTo>
                    <a:pt x="2092261" y="35052"/>
                  </a:lnTo>
                  <a:lnTo>
                    <a:pt x="2092261" y="16764"/>
                  </a:lnTo>
                  <a:lnTo>
                    <a:pt x="2113686" y="16764"/>
                  </a:lnTo>
                  <a:lnTo>
                    <a:pt x="2113686" y="7620"/>
                  </a:lnTo>
                  <a:lnTo>
                    <a:pt x="2083117" y="7620"/>
                  </a:lnTo>
                  <a:lnTo>
                    <a:pt x="2083117" y="16764"/>
                  </a:lnTo>
                  <a:lnTo>
                    <a:pt x="2083117" y="35052"/>
                  </a:lnTo>
                  <a:lnTo>
                    <a:pt x="2083117" y="42672"/>
                  </a:lnTo>
                  <a:lnTo>
                    <a:pt x="2083117" y="61048"/>
                  </a:lnTo>
                  <a:lnTo>
                    <a:pt x="2061781" y="61048"/>
                  </a:lnTo>
                  <a:lnTo>
                    <a:pt x="2061781" y="42672"/>
                  </a:lnTo>
                  <a:lnTo>
                    <a:pt x="2083117" y="42672"/>
                  </a:lnTo>
                  <a:lnTo>
                    <a:pt x="2083117" y="35052"/>
                  </a:lnTo>
                  <a:lnTo>
                    <a:pt x="2061781" y="35052"/>
                  </a:lnTo>
                  <a:lnTo>
                    <a:pt x="2061781" y="16764"/>
                  </a:lnTo>
                  <a:lnTo>
                    <a:pt x="2083117" y="16764"/>
                  </a:lnTo>
                  <a:lnTo>
                    <a:pt x="2083117" y="7620"/>
                  </a:lnTo>
                  <a:lnTo>
                    <a:pt x="2052637" y="7620"/>
                  </a:lnTo>
                  <a:lnTo>
                    <a:pt x="2052637" y="74764"/>
                  </a:lnTo>
                  <a:lnTo>
                    <a:pt x="2061781" y="74764"/>
                  </a:lnTo>
                  <a:lnTo>
                    <a:pt x="2061781" y="70192"/>
                  </a:lnTo>
                  <a:lnTo>
                    <a:pt x="2083117" y="70192"/>
                  </a:lnTo>
                  <a:lnTo>
                    <a:pt x="2083117" y="86956"/>
                  </a:lnTo>
                  <a:lnTo>
                    <a:pt x="2049589" y="86956"/>
                  </a:lnTo>
                  <a:lnTo>
                    <a:pt x="2049589" y="96100"/>
                  </a:lnTo>
                  <a:lnTo>
                    <a:pt x="2083117" y="96100"/>
                  </a:lnTo>
                  <a:lnTo>
                    <a:pt x="2083117" y="115912"/>
                  </a:lnTo>
                  <a:lnTo>
                    <a:pt x="2041969" y="115912"/>
                  </a:lnTo>
                  <a:lnTo>
                    <a:pt x="2041969" y="125056"/>
                  </a:lnTo>
                  <a:lnTo>
                    <a:pt x="2131974" y="125056"/>
                  </a:lnTo>
                  <a:lnTo>
                    <a:pt x="2131974" y="115912"/>
                  </a:lnTo>
                  <a:close/>
                </a:path>
                <a:path w="2265045" h="134620">
                  <a:moveTo>
                    <a:pt x="2260079" y="114388"/>
                  </a:moveTo>
                  <a:lnTo>
                    <a:pt x="2205126" y="114388"/>
                  </a:lnTo>
                  <a:lnTo>
                    <a:pt x="2205126" y="91528"/>
                  </a:lnTo>
                  <a:lnTo>
                    <a:pt x="2247798" y="91528"/>
                  </a:lnTo>
                  <a:lnTo>
                    <a:pt x="2247798" y="82384"/>
                  </a:lnTo>
                  <a:lnTo>
                    <a:pt x="2205126" y="82384"/>
                  </a:lnTo>
                  <a:lnTo>
                    <a:pt x="2205126" y="62572"/>
                  </a:lnTo>
                  <a:lnTo>
                    <a:pt x="2243226" y="62572"/>
                  </a:lnTo>
                  <a:lnTo>
                    <a:pt x="2243226" y="51816"/>
                  </a:lnTo>
                  <a:lnTo>
                    <a:pt x="2157882" y="51816"/>
                  </a:lnTo>
                  <a:lnTo>
                    <a:pt x="2157882" y="62572"/>
                  </a:lnTo>
                  <a:lnTo>
                    <a:pt x="2194458" y="62572"/>
                  </a:lnTo>
                  <a:lnTo>
                    <a:pt x="2194458" y="82384"/>
                  </a:lnTo>
                  <a:lnTo>
                    <a:pt x="2153310" y="82384"/>
                  </a:lnTo>
                  <a:lnTo>
                    <a:pt x="2153310" y="91528"/>
                  </a:lnTo>
                  <a:lnTo>
                    <a:pt x="2194458" y="91528"/>
                  </a:lnTo>
                  <a:lnTo>
                    <a:pt x="2194458" y="114388"/>
                  </a:lnTo>
                  <a:lnTo>
                    <a:pt x="2141118" y="114388"/>
                  </a:lnTo>
                  <a:lnTo>
                    <a:pt x="2141118" y="123532"/>
                  </a:lnTo>
                  <a:lnTo>
                    <a:pt x="2260079" y="123532"/>
                  </a:lnTo>
                  <a:lnTo>
                    <a:pt x="2260079" y="114388"/>
                  </a:lnTo>
                  <a:close/>
                </a:path>
                <a:path w="2265045" h="134620">
                  <a:moveTo>
                    <a:pt x="2264651" y="48768"/>
                  </a:moveTo>
                  <a:lnTo>
                    <a:pt x="2218918" y="19189"/>
                  </a:lnTo>
                  <a:lnTo>
                    <a:pt x="2206650" y="6096"/>
                  </a:lnTo>
                  <a:lnTo>
                    <a:pt x="2209698" y="3048"/>
                  </a:lnTo>
                  <a:lnTo>
                    <a:pt x="2195982" y="3048"/>
                  </a:lnTo>
                  <a:lnTo>
                    <a:pt x="2184527" y="16459"/>
                  </a:lnTo>
                  <a:lnTo>
                    <a:pt x="2170646" y="29146"/>
                  </a:lnTo>
                  <a:lnTo>
                    <a:pt x="2154186" y="40982"/>
                  </a:lnTo>
                  <a:lnTo>
                    <a:pt x="2135022" y="51816"/>
                  </a:lnTo>
                  <a:lnTo>
                    <a:pt x="2138070" y="54864"/>
                  </a:lnTo>
                  <a:lnTo>
                    <a:pt x="2139594" y="58000"/>
                  </a:lnTo>
                  <a:lnTo>
                    <a:pt x="2141118" y="61048"/>
                  </a:lnTo>
                  <a:lnTo>
                    <a:pt x="2159406" y="50406"/>
                  </a:lnTo>
                  <a:lnTo>
                    <a:pt x="2175408" y="39065"/>
                  </a:lnTo>
                  <a:lnTo>
                    <a:pt x="2189124" y="26885"/>
                  </a:lnTo>
                  <a:lnTo>
                    <a:pt x="2200554" y="13716"/>
                  </a:lnTo>
                  <a:lnTo>
                    <a:pt x="2212822" y="27724"/>
                  </a:lnTo>
                  <a:lnTo>
                    <a:pt x="2226665" y="40017"/>
                  </a:lnTo>
                  <a:lnTo>
                    <a:pt x="2241956" y="50622"/>
                  </a:lnTo>
                  <a:lnTo>
                    <a:pt x="2258555" y="59524"/>
                  </a:lnTo>
                  <a:lnTo>
                    <a:pt x="2260079" y="56388"/>
                  </a:lnTo>
                  <a:lnTo>
                    <a:pt x="2263127" y="53340"/>
                  </a:lnTo>
                  <a:lnTo>
                    <a:pt x="2264651" y="48768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52165" y="4847939"/>
              <a:ext cx="260785" cy="12963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69339" y="4857083"/>
              <a:ext cx="161639" cy="10372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853933" y="4858606"/>
              <a:ext cx="62865" cy="100965"/>
            </a:xfrm>
            <a:custGeom>
              <a:avLst/>
              <a:gdLst/>
              <a:ahLst/>
              <a:cxnLst/>
              <a:rect l="l" t="t" r="r" b="b"/>
              <a:pathLst>
                <a:path w="62865" h="100964">
                  <a:moveTo>
                    <a:pt x="39624" y="100679"/>
                  </a:moveTo>
                  <a:lnTo>
                    <a:pt x="0" y="100679"/>
                  </a:lnTo>
                  <a:lnTo>
                    <a:pt x="0" y="0"/>
                  </a:lnTo>
                  <a:lnTo>
                    <a:pt x="38100" y="0"/>
                  </a:lnTo>
                  <a:lnTo>
                    <a:pt x="45720" y="3048"/>
                  </a:lnTo>
                  <a:lnTo>
                    <a:pt x="50292" y="6096"/>
                  </a:lnTo>
                  <a:lnTo>
                    <a:pt x="56388" y="10668"/>
                  </a:lnTo>
                  <a:lnTo>
                    <a:pt x="56769" y="12192"/>
                  </a:lnTo>
                  <a:lnTo>
                    <a:pt x="12192" y="12192"/>
                  </a:lnTo>
                  <a:lnTo>
                    <a:pt x="12192" y="42672"/>
                  </a:lnTo>
                  <a:lnTo>
                    <a:pt x="50292" y="42672"/>
                  </a:lnTo>
                  <a:lnTo>
                    <a:pt x="45720" y="45720"/>
                  </a:lnTo>
                  <a:lnTo>
                    <a:pt x="41148" y="47244"/>
                  </a:lnTo>
                  <a:lnTo>
                    <a:pt x="47244" y="48768"/>
                  </a:lnTo>
                  <a:lnTo>
                    <a:pt x="53340" y="50387"/>
                  </a:lnTo>
                  <a:lnTo>
                    <a:pt x="56388" y="54959"/>
                  </a:lnTo>
                  <a:lnTo>
                    <a:pt x="12192" y="54959"/>
                  </a:lnTo>
                  <a:lnTo>
                    <a:pt x="12192" y="90011"/>
                  </a:lnTo>
                  <a:lnTo>
                    <a:pt x="57404" y="90011"/>
                  </a:lnTo>
                  <a:lnTo>
                    <a:pt x="53340" y="93059"/>
                  </a:lnTo>
                  <a:lnTo>
                    <a:pt x="47244" y="99155"/>
                  </a:lnTo>
                  <a:lnTo>
                    <a:pt x="39624" y="100679"/>
                  </a:lnTo>
                  <a:close/>
                </a:path>
                <a:path w="62865" h="100964">
                  <a:moveTo>
                    <a:pt x="50292" y="42672"/>
                  </a:moveTo>
                  <a:lnTo>
                    <a:pt x="30480" y="42672"/>
                  </a:lnTo>
                  <a:lnTo>
                    <a:pt x="35052" y="41148"/>
                  </a:lnTo>
                  <a:lnTo>
                    <a:pt x="39624" y="38100"/>
                  </a:lnTo>
                  <a:lnTo>
                    <a:pt x="42672" y="35052"/>
                  </a:lnTo>
                  <a:lnTo>
                    <a:pt x="44196" y="32004"/>
                  </a:lnTo>
                  <a:lnTo>
                    <a:pt x="44196" y="16764"/>
                  </a:lnTo>
                  <a:lnTo>
                    <a:pt x="38100" y="12192"/>
                  </a:lnTo>
                  <a:lnTo>
                    <a:pt x="56769" y="12192"/>
                  </a:lnTo>
                  <a:lnTo>
                    <a:pt x="57912" y="16764"/>
                  </a:lnTo>
                  <a:lnTo>
                    <a:pt x="57912" y="28956"/>
                  </a:lnTo>
                  <a:lnTo>
                    <a:pt x="56388" y="33528"/>
                  </a:lnTo>
                  <a:lnTo>
                    <a:pt x="50292" y="42672"/>
                  </a:lnTo>
                  <a:close/>
                </a:path>
                <a:path w="62865" h="100964">
                  <a:moveTo>
                    <a:pt x="57404" y="90011"/>
                  </a:moveTo>
                  <a:lnTo>
                    <a:pt x="35052" y="90011"/>
                  </a:lnTo>
                  <a:lnTo>
                    <a:pt x="39624" y="88487"/>
                  </a:lnTo>
                  <a:lnTo>
                    <a:pt x="44196" y="85439"/>
                  </a:lnTo>
                  <a:lnTo>
                    <a:pt x="47244" y="82391"/>
                  </a:lnTo>
                  <a:lnTo>
                    <a:pt x="48768" y="77819"/>
                  </a:lnTo>
                  <a:lnTo>
                    <a:pt x="48768" y="71723"/>
                  </a:lnTo>
                  <a:lnTo>
                    <a:pt x="47339" y="64603"/>
                  </a:lnTo>
                  <a:lnTo>
                    <a:pt x="43053" y="59340"/>
                  </a:lnTo>
                  <a:lnTo>
                    <a:pt x="35909" y="56078"/>
                  </a:lnTo>
                  <a:lnTo>
                    <a:pt x="25908" y="54959"/>
                  </a:lnTo>
                  <a:lnTo>
                    <a:pt x="56388" y="54959"/>
                  </a:lnTo>
                  <a:lnTo>
                    <a:pt x="60960" y="59531"/>
                  </a:lnTo>
                  <a:lnTo>
                    <a:pt x="62484" y="65627"/>
                  </a:lnTo>
                  <a:lnTo>
                    <a:pt x="62484" y="80867"/>
                  </a:lnTo>
                  <a:lnTo>
                    <a:pt x="59436" y="88487"/>
                  </a:lnTo>
                  <a:lnTo>
                    <a:pt x="57404" y="90011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65185" y="4849463"/>
              <a:ext cx="263842" cy="12963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250351" y="4847945"/>
              <a:ext cx="1313180" cy="131445"/>
            </a:xfrm>
            <a:custGeom>
              <a:avLst/>
              <a:gdLst/>
              <a:ahLst/>
              <a:cxnLst/>
              <a:rect l="l" t="t" r="r" b="b"/>
              <a:pathLst>
                <a:path w="1313179" h="131445">
                  <a:moveTo>
                    <a:pt x="19824" y="96100"/>
                  </a:moveTo>
                  <a:lnTo>
                    <a:pt x="7620" y="96100"/>
                  </a:lnTo>
                  <a:lnTo>
                    <a:pt x="0" y="131152"/>
                  </a:lnTo>
                  <a:lnTo>
                    <a:pt x="9156" y="131152"/>
                  </a:lnTo>
                  <a:lnTo>
                    <a:pt x="19824" y="96100"/>
                  </a:lnTo>
                  <a:close/>
                </a:path>
                <a:path w="1313179" h="131445">
                  <a:moveTo>
                    <a:pt x="155549" y="24384"/>
                  </a:moveTo>
                  <a:lnTo>
                    <a:pt x="151853" y="19291"/>
                  </a:lnTo>
                  <a:lnTo>
                    <a:pt x="147739" y="13335"/>
                  </a:lnTo>
                  <a:lnTo>
                    <a:pt x="143332" y="6807"/>
                  </a:lnTo>
                  <a:lnTo>
                    <a:pt x="138785" y="0"/>
                  </a:lnTo>
                  <a:lnTo>
                    <a:pt x="123545" y="9144"/>
                  </a:lnTo>
                  <a:lnTo>
                    <a:pt x="127850" y="15976"/>
                  </a:lnTo>
                  <a:lnTo>
                    <a:pt x="131737" y="22669"/>
                  </a:lnTo>
                  <a:lnTo>
                    <a:pt x="135331" y="29070"/>
                  </a:lnTo>
                  <a:lnTo>
                    <a:pt x="138785" y="35052"/>
                  </a:lnTo>
                  <a:lnTo>
                    <a:pt x="155549" y="24384"/>
                  </a:lnTo>
                  <a:close/>
                </a:path>
                <a:path w="1313179" h="131445">
                  <a:moveTo>
                    <a:pt x="167741" y="103720"/>
                  </a:moveTo>
                  <a:lnTo>
                    <a:pt x="166217" y="99148"/>
                  </a:lnTo>
                  <a:lnTo>
                    <a:pt x="166217" y="96100"/>
                  </a:lnTo>
                  <a:lnTo>
                    <a:pt x="166217" y="91528"/>
                  </a:lnTo>
                  <a:lnTo>
                    <a:pt x="164693" y="83908"/>
                  </a:lnTo>
                  <a:lnTo>
                    <a:pt x="157073" y="90004"/>
                  </a:lnTo>
                  <a:lnTo>
                    <a:pt x="150977" y="94576"/>
                  </a:lnTo>
                  <a:lnTo>
                    <a:pt x="146405" y="96100"/>
                  </a:lnTo>
                  <a:lnTo>
                    <a:pt x="146405" y="44196"/>
                  </a:lnTo>
                  <a:lnTo>
                    <a:pt x="115925" y="44196"/>
                  </a:lnTo>
                  <a:lnTo>
                    <a:pt x="115925" y="61048"/>
                  </a:lnTo>
                  <a:lnTo>
                    <a:pt x="129641" y="61048"/>
                  </a:lnTo>
                  <a:lnTo>
                    <a:pt x="129641" y="108292"/>
                  </a:lnTo>
                  <a:lnTo>
                    <a:pt x="126593" y="114388"/>
                  </a:lnTo>
                  <a:lnTo>
                    <a:pt x="135737" y="126580"/>
                  </a:lnTo>
                  <a:lnTo>
                    <a:pt x="140309" y="122580"/>
                  </a:lnTo>
                  <a:lnTo>
                    <a:pt x="147167" y="117436"/>
                  </a:lnTo>
                  <a:lnTo>
                    <a:pt x="156311" y="111150"/>
                  </a:lnTo>
                  <a:lnTo>
                    <a:pt x="167741" y="103720"/>
                  </a:lnTo>
                  <a:close/>
                </a:path>
                <a:path w="1313179" h="131445">
                  <a:moveTo>
                    <a:pt x="245567" y="39624"/>
                  </a:moveTo>
                  <a:lnTo>
                    <a:pt x="212039" y="39624"/>
                  </a:lnTo>
                  <a:lnTo>
                    <a:pt x="212039" y="1524"/>
                  </a:lnTo>
                  <a:lnTo>
                    <a:pt x="192227" y="1524"/>
                  </a:lnTo>
                  <a:lnTo>
                    <a:pt x="192227" y="39624"/>
                  </a:lnTo>
                  <a:lnTo>
                    <a:pt x="158597" y="39624"/>
                  </a:lnTo>
                  <a:lnTo>
                    <a:pt x="158597" y="57912"/>
                  </a:lnTo>
                  <a:lnTo>
                    <a:pt x="192227" y="57912"/>
                  </a:lnTo>
                  <a:lnTo>
                    <a:pt x="192227" y="129628"/>
                  </a:lnTo>
                  <a:lnTo>
                    <a:pt x="212039" y="129628"/>
                  </a:lnTo>
                  <a:lnTo>
                    <a:pt x="212039" y="57912"/>
                  </a:lnTo>
                  <a:lnTo>
                    <a:pt x="245567" y="57912"/>
                  </a:lnTo>
                  <a:lnTo>
                    <a:pt x="245567" y="39624"/>
                  </a:lnTo>
                  <a:close/>
                </a:path>
                <a:path w="1313179" h="131445">
                  <a:moveTo>
                    <a:pt x="378244" y="97624"/>
                  </a:moveTo>
                  <a:lnTo>
                    <a:pt x="349288" y="97624"/>
                  </a:lnTo>
                  <a:lnTo>
                    <a:pt x="349288" y="91528"/>
                  </a:lnTo>
                  <a:lnTo>
                    <a:pt x="366052" y="91528"/>
                  </a:lnTo>
                  <a:lnTo>
                    <a:pt x="366052" y="80860"/>
                  </a:lnTo>
                  <a:lnTo>
                    <a:pt x="366052" y="32004"/>
                  </a:lnTo>
                  <a:lnTo>
                    <a:pt x="349288" y="32004"/>
                  </a:lnTo>
                  <a:lnTo>
                    <a:pt x="349288" y="80860"/>
                  </a:lnTo>
                  <a:lnTo>
                    <a:pt x="332524" y="80860"/>
                  </a:lnTo>
                  <a:lnTo>
                    <a:pt x="332524" y="91528"/>
                  </a:lnTo>
                  <a:lnTo>
                    <a:pt x="332524" y="97624"/>
                  </a:lnTo>
                  <a:lnTo>
                    <a:pt x="297383" y="97624"/>
                  </a:lnTo>
                  <a:lnTo>
                    <a:pt x="297383" y="91528"/>
                  </a:lnTo>
                  <a:lnTo>
                    <a:pt x="332524" y="91528"/>
                  </a:lnTo>
                  <a:lnTo>
                    <a:pt x="332524" y="80860"/>
                  </a:lnTo>
                  <a:lnTo>
                    <a:pt x="279095" y="80860"/>
                  </a:lnTo>
                  <a:lnTo>
                    <a:pt x="279095" y="73240"/>
                  </a:lnTo>
                  <a:lnTo>
                    <a:pt x="349288" y="73240"/>
                  </a:lnTo>
                  <a:lnTo>
                    <a:pt x="349288" y="65620"/>
                  </a:lnTo>
                  <a:lnTo>
                    <a:pt x="279095" y="65620"/>
                  </a:lnTo>
                  <a:lnTo>
                    <a:pt x="279095" y="57912"/>
                  </a:lnTo>
                  <a:lnTo>
                    <a:pt x="349288" y="57912"/>
                  </a:lnTo>
                  <a:lnTo>
                    <a:pt x="349288" y="48768"/>
                  </a:lnTo>
                  <a:lnTo>
                    <a:pt x="279095" y="48768"/>
                  </a:lnTo>
                  <a:lnTo>
                    <a:pt x="279095" y="42672"/>
                  </a:lnTo>
                  <a:lnTo>
                    <a:pt x="349288" y="42672"/>
                  </a:lnTo>
                  <a:lnTo>
                    <a:pt x="349288" y="32004"/>
                  </a:lnTo>
                  <a:lnTo>
                    <a:pt x="346240" y="32004"/>
                  </a:lnTo>
                  <a:lnTo>
                    <a:pt x="361480" y="28956"/>
                  </a:lnTo>
                  <a:lnTo>
                    <a:pt x="358432" y="21336"/>
                  </a:lnTo>
                  <a:lnTo>
                    <a:pt x="376720" y="21336"/>
                  </a:lnTo>
                  <a:lnTo>
                    <a:pt x="376720" y="19812"/>
                  </a:lnTo>
                  <a:lnTo>
                    <a:pt x="376720" y="9144"/>
                  </a:lnTo>
                  <a:lnTo>
                    <a:pt x="344716" y="9144"/>
                  </a:lnTo>
                  <a:lnTo>
                    <a:pt x="344716" y="32004"/>
                  </a:lnTo>
                  <a:lnTo>
                    <a:pt x="324904" y="32004"/>
                  </a:lnTo>
                  <a:lnTo>
                    <a:pt x="331000" y="25908"/>
                  </a:lnTo>
                  <a:lnTo>
                    <a:pt x="334048" y="21336"/>
                  </a:lnTo>
                  <a:lnTo>
                    <a:pt x="340144" y="21336"/>
                  </a:lnTo>
                  <a:lnTo>
                    <a:pt x="341668" y="24384"/>
                  </a:lnTo>
                  <a:lnTo>
                    <a:pt x="343192" y="28956"/>
                  </a:lnTo>
                  <a:lnTo>
                    <a:pt x="344716" y="32004"/>
                  </a:lnTo>
                  <a:lnTo>
                    <a:pt x="344716" y="9144"/>
                  </a:lnTo>
                  <a:lnTo>
                    <a:pt x="340144" y="9144"/>
                  </a:lnTo>
                  <a:lnTo>
                    <a:pt x="343192" y="3048"/>
                  </a:lnTo>
                  <a:lnTo>
                    <a:pt x="343192" y="0"/>
                  </a:lnTo>
                  <a:lnTo>
                    <a:pt x="326428" y="0"/>
                  </a:lnTo>
                  <a:lnTo>
                    <a:pt x="323380" y="7620"/>
                  </a:lnTo>
                  <a:lnTo>
                    <a:pt x="320243" y="12750"/>
                  </a:lnTo>
                  <a:lnTo>
                    <a:pt x="320243" y="32004"/>
                  </a:lnTo>
                  <a:lnTo>
                    <a:pt x="285191" y="32004"/>
                  </a:lnTo>
                  <a:lnTo>
                    <a:pt x="300431" y="28956"/>
                  </a:lnTo>
                  <a:lnTo>
                    <a:pt x="300431" y="25908"/>
                  </a:lnTo>
                  <a:lnTo>
                    <a:pt x="298907" y="24384"/>
                  </a:lnTo>
                  <a:lnTo>
                    <a:pt x="297383" y="21336"/>
                  </a:lnTo>
                  <a:lnTo>
                    <a:pt x="311099" y="21336"/>
                  </a:lnTo>
                  <a:lnTo>
                    <a:pt x="308051" y="24384"/>
                  </a:lnTo>
                  <a:lnTo>
                    <a:pt x="306527" y="24384"/>
                  </a:lnTo>
                  <a:lnTo>
                    <a:pt x="311099" y="27432"/>
                  </a:lnTo>
                  <a:lnTo>
                    <a:pt x="315671" y="28956"/>
                  </a:lnTo>
                  <a:lnTo>
                    <a:pt x="320243" y="32004"/>
                  </a:lnTo>
                  <a:lnTo>
                    <a:pt x="320243" y="12750"/>
                  </a:lnTo>
                  <a:lnTo>
                    <a:pt x="318719" y="15240"/>
                  </a:lnTo>
                  <a:lnTo>
                    <a:pt x="312623" y="19812"/>
                  </a:lnTo>
                  <a:lnTo>
                    <a:pt x="312623" y="9144"/>
                  </a:lnTo>
                  <a:lnTo>
                    <a:pt x="283667" y="9144"/>
                  </a:lnTo>
                  <a:lnTo>
                    <a:pt x="283667" y="28956"/>
                  </a:lnTo>
                  <a:lnTo>
                    <a:pt x="283667" y="32004"/>
                  </a:lnTo>
                  <a:lnTo>
                    <a:pt x="265379" y="32004"/>
                  </a:lnTo>
                  <a:lnTo>
                    <a:pt x="271475" y="25908"/>
                  </a:lnTo>
                  <a:lnTo>
                    <a:pt x="274523" y="21336"/>
                  </a:lnTo>
                  <a:lnTo>
                    <a:pt x="280619" y="21336"/>
                  </a:lnTo>
                  <a:lnTo>
                    <a:pt x="282143" y="25908"/>
                  </a:lnTo>
                  <a:lnTo>
                    <a:pt x="283667" y="28956"/>
                  </a:lnTo>
                  <a:lnTo>
                    <a:pt x="283667" y="9144"/>
                  </a:lnTo>
                  <a:lnTo>
                    <a:pt x="286715" y="3048"/>
                  </a:lnTo>
                  <a:lnTo>
                    <a:pt x="289763" y="0"/>
                  </a:lnTo>
                  <a:lnTo>
                    <a:pt x="269951" y="0"/>
                  </a:lnTo>
                  <a:lnTo>
                    <a:pt x="265963" y="7454"/>
                  </a:lnTo>
                  <a:lnTo>
                    <a:pt x="260997" y="13906"/>
                  </a:lnTo>
                  <a:lnTo>
                    <a:pt x="255155" y="19507"/>
                  </a:lnTo>
                  <a:lnTo>
                    <a:pt x="248615" y="24384"/>
                  </a:lnTo>
                  <a:lnTo>
                    <a:pt x="251663" y="28956"/>
                  </a:lnTo>
                  <a:lnTo>
                    <a:pt x="254711" y="35052"/>
                  </a:lnTo>
                  <a:lnTo>
                    <a:pt x="256235" y="39624"/>
                  </a:lnTo>
                  <a:lnTo>
                    <a:pt x="257759" y="38100"/>
                  </a:lnTo>
                  <a:lnTo>
                    <a:pt x="260807" y="36576"/>
                  </a:lnTo>
                  <a:lnTo>
                    <a:pt x="262331" y="35052"/>
                  </a:lnTo>
                  <a:lnTo>
                    <a:pt x="262331" y="91528"/>
                  </a:lnTo>
                  <a:lnTo>
                    <a:pt x="280619" y="91528"/>
                  </a:lnTo>
                  <a:lnTo>
                    <a:pt x="280619" y="97624"/>
                  </a:lnTo>
                  <a:lnTo>
                    <a:pt x="248615" y="97624"/>
                  </a:lnTo>
                  <a:lnTo>
                    <a:pt x="248615" y="109816"/>
                  </a:lnTo>
                  <a:lnTo>
                    <a:pt x="274523" y="109816"/>
                  </a:lnTo>
                  <a:lnTo>
                    <a:pt x="269951" y="114388"/>
                  </a:lnTo>
                  <a:lnTo>
                    <a:pt x="265379" y="117436"/>
                  </a:lnTo>
                  <a:lnTo>
                    <a:pt x="259283" y="120484"/>
                  </a:lnTo>
                  <a:lnTo>
                    <a:pt x="265379" y="123532"/>
                  </a:lnTo>
                  <a:lnTo>
                    <a:pt x="269875" y="126542"/>
                  </a:lnTo>
                  <a:lnTo>
                    <a:pt x="276047" y="131152"/>
                  </a:lnTo>
                  <a:lnTo>
                    <a:pt x="282333" y="126542"/>
                  </a:lnTo>
                  <a:lnTo>
                    <a:pt x="287477" y="121627"/>
                  </a:lnTo>
                  <a:lnTo>
                    <a:pt x="291477" y="116154"/>
                  </a:lnTo>
                  <a:lnTo>
                    <a:pt x="294335" y="109816"/>
                  </a:lnTo>
                  <a:lnTo>
                    <a:pt x="332524" y="109816"/>
                  </a:lnTo>
                  <a:lnTo>
                    <a:pt x="332524" y="128104"/>
                  </a:lnTo>
                  <a:lnTo>
                    <a:pt x="349288" y="128104"/>
                  </a:lnTo>
                  <a:lnTo>
                    <a:pt x="349288" y="109816"/>
                  </a:lnTo>
                  <a:lnTo>
                    <a:pt x="378244" y="109816"/>
                  </a:lnTo>
                  <a:lnTo>
                    <a:pt x="378244" y="97624"/>
                  </a:lnTo>
                  <a:close/>
                </a:path>
                <a:path w="1313179" h="131445">
                  <a:moveTo>
                    <a:pt x="455968" y="82384"/>
                  </a:moveTo>
                  <a:lnTo>
                    <a:pt x="439204" y="82384"/>
                  </a:lnTo>
                  <a:lnTo>
                    <a:pt x="439204" y="88480"/>
                  </a:lnTo>
                  <a:lnTo>
                    <a:pt x="455968" y="88480"/>
                  </a:lnTo>
                  <a:lnTo>
                    <a:pt x="455968" y="82384"/>
                  </a:lnTo>
                  <a:close/>
                </a:path>
                <a:path w="1313179" h="131445">
                  <a:moveTo>
                    <a:pt x="498741" y="82384"/>
                  </a:moveTo>
                  <a:lnTo>
                    <a:pt x="481977" y="82384"/>
                  </a:lnTo>
                  <a:lnTo>
                    <a:pt x="481977" y="88480"/>
                  </a:lnTo>
                  <a:lnTo>
                    <a:pt x="498741" y="88480"/>
                  </a:lnTo>
                  <a:lnTo>
                    <a:pt x="498741" y="82384"/>
                  </a:lnTo>
                  <a:close/>
                </a:path>
                <a:path w="1313179" h="131445">
                  <a:moveTo>
                    <a:pt x="498741" y="59436"/>
                  </a:moveTo>
                  <a:lnTo>
                    <a:pt x="395008" y="59436"/>
                  </a:lnTo>
                  <a:lnTo>
                    <a:pt x="395008" y="68326"/>
                  </a:lnTo>
                  <a:lnTo>
                    <a:pt x="395008" y="74676"/>
                  </a:lnTo>
                  <a:lnTo>
                    <a:pt x="395008" y="82296"/>
                  </a:lnTo>
                  <a:lnTo>
                    <a:pt x="395008" y="88646"/>
                  </a:lnTo>
                  <a:lnTo>
                    <a:pt x="395008" y="97536"/>
                  </a:lnTo>
                  <a:lnTo>
                    <a:pt x="498741" y="97536"/>
                  </a:lnTo>
                  <a:lnTo>
                    <a:pt x="498741" y="88646"/>
                  </a:lnTo>
                  <a:lnTo>
                    <a:pt x="411772" y="88646"/>
                  </a:lnTo>
                  <a:lnTo>
                    <a:pt x="411772" y="82296"/>
                  </a:lnTo>
                  <a:lnTo>
                    <a:pt x="498741" y="82296"/>
                  </a:lnTo>
                  <a:lnTo>
                    <a:pt x="498741" y="74764"/>
                  </a:lnTo>
                  <a:lnTo>
                    <a:pt x="498741" y="68668"/>
                  </a:lnTo>
                  <a:lnTo>
                    <a:pt x="481977" y="68668"/>
                  </a:lnTo>
                  <a:lnTo>
                    <a:pt x="481977" y="74676"/>
                  </a:lnTo>
                  <a:lnTo>
                    <a:pt x="455968" y="74676"/>
                  </a:lnTo>
                  <a:lnTo>
                    <a:pt x="455968" y="68668"/>
                  </a:lnTo>
                  <a:lnTo>
                    <a:pt x="439204" y="68668"/>
                  </a:lnTo>
                  <a:lnTo>
                    <a:pt x="439204" y="74676"/>
                  </a:lnTo>
                  <a:lnTo>
                    <a:pt x="411772" y="74676"/>
                  </a:lnTo>
                  <a:lnTo>
                    <a:pt x="411772" y="68326"/>
                  </a:lnTo>
                  <a:lnTo>
                    <a:pt x="498741" y="68326"/>
                  </a:lnTo>
                  <a:lnTo>
                    <a:pt x="498741" y="59436"/>
                  </a:lnTo>
                  <a:close/>
                </a:path>
                <a:path w="1313179" h="131445">
                  <a:moveTo>
                    <a:pt x="498741" y="15240"/>
                  </a:moveTo>
                  <a:lnTo>
                    <a:pt x="481977" y="15240"/>
                  </a:lnTo>
                  <a:lnTo>
                    <a:pt x="481977" y="19812"/>
                  </a:lnTo>
                  <a:lnTo>
                    <a:pt x="498741" y="19812"/>
                  </a:lnTo>
                  <a:lnTo>
                    <a:pt x="498741" y="15240"/>
                  </a:lnTo>
                  <a:close/>
                </a:path>
                <a:path w="1313179" h="131445">
                  <a:moveTo>
                    <a:pt x="498741" y="6096"/>
                  </a:moveTo>
                  <a:lnTo>
                    <a:pt x="395008" y="6096"/>
                  </a:lnTo>
                  <a:lnTo>
                    <a:pt x="395008" y="14986"/>
                  </a:lnTo>
                  <a:lnTo>
                    <a:pt x="395008" y="20066"/>
                  </a:lnTo>
                  <a:lnTo>
                    <a:pt x="395008" y="27686"/>
                  </a:lnTo>
                  <a:lnTo>
                    <a:pt x="395008" y="31496"/>
                  </a:lnTo>
                  <a:lnTo>
                    <a:pt x="395008" y="41656"/>
                  </a:lnTo>
                  <a:lnTo>
                    <a:pt x="498741" y="41656"/>
                  </a:lnTo>
                  <a:lnTo>
                    <a:pt x="498741" y="20066"/>
                  </a:lnTo>
                  <a:lnTo>
                    <a:pt x="481977" y="20066"/>
                  </a:lnTo>
                  <a:lnTo>
                    <a:pt x="481977" y="27686"/>
                  </a:lnTo>
                  <a:lnTo>
                    <a:pt x="481977" y="31496"/>
                  </a:lnTo>
                  <a:lnTo>
                    <a:pt x="413296" y="31496"/>
                  </a:lnTo>
                  <a:lnTo>
                    <a:pt x="413296" y="27686"/>
                  </a:lnTo>
                  <a:lnTo>
                    <a:pt x="481977" y="27686"/>
                  </a:lnTo>
                  <a:lnTo>
                    <a:pt x="481977" y="20066"/>
                  </a:lnTo>
                  <a:lnTo>
                    <a:pt x="413296" y="20066"/>
                  </a:lnTo>
                  <a:lnTo>
                    <a:pt x="413296" y="14986"/>
                  </a:lnTo>
                  <a:lnTo>
                    <a:pt x="498741" y="14986"/>
                  </a:lnTo>
                  <a:lnTo>
                    <a:pt x="498741" y="6096"/>
                  </a:lnTo>
                  <a:close/>
                </a:path>
                <a:path w="1313179" h="131445">
                  <a:moveTo>
                    <a:pt x="512457" y="115912"/>
                  </a:moveTo>
                  <a:lnTo>
                    <a:pt x="455968" y="115912"/>
                  </a:lnTo>
                  <a:lnTo>
                    <a:pt x="455968" y="111340"/>
                  </a:lnTo>
                  <a:lnTo>
                    <a:pt x="504837" y="111340"/>
                  </a:lnTo>
                  <a:lnTo>
                    <a:pt x="504837" y="102196"/>
                  </a:lnTo>
                  <a:lnTo>
                    <a:pt x="455968" y="102196"/>
                  </a:lnTo>
                  <a:lnTo>
                    <a:pt x="455968" y="97624"/>
                  </a:lnTo>
                  <a:lnTo>
                    <a:pt x="439204" y="97624"/>
                  </a:lnTo>
                  <a:lnTo>
                    <a:pt x="439204" y="102196"/>
                  </a:lnTo>
                  <a:lnTo>
                    <a:pt x="390436" y="102196"/>
                  </a:lnTo>
                  <a:lnTo>
                    <a:pt x="390436" y="111340"/>
                  </a:lnTo>
                  <a:lnTo>
                    <a:pt x="439204" y="111340"/>
                  </a:lnTo>
                  <a:lnTo>
                    <a:pt x="439204" y="115912"/>
                  </a:lnTo>
                  <a:lnTo>
                    <a:pt x="382816" y="115912"/>
                  </a:lnTo>
                  <a:lnTo>
                    <a:pt x="382816" y="125056"/>
                  </a:lnTo>
                  <a:lnTo>
                    <a:pt x="512457" y="125056"/>
                  </a:lnTo>
                  <a:lnTo>
                    <a:pt x="512457" y="115912"/>
                  </a:lnTo>
                  <a:close/>
                </a:path>
                <a:path w="1313179" h="131445">
                  <a:moveTo>
                    <a:pt x="512457" y="44196"/>
                  </a:moveTo>
                  <a:lnTo>
                    <a:pt x="382816" y="44196"/>
                  </a:lnTo>
                  <a:lnTo>
                    <a:pt x="382816" y="54864"/>
                  </a:lnTo>
                  <a:lnTo>
                    <a:pt x="512457" y="54864"/>
                  </a:lnTo>
                  <a:lnTo>
                    <a:pt x="512457" y="44196"/>
                  </a:lnTo>
                  <a:close/>
                </a:path>
                <a:path w="1313179" h="131445">
                  <a:moveTo>
                    <a:pt x="564261" y="6096"/>
                  </a:moveTo>
                  <a:lnTo>
                    <a:pt x="521589" y="6096"/>
                  </a:lnTo>
                  <a:lnTo>
                    <a:pt x="521589" y="129628"/>
                  </a:lnTo>
                  <a:lnTo>
                    <a:pt x="536829" y="129628"/>
                  </a:lnTo>
                  <a:lnTo>
                    <a:pt x="536829" y="90004"/>
                  </a:lnTo>
                  <a:lnTo>
                    <a:pt x="536829" y="21336"/>
                  </a:lnTo>
                  <a:lnTo>
                    <a:pt x="547497" y="21336"/>
                  </a:lnTo>
                  <a:lnTo>
                    <a:pt x="538353" y="56388"/>
                  </a:lnTo>
                  <a:lnTo>
                    <a:pt x="542353" y="63068"/>
                  </a:lnTo>
                  <a:lnTo>
                    <a:pt x="547497" y="82384"/>
                  </a:lnTo>
                  <a:lnTo>
                    <a:pt x="547497" y="86956"/>
                  </a:lnTo>
                  <a:lnTo>
                    <a:pt x="545973" y="90004"/>
                  </a:lnTo>
                  <a:lnTo>
                    <a:pt x="536829" y="90004"/>
                  </a:lnTo>
                  <a:lnTo>
                    <a:pt x="538353" y="94576"/>
                  </a:lnTo>
                  <a:lnTo>
                    <a:pt x="539877" y="100672"/>
                  </a:lnTo>
                  <a:lnTo>
                    <a:pt x="539877" y="106768"/>
                  </a:lnTo>
                  <a:lnTo>
                    <a:pt x="549021" y="106768"/>
                  </a:lnTo>
                  <a:lnTo>
                    <a:pt x="553593" y="105244"/>
                  </a:lnTo>
                  <a:lnTo>
                    <a:pt x="558165" y="102196"/>
                  </a:lnTo>
                  <a:lnTo>
                    <a:pt x="561213" y="99148"/>
                  </a:lnTo>
                  <a:lnTo>
                    <a:pt x="562737" y="93052"/>
                  </a:lnTo>
                  <a:lnTo>
                    <a:pt x="562648" y="83908"/>
                  </a:lnTo>
                  <a:lnTo>
                    <a:pt x="553593" y="54864"/>
                  </a:lnTo>
                  <a:lnTo>
                    <a:pt x="563372" y="21336"/>
                  </a:lnTo>
                  <a:lnTo>
                    <a:pt x="564261" y="18288"/>
                  </a:lnTo>
                  <a:lnTo>
                    <a:pt x="564261" y="6096"/>
                  </a:lnTo>
                  <a:close/>
                </a:path>
                <a:path w="1313179" h="131445">
                  <a:moveTo>
                    <a:pt x="643610" y="96100"/>
                  </a:moveTo>
                  <a:lnTo>
                    <a:pt x="614654" y="96100"/>
                  </a:lnTo>
                  <a:lnTo>
                    <a:pt x="614654" y="82384"/>
                  </a:lnTo>
                  <a:lnTo>
                    <a:pt x="640562" y="82384"/>
                  </a:lnTo>
                  <a:lnTo>
                    <a:pt x="640562" y="68668"/>
                  </a:lnTo>
                  <a:lnTo>
                    <a:pt x="614654" y="68668"/>
                  </a:lnTo>
                  <a:lnTo>
                    <a:pt x="614654" y="59436"/>
                  </a:lnTo>
                  <a:lnTo>
                    <a:pt x="599313" y="59436"/>
                  </a:lnTo>
                  <a:lnTo>
                    <a:pt x="599313" y="68668"/>
                  </a:lnTo>
                  <a:lnTo>
                    <a:pt x="565785" y="68668"/>
                  </a:lnTo>
                  <a:lnTo>
                    <a:pt x="565785" y="82384"/>
                  </a:lnTo>
                  <a:lnTo>
                    <a:pt x="599313" y="82384"/>
                  </a:lnTo>
                  <a:lnTo>
                    <a:pt x="599313" y="96100"/>
                  </a:lnTo>
                  <a:lnTo>
                    <a:pt x="582549" y="96100"/>
                  </a:lnTo>
                  <a:lnTo>
                    <a:pt x="588645" y="83908"/>
                  </a:lnTo>
                  <a:lnTo>
                    <a:pt x="571881" y="83908"/>
                  </a:lnTo>
                  <a:lnTo>
                    <a:pt x="564261" y="96100"/>
                  </a:lnTo>
                  <a:lnTo>
                    <a:pt x="564261" y="111340"/>
                  </a:lnTo>
                  <a:lnTo>
                    <a:pt x="599313" y="111340"/>
                  </a:lnTo>
                  <a:lnTo>
                    <a:pt x="599313" y="129628"/>
                  </a:lnTo>
                  <a:lnTo>
                    <a:pt x="614654" y="129628"/>
                  </a:lnTo>
                  <a:lnTo>
                    <a:pt x="614654" y="111340"/>
                  </a:lnTo>
                  <a:lnTo>
                    <a:pt x="643610" y="111340"/>
                  </a:lnTo>
                  <a:lnTo>
                    <a:pt x="643610" y="96100"/>
                  </a:lnTo>
                  <a:close/>
                </a:path>
                <a:path w="1313179" h="131445">
                  <a:moveTo>
                    <a:pt x="646658" y="48768"/>
                  </a:moveTo>
                  <a:lnTo>
                    <a:pt x="637514" y="48768"/>
                  </a:lnTo>
                  <a:lnTo>
                    <a:pt x="629894" y="47244"/>
                  </a:lnTo>
                  <a:lnTo>
                    <a:pt x="622274" y="44196"/>
                  </a:lnTo>
                  <a:lnTo>
                    <a:pt x="626846" y="40474"/>
                  </a:lnTo>
                  <a:lnTo>
                    <a:pt x="629386" y="38100"/>
                  </a:lnTo>
                  <a:lnTo>
                    <a:pt x="631418" y="36195"/>
                  </a:lnTo>
                  <a:lnTo>
                    <a:pt x="635990" y="31330"/>
                  </a:lnTo>
                  <a:lnTo>
                    <a:pt x="640562" y="25908"/>
                  </a:lnTo>
                  <a:lnTo>
                    <a:pt x="640562" y="24384"/>
                  </a:lnTo>
                  <a:lnTo>
                    <a:pt x="640562" y="10668"/>
                  </a:lnTo>
                  <a:lnTo>
                    <a:pt x="620750" y="10668"/>
                  </a:lnTo>
                  <a:lnTo>
                    <a:pt x="620750" y="24384"/>
                  </a:lnTo>
                  <a:lnTo>
                    <a:pt x="617702" y="30480"/>
                  </a:lnTo>
                  <a:lnTo>
                    <a:pt x="613130" y="35052"/>
                  </a:lnTo>
                  <a:lnTo>
                    <a:pt x="605409" y="38100"/>
                  </a:lnTo>
                  <a:lnTo>
                    <a:pt x="602361" y="36576"/>
                  </a:lnTo>
                  <a:lnTo>
                    <a:pt x="599313" y="35052"/>
                  </a:lnTo>
                  <a:lnTo>
                    <a:pt x="590169" y="25908"/>
                  </a:lnTo>
                  <a:lnTo>
                    <a:pt x="590169" y="24384"/>
                  </a:lnTo>
                  <a:lnTo>
                    <a:pt x="620750" y="24384"/>
                  </a:lnTo>
                  <a:lnTo>
                    <a:pt x="620750" y="10668"/>
                  </a:lnTo>
                  <a:lnTo>
                    <a:pt x="600837" y="10668"/>
                  </a:lnTo>
                  <a:lnTo>
                    <a:pt x="602361" y="7620"/>
                  </a:lnTo>
                  <a:lnTo>
                    <a:pt x="603885" y="6096"/>
                  </a:lnTo>
                  <a:lnTo>
                    <a:pt x="605409" y="3048"/>
                  </a:lnTo>
                  <a:lnTo>
                    <a:pt x="587121" y="1524"/>
                  </a:lnTo>
                  <a:lnTo>
                    <a:pt x="582891" y="9499"/>
                  </a:lnTo>
                  <a:lnTo>
                    <a:pt x="577215" y="17335"/>
                  </a:lnTo>
                  <a:lnTo>
                    <a:pt x="570407" y="24879"/>
                  </a:lnTo>
                  <a:lnTo>
                    <a:pt x="562737" y="32004"/>
                  </a:lnTo>
                  <a:lnTo>
                    <a:pt x="568833" y="41148"/>
                  </a:lnTo>
                  <a:lnTo>
                    <a:pt x="571881" y="44196"/>
                  </a:lnTo>
                  <a:lnTo>
                    <a:pt x="574929" y="42672"/>
                  </a:lnTo>
                  <a:lnTo>
                    <a:pt x="581025" y="36576"/>
                  </a:lnTo>
                  <a:lnTo>
                    <a:pt x="590169" y="45720"/>
                  </a:lnTo>
                  <a:lnTo>
                    <a:pt x="583272" y="47713"/>
                  </a:lnTo>
                  <a:lnTo>
                    <a:pt x="576072" y="49149"/>
                  </a:lnTo>
                  <a:lnTo>
                    <a:pt x="568312" y="49999"/>
                  </a:lnTo>
                  <a:lnTo>
                    <a:pt x="559689" y="50292"/>
                  </a:lnTo>
                  <a:lnTo>
                    <a:pt x="564261" y="59436"/>
                  </a:lnTo>
                  <a:lnTo>
                    <a:pt x="567309" y="65620"/>
                  </a:lnTo>
                  <a:lnTo>
                    <a:pt x="578192" y="63296"/>
                  </a:lnTo>
                  <a:lnTo>
                    <a:pt x="588073" y="60820"/>
                  </a:lnTo>
                  <a:lnTo>
                    <a:pt x="597166" y="58026"/>
                  </a:lnTo>
                  <a:lnTo>
                    <a:pt x="605409" y="54864"/>
                  </a:lnTo>
                  <a:lnTo>
                    <a:pt x="612876" y="58026"/>
                  </a:lnTo>
                  <a:lnTo>
                    <a:pt x="621309" y="60629"/>
                  </a:lnTo>
                  <a:lnTo>
                    <a:pt x="630580" y="62661"/>
                  </a:lnTo>
                  <a:lnTo>
                    <a:pt x="640562" y="64096"/>
                  </a:lnTo>
                  <a:lnTo>
                    <a:pt x="642086" y="59436"/>
                  </a:lnTo>
                  <a:lnTo>
                    <a:pt x="644372" y="54864"/>
                  </a:lnTo>
                  <a:lnTo>
                    <a:pt x="645134" y="53340"/>
                  </a:lnTo>
                  <a:lnTo>
                    <a:pt x="646658" y="48768"/>
                  </a:lnTo>
                  <a:close/>
                </a:path>
                <a:path w="1313179" h="131445">
                  <a:moveTo>
                    <a:pt x="692378" y="6096"/>
                  </a:moveTo>
                  <a:lnTo>
                    <a:pt x="675614" y="1524"/>
                  </a:lnTo>
                  <a:lnTo>
                    <a:pt x="669848" y="16979"/>
                  </a:lnTo>
                  <a:lnTo>
                    <a:pt x="663803" y="31432"/>
                  </a:lnTo>
                  <a:lnTo>
                    <a:pt x="657186" y="45034"/>
                  </a:lnTo>
                  <a:lnTo>
                    <a:pt x="649706" y="57912"/>
                  </a:lnTo>
                  <a:lnTo>
                    <a:pt x="652754" y="73240"/>
                  </a:lnTo>
                  <a:lnTo>
                    <a:pt x="652754" y="80860"/>
                  </a:lnTo>
                  <a:lnTo>
                    <a:pt x="657326" y="76288"/>
                  </a:lnTo>
                  <a:lnTo>
                    <a:pt x="663422" y="67144"/>
                  </a:lnTo>
                  <a:lnTo>
                    <a:pt x="663422" y="128104"/>
                  </a:lnTo>
                  <a:lnTo>
                    <a:pt x="680186" y="128104"/>
                  </a:lnTo>
                  <a:lnTo>
                    <a:pt x="680186" y="67144"/>
                  </a:lnTo>
                  <a:lnTo>
                    <a:pt x="680186" y="35052"/>
                  </a:lnTo>
                  <a:lnTo>
                    <a:pt x="683374" y="28168"/>
                  </a:lnTo>
                  <a:lnTo>
                    <a:pt x="686282" y="21145"/>
                  </a:lnTo>
                  <a:lnTo>
                    <a:pt x="689190" y="13830"/>
                  </a:lnTo>
                  <a:lnTo>
                    <a:pt x="692378" y="6096"/>
                  </a:lnTo>
                  <a:close/>
                </a:path>
                <a:path w="1313179" h="131445">
                  <a:moveTo>
                    <a:pt x="779335" y="90004"/>
                  </a:moveTo>
                  <a:lnTo>
                    <a:pt x="774763" y="88480"/>
                  </a:lnTo>
                  <a:lnTo>
                    <a:pt x="770191" y="85432"/>
                  </a:lnTo>
                  <a:lnTo>
                    <a:pt x="765619" y="83908"/>
                  </a:lnTo>
                  <a:lnTo>
                    <a:pt x="764095" y="96100"/>
                  </a:lnTo>
                  <a:lnTo>
                    <a:pt x="764095" y="102196"/>
                  </a:lnTo>
                  <a:lnTo>
                    <a:pt x="762571" y="103720"/>
                  </a:lnTo>
                  <a:lnTo>
                    <a:pt x="762571" y="106768"/>
                  </a:lnTo>
                  <a:lnTo>
                    <a:pt x="757999" y="106768"/>
                  </a:lnTo>
                  <a:lnTo>
                    <a:pt x="756475" y="103720"/>
                  </a:lnTo>
                  <a:lnTo>
                    <a:pt x="753427" y="99148"/>
                  </a:lnTo>
                  <a:lnTo>
                    <a:pt x="752233" y="93700"/>
                  </a:lnTo>
                  <a:lnTo>
                    <a:pt x="751065" y="86385"/>
                  </a:lnTo>
                  <a:lnTo>
                    <a:pt x="750951" y="85432"/>
                  </a:lnTo>
                  <a:lnTo>
                    <a:pt x="749909" y="77076"/>
                  </a:lnTo>
                  <a:lnTo>
                    <a:pt x="749833" y="76288"/>
                  </a:lnTo>
                  <a:lnTo>
                    <a:pt x="748766" y="65620"/>
                  </a:lnTo>
                  <a:lnTo>
                    <a:pt x="777811" y="65620"/>
                  </a:lnTo>
                  <a:lnTo>
                    <a:pt x="777811" y="48768"/>
                  </a:lnTo>
                  <a:lnTo>
                    <a:pt x="747242" y="48768"/>
                  </a:lnTo>
                  <a:lnTo>
                    <a:pt x="747242" y="25908"/>
                  </a:lnTo>
                  <a:lnTo>
                    <a:pt x="747242" y="24384"/>
                  </a:lnTo>
                  <a:lnTo>
                    <a:pt x="754126" y="23266"/>
                  </a:lnTo>
                  <a:lnTo>
                    <a:pt x="760857" y="22288"/>
                  </a:lnTo>
                  <a:lnTo>
                    <a:pt x="767270" y="21602"/>
                  </a:lnTo>
                  <a:lnTo>
                    <a:pt x="773239" y="21336"/>
                  </a:lnTo>
                  <a:lnTo>
                    <a:pt x="773201" y="21145"/>
                  </a:lnTo>
                  <a:lnTo>
                    <a:pt x="770293" y="9525"/>
                  </a:lnTo>
                  <a:lnTo>
                    <a:pt x="770191" y="4572"/>
                  </a:lnTo>
                  <a:lnTo>
                    <a:pt x="747306" y="7480"/>
                  </a:lnTo>
                  <a:lnTo>
                    <a:pt x="730478" y="9169"/>
                  </a:lnTo>
                  <a:lnTo>
                    <a:pt x="730478" y="25908"/>
                  </a:lnTo>
                  <a:lnTo>
                    <a:pt x="730478" y="48768"/>
                  </a:lnTo>
                  <a:lnTo>
                    <a:pt x="710666" y="48768"/>
                  </a:lnTo>
                  <a:lnTo>
                    <a:pt x="710666" y="27432"/>
                  </a:lnTo>
                  <a:lnTo>
                    <a:pt x="730478" y="25908"/>
                  </a:lnTo>
                  <a:lnTo>
                    <a:pt x="730478" y="9169"/>
                  </a:lnTo>
                  <a:lnTo>
                    <a:pt x="726871" y="9525"/>
                  </a:lnTo>
                  <a:lnTo>
                    <a:pt x="693902" y="12192"/>
                  </a:lnTo>
                  <a:lnTo>
                    <a:pt x="693902" y="100558"/>
                  </a:lnTo>
                  <a:lnTo>
                    <a:pt x="692886" y="102196"/>
                  </a:lnTo>
                  <a:lnTo>
                    <a:pt x="690854" y="105244"/>
                  </a:lnTo>
                  <a:lnTo>
                    <a:pt x="687806" y="108292"/>
                  </a:lnTo>
                  <a:lnTo>
                    <a:pt x="696950" y="123532"/>
                  </a:lnTo>
                  <a:lnTo>
                    <a:pt x="699998" y="120484"/>
                  </a:lnTo>
                  <a:lnTo>
                    <a:pt x="704570" y="117436"/>
                  </a:lnTo>
                  <a:lnTo>
                    <a:pt x="712190" y="114388"/>
                  </a:lnTo>
                  <a:lnTo>
                    <a:pt x="718286" y="123532"/>
                  </a:lnTo>
                  <a:lnTo>
                    <a:pt x="721334" y="129628"/>
                  </a:lnTo>
                  <a:lnTo>
                    <a:pt x="736574" y="120484"/>
                  </a:lnTo>
                  <a:lnTo>
                    <a:pt x="733526" y="115912"/>
                  </a:lnTo>
                  <a:lnTo>
                    <a:pt x="732002" y="114388"/>
                  </a:lnTo>
                  <a:lnTo>
                    <a:pt x="728954" y="111340"/>
                  </a:lnTo>
                  <a:lnTo>
                    <a:pt x="725906" y="105244"/>
                  </a:lnTo>
                  <a:lnTo>
                    <a:pt x="728954" y="103720"/>
                  </a:lnTo>
                  <a:lnTo>
                    <a:pt x="730478" y="102196"/>
                  </a:lnTo>
                  <a:lnTo>
                    <a:pt x="732002" y="102196"/>
                  </a:lnTo>
                  <a:lnTo>
                    <a:pt x="732002" y="96100"/>
                  </a:lnTo>
                  <a:lnTo>
                    <a:pt x="730478" y="90004"/>
                  </a:lnTo>
                  <a:lnTo>
                    <a:pt x="730478" y="85432"/>
                  </a:lnTo>
                  <a:lnTo>
                    <a:pt x="719810" y="91528"/>
                  </a:lnTo>
                  <a:lnTo>
                    <a:pt x="710666" y="96100"/>
                  </a:lnTo>
                  <a:lnTo>
                    <a:pt x="710666" y="65620"/>
                  </a:lnTo>
                  <a:lnTo>
                    <a:pt x="732002" y="65620"/>
                  </a:lnTo>
                  <a:lnTo>
                    <a:pt x="734809" y="92506"/>
                  </a:lnTo>
                  <a:lnTo>
                    <a:pt x="740778" y="111531"/>
                  </a:lnTo>
                  <a:lnTo>
                    <a:pt x="749617" y="122847"/>
                  </a:lnTo>
                  <a:lnTo>
                    <a:pt x="761047" y="126580"/>
                  </a:lnTo>
                  <a:lnTo>
                    <a:pt x="767143" y="126580"/>
                  </a:lnTo>
                  <a:lnTo>
                    <a:pt x="777963" y="100558"/>
                  </a:lnTo>
                  <a:lnTo>
                    <a:pt x="779335" y="90004"/>
                  </a:lnTo>
                  <a:close/>
                </a:path>
                <a:path w="1313179" h="131445">
                  <a:moveTo>
                    <a:pt x="912025" y="21336"/>
                  </a:moveTo>
                  <a:lnTo>
                    <a:pt x="890600" y="21336"/>
                  </a:lnTo>
                  <a:lnTo>
                    <a:pt x="890600" y="36576"/>
                  </a:lnTo>
                  <a:lnTo>
                    <a:pt x="890485" y="38100"/>
                  </a:lnTo>
                  <a:lnTo>
                    <a:pt x="890384" y="39624"/>
                  </a:lnTo>
                  <a:lnTo>
                    <a:pt x="890270" y="41148"/>
                  </a:lnTo>
                  <a:lnTo>
                    <a:pt x="890168" y="42672"/>
                  </a:lnTo>
                  <a:lnTo>
                    <a:pt x="890079" y="43903"/>
                  </a:lnTo>
                  <a:lnTo>
                    <a:pt x="889812" y="47625"/>
                  </a:lnTo>
                  <a:lnTo>
                    <a:pt x="887742" y="58343"/>
                  </a:lnTo>
                  <a:lnTo>
                    <a:pt x="884809" y="68376"/>
                  </a:lnTo>
                  <a:lnTo>
                    <a:pt x="884694" y="68668"/>
                  </a:lnTo>
                  <a:lnTo>
                    <a:pt x="881456" y="77812"/>
                  </a:lnTo>
                  <a:lnTo>
                    <a:pt x="873874" y="51816"/>
                  </a:lnTo>
                  <a:lnTo>
                    <a:pt x="873734" y="51168"/>
                  </a:lnTo>
                  <a:lnTo>
                    <a:pt x="873607" y="50292"/>
                  </a:lnTo>
                  <a:lnTo>
                    <a:pt x="872312" y="41148"/>
                  </a:lnTo>
                  <a:lnTo>
                    <a:pt x="872312" y="93052"/>
                  </a:lnTo>
                  <a:lnTo>
                    <a:pt x="866546" y="98729"/>
                  </a:lnTo>
                  <a:lnTo>
                    <a:pt x="860501" y="104101"/>
                  </a:lnTo>
                  <a:lnTo>
                    <a:pt x="853871" y="108915"/>
                  </a:lnTo>
                  <a:lnTo>
                    <a:pt x="846404" y="112864"/>
                  </a:lnTo>
                  <a:lnTo>
                    <a:pt x="849452" y="108292"/>
                  </a:lnTo>
                  <a:lnTo>
                    <a:pt x="837260" y="103720"/>
                  </a:lnTo>
                  <a:lnTo>
                    <a:pt x="841832" y="97624"/>
                  </a:lnTo>
                  <a:lnTo>
                    <a:pt x="846404" y="91528"/>
                  </a:lnTo>
                  <a:lnTo>
                    <a:pt x="849452" y="83908"/>
                  </a:lnTo>
                  <a:lnTo>
                    <a:pt x="849452" y="71716"/>
                  </a:lnTo>
                  <a:lnTo>
                    <a:pt x="831164" y="71716"/>
                  </a:lnTo>
                  <a:lnTo>
                    <a:pt x="831164" y="85432"/>
                  </a:lnTo>
                  <a:lnTo>
                    <a:pt x="825068" y="94576"/>
                  </a:lnTo>
                  <a:lnTo>
                    <a:pt x="822020" y="97624"/>
                  </a:lnTo>
                  <a:lnTo>
                    <a:pt x="808304" y="93052"/>
                  </a:lnTo>
                  <a:lnTo>
                    <a:pt x="811352" y="85432"/>
                  </a:lnTo>
                  <a:lnTo>
                    <a:pt x="831164" y="85432"/>
                  </a:lnTo>
                  <a:lnTo>
                    <a:pt x="831164" y="71716"/>
                  </a:lnTo>
                  <a:lnTo>
                    <a:pt x="818972" y="71716"/>
                  </a:lnTo>
                  <a:lnTo>
                    <a:pt x="820496" y="70192"/>
                  </a:lnTo>
                  <a:lnTo>
                    <a:pt x="822020" y="67144"/>
                  </a:lnTo>
                  <a:lnTo>
                    <a:pt x="822020" y="65620"/>
                  </a:lnTo>
                  <a:lnTo>
                    <a:pt x="829640" y="65620"/>
                  </a:lnTo>
                  <a:lnTo>
                    <a:pt x="829640" y="56388"/>
                  </a:lnTo>
                  <a:lnTo>
                    <a:pt x="835736" y="59436"/>
                  </a:lnTo>
                  <a:lnTo>
                    <a:pt x="840308" y="62572"/>
                  </a:lnTo>
                  <a:lnTo>
                    <a:pt x="846404" y="67144"/>
                  </a:lnTo>
                  <a:lnTo>
                    <a:pt x="849452" y="61048"/>
                  </a:lnTo>
                  <a:lnTo>
                    <a:pt x="852474" y="64084"/>
                  </a:lnTo>
                  <a:lnTo>
                    <a:pt x="855548" y="68668"/>
                  </a:lnTo>
                  <a:lnTo>
                    <a:pt x="857072" y="71716"/>
                  </a:lnTo>
                  <a:lnTo>
                    <a:pt x="858596" y="68668"/>
                  </a:lnTo>
                  <a:lnTo>
                    <a:pt x="860120" y="67144"/>
                  </a:lnTo>
                  <a:lnTo>
                    <a:pt x="861631" y="64109"/>
                  </a:lnTo>
                  <a:lnTo>
                    <a:pt x="863917" y="71716"/>
                  </a:lnTo>
                  <a:lnTo>
                    <a:pt x="866406" y="79146"/>
                  </a:lnTo>
                  <a:lnTo>
                    <a:pt x="869137" y="86182"/>
                  </a:lnTo>
                  <a:lnTo>
                    <a:pt x="872312" y="93052"/>
                  </a:lnTo>
                  <a:lnTo>
                    <a:pt x="872312" y="41148"/>
                  </a:lnTo>
                  <a:lnTo>
                    <a:pt x="872312" y="39624"/>
                  </a:lnTo>
                  <a:lnTo>
                    <a:pt x="873836" y="38100"/>
                  </a:lnTo>
                  <a:lnTo>
                    <a:pt x="873836" y="36576"/>
                  </a:lnTo>
                  <a:lnTo>
                    <a:pt x="890600" y="36576"/>
                  </a:lnTo>
                  <a:lnTo>
                    <a:pt x="890600" y="21336"/>
                  </a:lnTo>
                  <a:lnTo>
                    <a:pt x="879932" y="21336"/>
                  </a:lnTo>
                  <a:lnTo>
                    <a:pt x="882980" y="9144"/>
                  </a:lnTo>
                  <a:lnTo>
                    <a:pt x="884504" y="1524"/>
                  </a:lnTo>
                  <a:lnTo>
                    <a:pt x="867740" y="0"/>
                  </a:lnTo>
                  <a:lnTo>
                    <a:pt x="863168" y="15163"/>
                  </a:lnTo>
                  <a:lnTo>
                    <a:pt x="858596" y="28765"/>
                  </a:lnTo>
                  <a:lnTo>
                    <a:pt x="853922" y="41148"/>
                  </a:lnTo>
                  <a:lnTo>
                    <a:pt x="849452" y="51816"/>
                  </a:lnTo>
                  <a:lnTo>
                    <a:pt x="846404" y="50292"/>
                  </a:lnTo>
                  <a:lnTo>
                    <a:pt x="843356" y="48768"/>
                  </a:lnTo>
                  <a:lnTo>
                    <a:pt x="838784" y="45720"/>
                  </a:lnTo>
                  <a:lnTo>
                    <a:pt x="832688" y="42672"/>
                  </a:lnTo>
                  <a:lnTo>
                    <a:pt x="829640" y="48768"/>
                  </a:lnTo>
                  <a:lnTo>
                    <a:pt x="829640" y="39624"/>
                  </a:lnTo>
                  <a:lnTo>
                    <a:pt x="850976" y="39624"/>
                  </a:lnTo>
                  <a:lnTo>
                    <a:pt x="850976" y="25908"/>
                  </a:lnTo>
                  <a:lnTo>
                    <a:pt x="844880" y="25908"/>
                  </a:lnTo>
                  <a:lnTo>
                    <a:pt x="847928" y="21336"/>
                  </a:lnTo>
                  <a:lnTo>
                    <a:pt x="852500" y="16764"/>
                  </a:lnTo>
                  <a:lnTo>
                    <a:pt x="855548" y="10668"/>
                  </a:lnTo>
                  <a:lnTo>
                    <a:pt x="843356" y="4572"/>
                  </a:lnTo>
                  <a:lnTo>
                    <a:pt x="840308" y="9144"/>
                  </a:lnTo>
                  <a:lnTo>
                    <a:pt x="835736" y="13716"/>
                  </a:lnTo>
                  <a:lnTo>
                    <a:pt x="831164" y="19812"/>
                  </a:lnTo>
                  <a:lnTo>
                    <a:pt x="841832" y="25908"/>
                  </a:lnTo>
                  <a:lnTo>
                    <a:pt x="829640" y="25908"/>
                  </a:lnTo>
                  <a:lnTo>
                    <a:pt x="829640" y="1524"/>
                  </a:lnTo>
                  <a:lnTo>
                    <a:pt x="812876" y="1524"/>
                  </a:lnTo>
                  <a:lnTo>
                    <a:pt x="812876" y="25908"/>
                  </a:lnTo>
                  <a:lnTo>
                    <a:pt x="797636" y="25908"/>
                  </a:lnTo>
                  <a:lnTo>
                    <a:pt x="809828" y="19812"/>
                  </a:lnTo>
                  <a:lnTo>
                    <a:pt x="805256" y="12192"/>
                  </a:lnTo>
                  <a:lnTo>
                    <a:pt x="800684" y="7620"/>
                  </a:lnTo>
                  <a:lnTo>
                    <a:pt x="799160" y="4572"/>
                  </a:lnTo>
                  <a:lnTo>
                    <a:pt x="786968" y="12192"/>
                  </a:lnTo>
                  <a:lnTo>
                    <a:pt x="796112" y="25908"/>
                  </a:lnTo>
                  <a:lnTo>
                    <a:pt x="785444" y="25908"/>
                  </a:lnTo>
                  <a:lnTo>
                    <a:pt x="785444" y="39624"/>
                  </a:lnTo>
                  <a:lnTo>
                    <a:pt x="805256" y="39624"/>
                  </a:lnTo>
                  <a:lnTo>
                    <a:pt x="800176" y="43903"/>
                  </a:lnTo>
                  <a:lnTo>
                    <a:pt x="794397" y="47625"/>
                  </a:lnTo>
                  <a:lnTo>
                    <a:pt x="788314" y="50761"/>
                  </a:lnTo>
                  <a:lnTo>
                    <a:pt x="782396" y="53340"/>
                  </a:lnTo>
                  <a:lnTo>
                    <a:pt x="783920" y="57912"/>
                  </a:lnTo>
                  <a:lnTo>
                    <a:pt x="786968" y="62572"/>
                  </a:lnTo>
                  <a:lnTo>
                    <a:pt x="788492" y="68668"/>
                  </a:lnTo>
                  <a:lnTo>
                    <a:pt x="795083" y="64084"/>
                  </a:lnTo>
                  <a:lnTo>
                    <a:pt x="801306" y="59436"/>
                  </a:lnTo>
                  <a:lnTo>
                    <a:pt x="807135" y="54876"/>
                  </a:lnTo>
                  <a:lnTo>
                    <a:pt x="812876" y="50292"/>
                  </a:lnTo>
                  <a:lnTo>
                    <a:pt x="812876" y="62572"/>
                  </a:lnTo>
                  <a:lnTo>
                    <a:pt x="805256" y="62572"/>
                  </a:lnTo>
                  <a:lnTo>
                    <a:pt x="803732" y="65620"/>
                  </a:lnTo>
                  <a:lnTo>
                    <a:pt x="803732" y="68668"/>
                  </a:lnTo>
                  <a:lnTo>
                    <a:pt x="802208" y="71716"/>
                  </a:lnTo>
                  <a:lnTo>
                    <a:pt x="783920" y="71716"/>
                  </a:lnTo>
                  <a:lnTo>
                    <a:pt x="783920" y="85432"/>
                  </a:lnTo>
                  <a:lnTo>
                    <a:pt x="794588" y="85432"/>
                  </a:lnTo>
                  <a:lnTo>
                    <a:pt x="793064" y="90004"/>
                  </a:lnTo>
                  <a:lnTo>
                    <a:pt x="786980" y="99136"/>
                  </a:lnTo>
                  <a:lnTo>
                    <a:pt x="786841" y="99136"/>
                  </a:lnTo>
                  <a:lnTo>
                    <a:pt x="794588" y="100672"/>
                  </a:lnTo>
                  <a:lnTo>
                    <a:pt x="806780" y="106768"/>
                  </a:lnTo>
                  <a:lnTo>
                    <a:pt x="799160" y="109816"/>
                  </a:lnTo>
                  <a:lnTo>
                    <a:pt x="791540" y="111340"/>
                  </a:lnTo>
                  <a:lnTo>
                    <a:pt x="782396" y="111340"/>
                  </a:lnTo>
                  <a:lnTo>
                    <a:pt x="785444" y="117436"/>
                  </a:lnTo>
                  <a:lnTo>
                    <a:pt x="786968" y="123532"/>
                  </a:lnTo>
                  <a:lnTo>
                    <a:pt x="788492" y="128104"/>
                  </a:lnTo>
                  <a:lnTo>
                    <a:pt x="798461" y="125539"/>
                  </a:lnTo>
                  <a:lnTo>
                    <a:pt x="807732" y="122389"/>
                  </a:lnTo>
                  <a:lnTo>
                    <a:pt x="816127" y="118681"/>
                  </a:lnTo>
                  <a:lnTo>
                    <a:pt x="823544" y="114388"/>
                  </a:lnTo>
                  <a:lnTo>
                    <a:pt x="835736" y="120484"/>
                  </a:lnTo>
                  <a:lnTo>
                    <a:pt x="840308" y="123532"/>
                  </a:lnTo>
                  <a:lnTo>
                    <a:pt x="844880" y="115912"/>
                  </a:lnTo>
                  <a:lnTo>
                    <a:pt x="849452" y="120484"/>
                  </a:lnTo>
                  <a:lnTo>
                    <a:pt x="852500" y="125056"/>
                  </a:lnTo>
                  <a:lnTo>
                    <a:pt x="857072" y="129628"/>
                  </a:lnTo>
                  <a:lnTo>
                    <a:pt x="863663" y="125679"/>
                  </a:lnTo>
                  <a:lnTo>
                    <a:pt x="869835" y="120865"/>
                  </a:lnTo>
                  <a:lnTo>
                    <a:pt x="875245" y="115912"/>
                  </a:lnTo>
                  <a:lnTo>
                    <a:pt x="875715" y="115493"/>
                  </a:lnTo>
                  <a:lnTo>
                    <a:pt x="876820" y="114388"/>
                  </a:lnTo>
                  <a:lnTo>
                    <a:pt x="878357" y="112864"/>
                  </a:lnTo>
                  <a:lnTo>
                    <a:pt x="881456" y="109816"/>
                  </a:lnTo>
                  <a:lnTo>
                    <a:pt x="886053" y="115252"/>
                  </a:lnTo>
                  <a:lnTo>
                    <a:pt x="890790" y="120103"/>
                  </a:lnTo>
                  <a:lnTo>
                    <a:pt x="895845" y="124396"/>
                  </a:lnTo>
                  <a:lnTo>
                    <a:pt x="901357" y="128104"/>
                  </a:lnTo>
                  <a:lnTo>
                    <a:pt x="905929" y="120484"/>
                  </a:lnTo>
                  <a:lnTo>
                    <a:pt x="908977" y="114388"/>
                  </a:lnTo>
                  <a:lnTo>
                    <a:pt x="912025" y="111340"/>
                  </a:lnTo>
                  <a:lnTo>
                    <a:pt x="909777" y="109816"/>
                  </a:lnTo>
                  <a:lnTo>
                    <a:pt x="906576" y="107657"/>
                  </a:lnTo>
                  <a:lnTo>
                    <a:pt x="901534" y="103530"/>
                  </a:lnTo>
                  <a:lnTo>
                    <a:pt x="896772" y="99136"/>
                  </a:lnTo>
                  <a:lnTo>
                    <a:pt x="892124" y="94576"/>
                  </a:lnTo>
                  <a:lnTo>
                    <a:pt x="897343" y="82537"/>
                  </a:lnTo>
                  <a:lnTo>
                    <a:pt x="898804" y="77812"/>
                  </a:lnTo>
                  <a:lnTo>
                    <a:pt x="901534" y="69049"/>
                  </a:lnTo>
                  <a:lnTo>
                    <a:pt x="901611" y="68668"/>
                  </a:lnTo>
                  <a:lnTo>
                    <a:pt x="901687" y="68376"/>
                  </a:lnTo>
                  <a:lnTo>
                    <a:pt x="904862" y="53822"/>
                  </a:lnTo>
                  <a:lnTo>
                    <a:pt x="904925" y="53340"/>
                  </a:lnTo>
                  <a:lnTo>
                    <a:pt x="907453" y="36576"/>
                  </a:lnTo>
                  <a:lnTo>
                    <a:pt x="912025" y="36576"/>
                  </a:lnTo>
                  <a:lnTo>
                    <a:pt x="912025" y="21336"/>
                  </a:lnTo>
                  <a:close/>
                </a:path>
                <a:path w="1313179" h="131445">
                  <a:moveTo>
                    <a:pt x="991273" y="50292"/>
                  </a:moveTo>
                  <a:lnTo>
                    <a:pt x="971461" y="50292"/>
                  </a:lnTo>
                  <a:lnTo>
                    <a:pt x="971461" y="129628"/>
                  </a:lnTo>
                  <a:lnTo>
                    <a:pt x="991273" y="129628"/>
                  </a:lnTo>
                  <a:lnTo>
                    <a:pt x="991273" y="50292"/>
                  </a:lnTo>
                  <a:close/>
                </a:path>
                <a:path w="1313179" h="131445">
                  <a:moveTo>
                    <a:pt x="1046226" y="56388"/>
                  </a:moveTo>
                  <a:lnTo>
                    <a:pt x="1029030" y="45529"/>
                  </a:lnTo>
                  <a:lnTo>
                    <a:pt x="1014145" y="33528"/>
                  </a:lnTo>
                  <a:lnTo>
                    <a:pt x="1003935" y="22860"/>
                  </a:lnTo>
                  <a:lnTo>
                    <a:pt x="1001560" y="20383"/>
                  </a:lnTo>
                  <a:lnTo>
                    <a:pt x="991273" y="6096"/>
                  </a:lnTo>
                  <a:lnTo>
                    <a:pt x="992797" y="3048"/>
                  </a:lnTo>
                  <a:lnTo>
                    <a:pt x="972985" y="3048"/>
                  </a:lnTo>
                  <a:lnTo>
                    <a:pt x="962456" y="18478"/>
                  </a:lnTo>
                  <a:lnTo>
                    <a:pt x="949363" y="32766"/>
                  </a:lnTo>
                  <a:lnTo>
                    <a:pt x="933983" y="45910"/>
                  </a:lnTo>
                  <a:lnTo>
                    <a:pt x="916597" y="57912"/>
                  </a:lnTo>
                  <a:lnTo>
                    <a:pt x="922693" y="65620"/>
                  </a:lnTo>
                  <a:lnTo>
                    <a:pt x="925741" y="71716"/>
                  </a:lnTo>
                  <a:lnTo>
                    <a:pt x="928789" y="74764"/>
                  </a:lnTo>
                  <a:lnTo>
                    <a:pt x="945667" y="62979"/>
                  </a:lnTo>
                  <a:lnTo>
                    <a:pt x="959840" y="50495"/>
                  </a:lnTo>
                  <a:lnTo>
                    <a:pt x="971448" y="37147"/>
                  </a:lnTo>
                  <a:lnTo>
                    <a:pt x="980605" y="22860"/>
                  </a:lnTo>
                  <a:lnTo>
                    <a:pt x="990650" y="37147"/>
                  </a:lnTo>
                  <a:lnTo>
                    <a:pt x="1002690" y="50292"/>
                  </a:lnTo>
                  <a:lnTo>
                    <a:pt x="1017041" y="62331"/>
                  </a:lnTo>
                  <a:lnTo>
                    <a:pt x="1033945" y="73240"/>
                  </a:lnTo>
                  <a:lnTo>
                    <a:pt x="1036993" y="68668"/>
                  </a:lnTo>
                  <a:lnTo>
                    <a:pt x="1041654" y="62572"/>
                  </a:lnTo>
                  <a:lnTo>
                    <a:pt x="1046226" y="56388"/>
                  </a:lnTo>
                  <a:close/>
                </a:path>
                <a:path w="1313179" h="131445">
                  <a:moveTo>
                    <a:pt x="1178915" y="21336"/>
                  </a:moveTo>
                  <a:lnTo>
                    <a:pt x="1157478" y="21336"/>
                  </a:lnTo>
                  <a:lnTo>
                    <a:pt x="1157478" y="36576"/>
                  </a:lnTo>
                  <a:lnTo>
                    <a:pt x="1157376" y="38100"/>
                  </a:lnTo>
                  <a:lnTo>
                    <a:pt x="1157274" y="39624"/>
                  </a:lnTo>
                  <a:lnTo>
                    <a:pt x="1157160" y="41148"/>
                  </a:lnTo>
                  <a:lnTo>
                    <a:pt x="1157058" y="42672"/>
                  </a:lnTo>
                  <a:lnTo>
                    <a:pt x="1156970" y="43903"/>
                  </a:lnTo>
                  <a:lnTo>
                    <a:pt x="1156703" y="47625"/>
                  </a:lnTo>
                  <a:lnTo>
                    <a:pt x="1154620" y="58343"/>
                  </a:lnTo>
                  <a:lnTo>
                    <a:pt x="1151699" y="68376"/>
                  </a:lnTo>
                  <a:lnTo>
                    <a:pt x="1151585" y="68668"/>
                  </a:lnTo>
                  <a:lnTo>
                    <a:pt x="1148334" y="77812"/>
                  </a:lnTo>
                  <a:lnTo>
                    <a:pt x="1145197" y="69519"/>
                  </a:lnTo>
                  <a:lnTo>
                    <a:pt x="1143622" y="64084"/>
                  </a:lnTo>
                  <a:lnTo>
                    <a:pt x="1142746" y="61048"/>
                  </a:lnTo>
                  <a:lnTo>
                    <a:pt x="1142619" y="60629"/>
                  </a:lnTo>
                  <a:lnTo>
                    <a:pt x="1141730" y="56388"/>
                  </a:lnTo>
                  <a:lnTo>
                    <a:pt x="1140764" y="51816"/>
                  </a:lnTo>
                  <a:lnTo>
                    <a:pt x="1140625" y="51168"/>
                  </a:lnTo>
                  <a:lnTo>
                    <a:pt x="1140498" y="50292"/>
                  </a:lnTo>
                  <a:lnTo>
                    <a:pt x="1139190" y="41148"/>
                  </a:lnTo>
                  <a:lnTo>
                    <a:pt x="1139190" y="93052"/>
                  </a:lnTo>
                  <a:lnTo>
                    <a:pt x="1133436" y="98729"/>
                  </a:lnTo>
                  <a:lnTo>
                    <a:pt x="1127379" y="104101"/>
                  </a:lnTo>
                  <a:lnTo>
                    <a:pt x="1120762" y="108915"/>
                  </a:lnTo>
                  <a:lnTo>
                    <a:pt x="1113282" y="112864"/>
                  </a:lnTo>
                  <a:lnTo>
                    <a:pt x="1116330" y="108292"/>
                  </a:lnTo>
                  <a:lnTo>
                    <a:pt x="1104138" y="103720"/>
                  </a:lnTo>
                  <a:lnTo>
                    <a:pt x="1108710" y="97624"/>
                  </a:lnTo>
                  <a:lnTo>
                    <a:pt x="1113282" y="91528"/>
                  </a:lnTo>
                  <a:lnTo>
                    <a:pt x="1116330" y="83908"/>
                  </a:lnTo>
                  <a:lnTo>
                    <a:pt x="1116330" y="71716"/>
                  </a:lnTo>
                  <a:lnTo>
                    <a:pt x="1098042" y="71716"/>
                  </a:lnTo>
                  <a:lnTo>
                    <a:pt x="1098042" y="85432"/>
                  </a:lnTo>
                  <a:lnTo>
                    <a:pt x="1091946" y="94576"/>
                  </a:lnTo>
                  <a:lnTo>
                    <a:pt x="1088898" y="97624"/>
                  </a:lnTo>
                  <a:lnTo>
                    <a:pt x="1075182" y="93052"/>
                  </a:lnTo>
                  <a:lnTo>
                    <a:pt x="1078230" y="85432"/>
                  </a:lnTo>
                  <a:lnTo>
                    <a:pt x="1098042" y="85432"/>
                  </a:lnTo>
                  <a:lnTo>
                    <a:pt x="1098042" y="71716"/>
                  </a:lnTo>
                  <a:lnTo>
                    <a:pt x="1085850" y="71716"/>
                  </a:lnTo>
                  <a:lnTo>
                    <a:pt x="1087374" y="70192"/>
                  </a:lnTo>
                  <a:lnTo>
                    <a:pt x="1088898" y="67144"/>
                  </a:lnTo>
                  <a:lnTo>
                    <a:pt x="1088898" y="65620"/>
                  </a:lnTo>
                  <a:lnTo>
                    <a:pt x="1096518" y="65620"/>
                  </a:lnTo>
                  <a:lnTo>
                    <a:pt x="1096518" y="56388"/>
                  </a:lnTo>
                  <a:lnTo>
                    <a:pt x="1102614" y="59436"/>
                  </a:lnTo>
                  <a:lnTo>
                    <a:pt x="1107186" y="62572"/>
                  </a:lnTo>
                  <a:lnTo>
                    <a:pt x="1113282" y="67144"/>
                  </a:lnTo>
                  <a:lnTo>
                    <a:pt x="1116330" y="61048"/>
                  </a:lnTo>
                  <a:lnTo>
                    <a:pt x="1119365" y="64084"/>
                  </a:lnTo>
                  <a:lnTo>
                    <a:pt x="1122426" y="68668"/>
                  </a:lnTo>
                  <a:lnTo>
                    <a:pt x="1123950" y="71716"/>
                  </a:lnTo>
                  <a:lnTo>
                    <a:pt x="1125474" y="68668"/>
                  </a:lnTo>
                  <a:lnTo>
                    <a:pt x="1126998" y="67144"/>
                  </a:lnTo>
                  <a:lnTo>
                    <a:pt x="1128522" y="64109"/>
                  </a:lnTo>
                  <a:lnTo>
                    <a:pt x="1130808" y="71716"/>
                  </a:lnTo>
                  <a:lnTo>
                    <a:pt x="1133284" y="79146"/>
                  </a:lnTo>
                  <a:lnTo>
                    <a:pt x="1136027" y="86182"/>
                  </a:lnTo>
                  <a:lnTo>
                    <a:pt x="1139190" y="93052"/>
                  </a:lnTo>
                  <a:lnTo>
                    <a:pt x="1139190" y="41148"/>
                  </a:lnTo>
                  <a:lnTo>
                    <a:pt x="1139190" y="39624"/>
                  </a:lnTo>
                  <a:lnTo>
                    <a:pt x="1140714" y="38100"/>
                  </a:lnTo>
                  <a:lnTo>
                    <a:pt x="1140714" y="36576"/>
                  </a:lnTo>
                  <a:lnTo>
                    <a:pt x="1157478" y="36576"/>
                  </a:lnTo>
                  <a:lnTo>
                    <a:pt x="1157478" y="21336"/>
                  </a:lnTo>
                  <a:lnTo>
                    <a:pt x="1146810" y="21336"/>
                  </a:lnTo>
                  <a:lnTo>
                    <a:pt x="1149858" y="9144"/>
                  </a:lnTo>
                  <a:lnTo>
                    <a:pt x="1151382" y="1524"/>
                  </a:lnTo>
                  <a:lnTo>
                    <a:pt x="1134618" y="0"/>
                  </a:lnTo>
                  <a:lnTo>
                    <a:pt x="1130046" y="15163"/>
                  </a:lnTo>
                  <a:lnTo>
                    <a:pt x="1125474" y="28765"/>
                  </a:lnTo>
                  <a:lnTo>
                    <a:pt x="1120813" y="41148"/>
                  </a:lnTo>
                  <a:lnTo>
                    <a:pt x="1116330" y="51816"/>
                  </a:lnTo>
                  <a:lnTo>
                    <a:pt x="1113282" y="50292"/>
                  </a:lnTo>
                  <a:lnTo>
                    <a:pt x="1110234" y="48768"/>
                  </a:lnTo>
                  <a:lnTo>
                    <a:pt x="1105662" y="45720"/>
                  </a:lnTo>
                  <a:lnTo>
                    <a:pt x="1099566" y="42672"/>
                  </a:lnTo>
                  <a:lnTo>
                    <a:pt x="1096518" y="48768"/>
                  </a:lnTo>
                  <a:lnTo>
                    <a:pt x="1096518" y="39624"/>
                  </a:lnTo>
                  <a:lnTo>
                    <a:pt x="1117854" y="39624"/>
                  </a:lnTo>
                  <a:lnTo>
                    <a:pt x="1117854" y="25908"/>
                  </a:lnTo>
                  <a:lnTo>
                    <a:pt x="1111758" y="25908"/>
                  </a:lnTo>
                  <a:lnTo>
                    <a:pt x="1114806" y="21336"/>
                  </a:lnTo>
                  <a:lnTo>
                    <a:pt x="1119378" y="16764"/>
                  </a:lnTo>
                  <a:lnTo>
                    <a:pt x="1122426" y="10668"/>
                  </a:lnTo>
                  <a:lnTo>
                    <a:pt x="1110234" y="4572"/>
                  </a:lnTo>
                  <a:lnTo>
                    <a:pt x="1107186" y="9144"/>
                  </a:lnTo>
                  <a:lnTo>
                    <a:pt x="1102614" y="13716"/>
                  </a:lnTo>
                  <a:lnTo>
                    <a:pt x="1098042" y="19812"/>
                  </a:lnTo>
                  <a:lnTo>
                    <a:pt x="1108710" y="25908"/>
                  </a:lnTo>
                  <a:lnTo>
                    <a:pt x="1096518" y="25908"/>
                  </a:lnTo>
                  <a:lnTo>
                    <a:pt x="1096518" y="1524"/>
                  </a:lnTo>
                  <a:lnTo>
                    <a:pt x="1079754" y="1524"/>
                  </a:lnTo>
                  <a:lnTo>
                    <a:pt x="1079754" y="25908"/>
                  </a:lnTo>
                  <a:lnTo>
                    <a:pt x="1064514" y="25908"/>
                  </a:lnTo>
                  <a:lnTo>
                    <a:pt x="1076706" y="19812"/>
                  </a:lnTo>
                  <a:lnTo>
                    <a:pt x="1072134" y="12192"/>
                  </a:lnTo>
                  <a:lnTo>
                    <a:pt x="1067562" y="7620"/>
                  </a:lnTo>
                  <a:lnTo>
                    <a:pt x="1066038" y="4572"/>
                  </a:lnTo>
                  <a:lnTo>
                    <a:pt x="1053846" y="12192"/>
                  </a:lnTo>
                  <a:lnTo>
                    <a:pt x="1062990" y="25908"/>
                  </a:lnTo>
                  <a:lnTo>
                    <a:pt x="1052322" y="25908"/>
                  </a:lnTo>
                  <a:lnTo>
                    <a:pt x="1052322" y="39624"/>
                  </a:lnTo>
                  <a:lnTo>
                    <a:pt x="1072134" y="39624"/>
                  </a:lnTo>
                  <a:lnTo>
                    <a:pt x="1067066" y="43903"/>
                  </a:lnTo>
                  <a:lnTo>
                    <a:pt x="1061275" y="47625"/>
                  </a:lnTo>
                  <a:lnTo>
                    <a:pt x="1055204" y="50761"/>
                  </a:lnTo>
                  <a:lnTo>
                    <a:pt x="1049274" y="53340"/>
                  </a:lnTo>
                  <a:lnTo>
                    <a:pt x="1050798" y="57912"/>
                  </a:lnTo>
                  <a:lnTo>
                    <a:pt x="1053846" y="62572"/>
                  </a:lnTo>
                  <a:lnTo>
                    <a:pt x="1055370" y="68668"/>
                  </a:lnTo>
                  <a:lnTo>
                    <a:pt x="1061974" y="64084"/>
                  </a:lnTo>
                  <a:lnTo>
                    <a:pt x="1068197" y="59436"/>
                  </a:lnTo>
                  <a:lnTo>
                    <a:pt x="1074026" y="54876"/>
                  </a:lnTo>
                  <a:lnTo>
                    <a:pt x="1079754" y="50292"/>
                  </a:lnTo>
                  <a:lnTo>
                    <a:pt x="1079754" y="62572"/>
                  </a:lnTo>
                  <a:lnTo>
                    <a:pt x="1072134" y="62572"/>
                  </a:lnTo>
                  <a:lnTo>
                    <a:pt x="1070610" y="65620"/>
                  </a:lnTo>
                  <a:lnTo>
                    <a:pt x="1070610" y="68668"/>
                  </a:lnTo>
                  <a:lnTo>
                    <a:pt x="1069086" y="71716"/>
                  </a:lnTo>
                  <a:lnTo>
                    <a:pt x="1050798" y="71716"/>
                  </a:lnTo>
                  <a:lnTo>
                    <a:pt x="1050798" y="85432"/>
                  </a:lnTo>
                  <a:lnTo>
                    <a:pt x="1061466" y="85432"/>
                  </a:lnTo>
                  <a:lnTo>
                    <a:pt x="1059942" y="90004"/>
                  </a:lnTo>
                  <a:lnTo>
                    <a:pt x="1053871" y="99136"/>
                  </a:lnTo>
                  <a:lnTo>
                    <a:pt x="1053731" y="99136"/>
                  </a:lnTo>
                  <a:lnTo>
                    <a:pt x="1061466" y="100672"/>
                  </a:lnTo>
                  <a:lnTo>
                    <a:pt x="1073658" y="106768"/>
                  </a:lnTo>
                  <a:lnTo>
                    <a:pt x="1066038" y="109816"/>
                  </a:lnTo>
                  <a:lnTo>
                    <a:pt x="1058418" y="111340"/>
                  </a:lnTo>
                  <a:lnTo>
                    <a:pt x="1049274" y="111340"/>
                  </a:lnTo>
                  <a:lnTo>
                    <a:pt x="1052322" y="117436"/>
                  </a:lnTo>
                  <a:lnTo>
                    <a:pt x="1053846" y="123532"/>
                  </a:lnTo>
                  <a:lnTo>
                    <a:pt x="1055370" y="128104"/>
                  </a:lnTo>
                  <a:lnTo>
                    <a:pt x="1065352" y="125539"/>
                  </a:lnTo>
                  <a:lnTo>
                    <a:pt x="1074610" y="122389"/>
                  </a:lnTo>
                  <a:lnTo>
                    <a:pt x="1083017" y="118681"/>
                  </a:lnTo>
                  <a:lnTo>
                    <a:pt x="1090422" y="114388"/>
                  </a:lnTo>
                  <a:lnTo>
                    <a:pt x="1102614" y="120484"/>
                  </a:lnTo>
                  <a:lnTo>
                    <a:pt x="1107186" y="123532"/>
                  </a:lnTo>
                  <a:lnTo>
                    <a:pt x="1111758" y="115912"/>
                  </a:lnTo>
                  <a:lnTo>
                    <a:pt x="1116330" y="120484"/>
                  </a:lnTo>
                  <a:lnTo>
                    <a:pt x="1119378" y="125056"/>
                  </a:lnTo>
                  <a:lnTo>
                    <a:pt x="1123950" y="129628"/>
                  </a:lnTo>
                  <a:lnTo>
                    <a:pt x="1130554" y="125679"/>
                  </a:lnTo>
                  <a:lnTo>
                    <a:pt x="1136713" y="120865"/>
                  </a:lnTo>
                  <a:lnTo>
                    <a:pt x="1142136" y="115912"/>
                  </a:lnTo>
                  <a:lnTo>
                    <a:pt x="1142606" y="115493"/>
                  </a:lnTo>
                  <a:lnTo>
                    <a:pt x="1143711" y="114388"/>
                  </a:lnTo>
                  <a:lnTo>
                    <a:pt x="1145247" y="112864"/>
                  </a:lnTo>
                  <a:lnTo>
                    <a:pt x="1148334" y="109816"/>
                  </a:lnTo>
                  <a:lnTo>
                    <a:pt x="1152931" y="115252"/>
                  </a:lnTo>
                  <a:lnTo>
                    <a:pt x="1157681" y="120103"/>
                  </a:lnTo>
                  <a:lnTo>
                    <a:pt x="1162735" y="124396"/>
                  </a:lnTo>
                  <a:lnTo>
                    <a:pt x="1168247" y="128104"/>
                  </a:lnTo>
                  <a:lnTo>
                    <a:pt x="1172819" y="120484"/>
                  </a:lnTo>
                  <a:lnTo>
                    <a:pt x="1175867" y="114388"/>
                  </a:lnTo>
                  <a:lnTo>
                    <a:pt x="1178915" y="111340"/>
                  </a:lnTo>
                  <a:lnTo>
                    <a:pt x="1176667" y="109816"/>
                  </a:lnTo>
                  <a:lnTo>
                    <a:pt x="1173454" y="107657"/>
                  </a:lnTo>
                  <a:lnTo>
                    <a:pt x="1168425" y="103530"/>
                  </a:lnTo>
                  <a:lnTo>
                    <a:pt x="1163662" y="99136"/>
                  </a:lnTo>
                  <a:lnTo>
                    <a:pt x="1159002" y="94576"/>
                  </a:lnTo>
                  <a:lnTo>
                    <a:pt x="1164234" y="82537"/>
                  </a:lnTo>
                  <a:lnTo>
                    <a:pt x="1165694" y="77812"/>
                  </a:lnTo>
                  <a:lnTo>
                    <a:pt x="1168425" y="69049"/>
                  </a:lnTo>
                  <a:lnTo>
                    <a:pt x="1168501" y="68668"/>
                  </a:lnTo>
                  <a:lnTo>
                    <a:pt x="1168577" y="68376"/>
                  </a:lnTo>
                  <a:lnTo>
                    <a:pt x="1171740" y="53822"/>
                  </a:lnTo>
                  <a:lnTo>
                    <a:pt x="1171816" y="53340"/>
                  </a:lnTo>
                  <a:lnTo>
                    <a:pt x="1174343" y="36576"/>
                  </a:lnTo>
                  <a:lnTo>
                    <a:pt x="1178915" y="36576"/>
                  </a:lnTo>
                  <a:lnTo>
                    <a:pt x="1178915" y="21336"/>
                  </a:lnTo>
                  <a:close/>
                </a:path>
                <a:path w="1313179" h="131445">
                  <a:moveTo>
                    <a:pt x="1256639" y="82384"/>
                  </a:moveTo>
                  <a:lnTo>
                    <a:pt x="1239875" y="82384"/>
                  </a:lnTo>
                  <a:lnTo>
                    <a:pt x="1239875" y="88480"/>
                  </a:lnTo>
                  <a:lnTo>
                    <a:pt x="1256639" y="88480"/>
                  </a:lnTo>
                  <a:lnTo>
                    <a:pt x="1256639" y="82384"/>
                  </a:lnTo>
                  <a:close/>
                </a:path>
                <a:path w="1313179" h="131445">
                  <a:moveTo>
                    <a:pt x="1299413" y="82384"/>
                  </a:moveTo>
                  <a:lnTo>
                    <a:pt x="1282649" y="82384"/>
                  </a:lnTo>
                  <a:lnTo>
                    <a:pt x="1282649" y="88480"/>
                  </a:lnTo>
                  <a:lnTo>
                    <a:pt x="1299413" y="88480"/>
                  </a:lnTo>
                  <a:lnTo>
                    <a:pt x="1299413" y="82384"/>
                  </a:lnTo>
                  <a:close/>
                </a:path>
                <a:path w="1313179" h="131445">
                  <a:moveTo>
                    <a:pt x="1299413" y="59436"/>
                  </a:moveTo>
                  <a:lnTo>
                    <a:pt x="1195679" y="59436"/>
                  </a:lnTo>
                  <a:lnTo>
                    <a:pt x="1195679" y="68326"/>
                  </a:lnTo>
                  <a:lnTo>
                    <a:pt x="1195679" y="74676"/>
                  </a:lnTo>
                  <a:lnTo>
                    <a:pt x="1195679" y="82296"/>
                  </a:lnTo>
                  <a:lnTo>
                    <a:pt x="1195679" y="88646"/>
                  </a:lnTo>
                  <a:lnTo>
                    <a:pt x="1195679" y="97536"/>
                  </a:lnTo>
                  <a:lnTo>
                    <a:pt x="1299413" y="97536"/>
                  </a:lnTo>
                  <a:lnTo>
                    <a:pt x="1299413" y="88646"/>
                  </a:lnTo>
                  <a:lnTo>
                    <a:pt x="1212443" y="88646"/>
                  </a:lnTo>
                  <a:lnTo>
                    <a:pt x="1212443" y="82296"/>
                  </a:lnTo>
                  <a:lnTo>
                    <a:pt x="1299413" y="82296"/>
                  </a:lnTo>
                  <a:lnTo>
                    <a:pt x="1299413" y="74764"/>
                  </a:lnTo>
                  <a:lnTo>
                    <a:pt x="1299413" y="68668"/>
                  </a:lnTo>
                  <a:lnTo>
                    <a:pt x="1282649" y="68668"/>
                  </a:lnTo>
                  <a:lnTo>
                    <a:pt x="1282649" y="74676"/>
                  </a:lnTo>
                  <a:lnTo>
                    <a:pt x="1256639" y="74676"/>
                  </a:lnTo>
                  <a:lnTo>
                    <a:pt x="1256639" y="68668"/>
                  </a:lnTo>
                  <a:lnTo>
                    <a:pt x="1239875" y="68668"/>
                  </a:lnTo>
                  <a:lnTo>
                    <a:pt x="1239875" y="74676"/>
                  </a:lnTo>
                  <a:lnTo>
                    <a:pt x="1212443" y="74676"/>
                  </a:lnTo>
                  <a:lnTo>
                    <a:pt x="1212443" y="68326"/>
                  </a:lnTo>
                  <a:lnTo>
                    <a:pt x="1299413" y="68326"/>
                  </a:lnTo>
                  <a:lnTo>
                    <a:pt x="1299413" y="59436"/>
                  </a:lnTo>
                  <a:close/>
                </a:path>
                <a:path w="1313179" h="131445">
                  <a:moveTo>
                    <a:pt x="1299413" y="15240"/>
                  </a:moveTo>
                  <a:lnTo>
                    <a:pt x="1282649" y="15240"/>
                  </a:lnTo>
                  <a:lnTo>
                    <a:pt x="1282649" y="19812"/>
                  </a:lnTo>
                  <a:lnTo>
                    <a:pt x="1299413" y="19812"/>
                  </a:lnTo>
                  <a:lnTo>
                    <a:pt x="1299413" y="15240"/>
                  </a:lnTo>
                  <a:close/>
                </a:path>
                <a:path w="1313179" h="131445">
                  <a:moveTo>
                    <a:pt x="1299413" y="6096"/>
                  </a:moveTo>
                  <a:lnTo>
                    <a:pt x="1195679" y="6096"/>
                  </a:lnTo>
                  <a:lnTo>
                    <a:pt x="1195679" y="14986"/>
                  </a:lnTo>
                  <a:lnTo>
                    <a:pt x="1195679" y="20066"/>
                  </a:lnTo>
                  <a:lnTo>
                    <a:pt x="1195679" y="27686"/>
                  </a:lnTo>
                  <a:lnTo>
                    <a:pt x="1195679" y="31496"/>
                  </a:lnTo>
                  <a:lnTo>
                    <a:pt x="1195679" y="41656"/>
                  </a:lnTo>
                  <a:lnTo>
                    <a:pt x="1299413" y="41656"/>
                  </a:lnTo>
                  <a:lnTo>
                    <a:pt x="1299413" y="20066"/>
                  </a:lnTo>
                  <a:lnTo>
                    <a:pt x="1282649" y="20066"/>
                  </a:lnTo>
                  <a:lnTo>
                    <a:pt x="1282649" y="27686"/>
                  </a:lnTo>
                  <a:lnTo>
                    <a:pt x="1282649" y="31496"/>
                  </a:lnTo>
                  <a:lnTo>
                    <a:pt x="1213967" y="31496"/>
                  </a:lnTo>
                  <a:lnTo>
                    <a:pt x="1213967" y="27686"/>
                  </a:lnTo>
                  <a:lnTo>
                    <a:pt x="1282649" y="27686"/>
                  </a:lnTo>
                  <a:lnTo>
                    <a:pt x="1282649" y="20066"/>
                  </a:lnTo>
                  <a:lnTo>
                    <a:pt x="1213967" y="20066"/>
                  </a:lnTo>
                  <a:lnTo>
                    <a:pt x="1213967" y="14986"/>
                  </a:lnTo>
                  <a:lnTo>
                    <a:pt x="1299413" y="14986"/>
                  </a:lnTo>
                  <a:lnTo>
                    <a:pt x="1299413" y="6096"/>
                  </a:lnTo>
                  <a:close/>
                </a:path>
                <a:path w="1313179" h="131445">
                  <a:moveTo>
                    <a:pt x="1313129" y="115912"/>
                  </a:moveTo>
                  <a:lnTo>
                    <a:pt x="1256639" y="115912"/>
                  </a:lnTo>
                  <a:lnTo>
                    <a:pt x="1256639" y="111340"/>
                  </a:lnTo>
                  <a:lnTo>
                    <a:pt x="1305509" y="111340"/>
                  </a:lnTo>
                  <a:lnTo>
                    <a:pt x="1305509" y="102196"/>
                  </a:lnTo>
                  <a:lnTo>
                    <a:pt x="1256639" y="102196"/>
                  </a:lnTo>
                  <a:lnTo>
                    <a:pt x="1256639" y="97624"/>
                  </a:lnTo>
                  <a:lnTo>
                    <a:pt x="1239875" y="97624"/>
                  </a:lnTo>
                  <a:lnTo>
                    <a:pt x="1239875" y="102196"/>
                  </a:lnTo>
                  <a:lnTo>
                    <a:pt x="1191107" y="102196"/>
                  </a:lnTo>
                  <a:lnTo>
                    <a:pt x="1191107" y="111340"/>
                  </a:lnTo>
                  <a:lnTo>
                    <a:pt x="1239875" y="111340"/>
                  </a:lnTo>
                  <a:lnTo>
                    <a:pt x="1239875" y="115912"/>
                  </a:lnTo>
                  <a:lnTo>
                    <a:pt x="1183487" y="115912"/>
                  </a:lnTo>
                  <a:lnTo>
                    <a:pt x="1183487" y="125056"/>
                  </a:lnTo>
                  <a:lnTo>
                    <a:pt x="1313129" y="125056"/>
                  </a:lnTo>
                  <a:lnTo>
                    <a:pt x="1313129" y="115912"/>
                  </a:lnTo>
                  <a:close/>
                </a:path>
                <a:path w="1313179" h="131445">
                  <a:moveTo>
                    <a:pt x="1313129" y="44196"/>
                  </a:moveTo>
                  <a:lnTo>
                    <a:pt x="1183487" y="44196"/>
                  </a:lnTo>
                  <a:lnTo>
                    <a:pt x="1183487" y="54864"/>
                  </a:lnTo>
                  <a:lnTo>
                    <a:pt x="1313129" y="54864"/>
                  </a:lnTo>
                  <a:lnTo>
                    <a:pt x="1313129" y="44196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791354" y="5038629"/>
              <a:ext cx="131159" cy="12963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943850" y="5038636"/>
              <a:ext cx="1089025" cy="130175"/>
            </a:xfrm>
            <a:custGeom>
              <a:avLst/>
              <a:gdLst/>
              <a:ahLst/>
              <a:cxnLst/>
              <a:rect l="l" t="t" r="r" b="b"/>
              <a:pathLst>
                <a:path w="1089025" h="130175">
                  <a:moveTo>
                    <a:pt x="19812" y="96113"/>
                  </a:moveTo>
                  <a:lnTo>
                    <a:pt x="7607" y="96113"/>
                  </a:lnTo>
                  <a:lnTo>
                    <a:pt x="0" y="129628"/>
                  </a:lnTo>
                  <a:lnTo>
                    <a:pt x="9144" y="129628"/>
                  </a:lnTo>
                  <a:lnTo>
                    <a:pt x="19812" y="96113"/>
                  </a:lnTo>
                  <a:close/>
                </a:path>
                <a:path w="1089025" h="130175">
                  <a:moveTo>
                    <a:pt x="149440" y="27432"/>
                  </a:moveTo>
                  <a:lnTo>
                    <a:pt x="144868" y="21691"/>
                  </a:lnTo>
                  <a:lnTo>
                    <a:pt x="140296" y="15811"/>
                  </a:lnTo>
                  <a:lnTo>
                    <a:pt x="135648" y="9525"/>
                  </a:lnTo>
                  <a:lnTo>
                    <a:pt x="131152" y="3048"/>
                  </a:lnTo>
                  <a:lnTo>
                    <a:pt x="123532" y="9144"/>
                  </a:lnTo>
                  <a:lnTo>
                    <a:pt x="127863" y="15125"/>
                  </a:lnTo>
                  <a:lnTo>
                    <a:pt x="132016" y="21691"/>
                  </a:lnTo>
                  <a:lnTo>
                    <a:pt x="135966" y="28219"/>
                  </a:lnTo>
                  <a:lnTo>
                    <a:pt x="140296" y="35052"/>
                  </a:lnTo>
                  <a:lnTo>
                    <a:pt x="149440" y="27432"/>
                  </a:lnTo>
                  <a:close/>
                </a:path>
                <a:path w="1089025" h="130175">
                  <a:moveTo>
                    <a:pt x="244030" y="115925"/>
                  </a:moveTo>
                  <a:lnTo>
                    <a:pt x="169252" y="115925"/>
                  </a:lnTo>
                  <a:lnTo>
                    <a:pt x="159829" y="115087"/>
                  </a:lnTo>
                  <a:lnTo>
                    <a:pt x="152107" y="112687"/>
                  </a:lnTo>
                  <a:lnTo>
                    <a:pt x="147637" y="109829"/>
                  </a:lnTo>
                  <a:lnTo>
                    <a:pt x="146113" y="108851"/>
                  </a:lnTo>
                  <a:lnTo>
                    <a:pt x="141820" y="103733"/>
                  </a:lnTo>
                  <a:lnTo>
                    <a:pt x="141820" y="47244"/>
                  </a:lnTo>
                  <a:lnTo>
                    <a:pt x="115912" y="47244"/>
                  </a:lnTo>
                  <a:lnTo>
                    <a:pt x="115912" y="56388"/>
                  </a:lnTo>
                  <a:lnTo>
                    <a:pt x="131152" y="56388"/>
                  </a:lnTo>
                  <a:lnTo>
                    <a:pt x="131152" y="100685"/>
                  </a:lnTo>
                  <a:lnTo>
                    <a:pt x="114388" y="117449"/>
                  </a:lnTo>
                  <a:lnTo>
                    <a:pt x="120484" y="128117"/>
                  </a:lnTo>
                  <a:lnTo>
                    <a:pt x="126580" y="118973"/>
                  </a:lnTo>
                  <a:lnTo>
                    <a:pt x="135724" y="109829"/>
                  </a:lnTo>
                  <a:lnTo>
                    <a:pt x="204406" y="126593"/>
                  </a:lnTo>
                  <a:lnTo>
                    <a:pt x="240982" y="126593"/>
                  </a:lnTo>
                  <a:lnTo>
                    <a:pt x="242506" y="122021"/>
                  </a:lnTo>
                  <a:lnTo>
                    <a:pt x="242506" y="118973"/>
                  </a:lnTo>
                  <a:lnTo>
                    <a:pt x="244030" y="115925"/>
                  </a:lnTo>
                  <a:close/>
                </a:path>
                <a:path w="1089025" h="130175">
                  <a:moveTo>
                    <a:pt x="244030" y="35052"/>
                  </a:moveTo>
                  <a:lnTo>
                    <a:pt x="202882" y="35052"/>
                  </a:lnTo>
                  <a:lnTo>
                    <a:pt x="202882" y="18288"/>
                  </a:lnTo>
                  <a:lnTo>
                    <a:pt x="202882" y="16764"/>
                  </a:lnTo>
                  <a:lnTo>
                    <a:pt x="211759" y="16522"/>
                  </a:lnTo>
                  <a:lnTo>
                    <a:pt x="228384" y="15481"/>
                  </a:lnTo>
                  <a:lnTo>
                    <a:pt x="240411" y="15125"/>
                  </a:lnTo>
                  <a:lnTo>
                    <a:pt x="236385" y="15125"/>
                  </a:lnTo>
                  <a:lnTo>
                    <a:pt x="234886" y="6096"/>
                  </a:lnTo>
                  <a:lnTo>
                    <a:pt x="158584" y="10668"/>
                  </a:lnTo>
                  <a:lnTo>
                    <a:pt x="158584" y="16764"/>
                  </a:lnTo>
                  <a:lnTo>
                    <a:pt x="160108" y="19812"/>
                  </a:lnTo>
                  <a:lnTo>
                    <a:pt x="168351" y="19570"/>
                  </a:lnTo>
                  <a:lnTo>
                    <a:pt x="185394" y="18529"/>
                  </a:lnTo>
                  <a:lnTo>
                    <a:pt x="193636" y="18288"/>
                  </a:lnTo>
                  <a:lnTo>
                    <a:pt x="193636" y="35052"/>
                  </a:lnTo>
                  <a:lnTo>
                    <a:pt x="152488" y="35052"/>
                  </a:lnTo>
                  <a:lnTo>
                    <a:pt x="152488" y="44196"/>
                  </a:lnTo>
                  <a:lnTo>
                    <a:pt x="193636" y="44196"/>
                  </a:lnTo>
                  <a:lnTo>
                    <a:pt x="193636" y="60960"/>
                  </a:lnTo>
                  <a:lnTo>
                    <a:pt x="163156" y="60960"/>
                  </a:lnTo>
                  <a:lnTo>
                    <a:pt x="163156" y="106781"/>
                  </a:lnTo>
                  <a:lnTo>
                    <a:pt x="173824" y="106781"/>
                  </a:lnTo>
                  <a:lnTo>
                    <a:pt x="173824" y="100685"/>
                  </a:lnTo>
                  <a:lnTo>
                    <a:pt x="222694" y="100685"/>
                  </a:lnTo>
                  <a:lnTo>
                    <a:pt x="222694" y="106781"/>
                  </a:lnTo>
                  <a:lnTo>
                    <a:pt x="233362" y="106781"/>
                  </a:lnTo>
                  <a:lnTo>
                    <a:pt x="233362" y="100685"/>
                  </a:lnTo>
                  <a:lnTo>
                    <a:pt x="233362" y="93065"/>
                  </a:lnTo>
                  <a:lnTo>
                    <a:pt x="233362" y="70205"/>
                  </a:lnTo>
                  <a:lnTo>
                    <a:pt x="233362" y="60960"/>
                  </a:lnTo>
                  <a:lnTo>
                    <a:pt x="222694" y="60960"/>
                  </a:lnTo>
                  <a:lnTo>
                    <a:pt x="222694" y="70205"/>
                  </a:lnTo>
                  <a:lnTo>
                    <a:pt x="222694" y="93065"/>
                  </a:lnTo>
                  <a:lnTo>
                    <a:pt x="173824" y="93065"/>
                  </a:lnTo>
                  <a:lnTo>
                    <a:pt x="173824" y="70205"/>
                  </a:lnTo>
                  <a:lnTo>
                    <a:pt x="222694" y="70205"/>
                  </a:lnTo>
                  <a:lnTo>
                    <a:pt x="222694" y="60960"/>
                  </a:lnTo>
                  <a:lnTo>
                    <a:pt x="202882" y="60960"/>
                  </a:lnTo>
                  <a:lnTo>
                    <a:pt x="202882" y="44196"/>
                  </a:lnTo>
                  <a:lnTo>
                    <a:pt x="244030" y="44196"/>
                  </a:lnTo>
                  <a:lnTo>
                    <a:pt x="244030" y="35052"/>
                  </a:lnTo>
                  <a:close/>
                </a:path>
                <a:path w="1089025" h="130175">
                  <a:moveTo>
                    <a:pt x="358419" y="71729"/>
                  </a:moveTo>
                  <a:lnTo>
                    <a:pt x="349275" y="71729"/>
                  </a:lnTo>
                  <a:lnTo>
                    <a:pt x="349275" y="80873"/>
                  </a:lnTo>
                  <a:lnTo>
                    <a:pt x="349275" y="111353"/>
                  </a:lnTo>
                  <a:lnTo>
                    <a:pt x="279069" y="111353"/>
                  </a:lnTo>
                  <a:lnTo>
                    <a:pt x="279069" y="80873"/>
                  </a:lnTo>
                  <a:lnTo>
                    <a:pt x="349275" y="80873"/>
                  </a:lnTo>
                  <a:lnTo>
                    <a:pt x="349275" y="71729"/>
                  </a:lnTo>
                  <a:lnTo>
                    <a:pt x="268401" y="71729"/>
                  </a:lnTo>
                  <a:lnTo>
                    <a:pt x="268401" y="129641"/>
                  </a:lnTo>
                  <a:lnTo>
                    <a:pt x="279069" y="129641"/>
                  </a:lnTo>
                  <a:lnTo>
                    <a:pt x="279069" y="120497"/>
                  </a:lnTo>
                  <a:lnTo>
                    <a:pt x="349275" y="120497"/>
                  </a:lnTo>
                  <a:lnTo>
                    <a:pt x="349275" y="129641"/>
                  </a:lnTo>
                  <a:lnTo>
                    <a:pt x="358419" y="129641"/>
                  </a:lnTo>
                  <a:lnTo>
                    <a:pt x="358419" y="120497"/>
                  </a:lnTo>
                  <a:lnTo>
                    <a:pt x="358419" y="111353"/>
                  </a:lnTo>
                  <a:lnTo>
                    <a:pt x="358419" y="80873"/>
                  </a:lnTo>
                  <a:lnTo>
                    <a:pt x="358419" y="71729"/>
                  </a:lnTo>
                  <a:close/>
                </a:path>
                <a:path w="1089025" h="130175">
                  <a:moveTo>
                    <a:pt x="378231" y="48768"/>
                  </a:moveTo>
                  <a:lnTo>
                    <a:pt x="371449" y="45720"/>
                  </a:lnTo>
                  <a:lnTo>
                    <a:pt x="360946" y="40982"/>
                  </a:lnTo>
                  <a:lnTo>
                    <a:pt x="349275" y="33629"/>
                  </a:lnTo>
                  <a:lnTo>
                    <a:pt x="349275" y="45720"/>
                  </a:lnTo>
                  <a:lnTo>
                    <a:pt x="279069" y="45720"/>
                  </a:lnTo>
                  <a:lnTo>
                    <a:pt x="289052" y="38582"/>
                  </a:lnTo>
                  <a:lnTo>
                    <a:pt x="298310" y="30861"/>
                  </a:lnTo>
                  <a:lnTo>
                    <a:pt x="306717" y="22580"/>
                  </a:lnTo>
                  <a:lnTo>
                    <a:pt x="314121" y="13716"/>
                  </a:lnTo>
                  <a:lnTo>
                    <a:pt x="321538" y="22580"/>
                  </a:lnTo>
                  <a:lnTo>
                    <a:pt x="329946" y="30861"/>
                  </a:lnTo>
                  <a:lnTo>
                    <a:pt x="339242" y="38582"/>
                  </a:lnTo>
                  <a:lnTo>
                    <a:pt x="349275" y="45720"/>
                  </a:lnTo>
                  <a:lnTo>
                    <a:pt x="349275" y="33629"/>
                  </a:lnTo>
                  <a:lnTo>
                    <a:pt x="345795" y="31432"/>
                  </a:lnTo>
                  <a:lnTo>
                    <a:pt x="332282" y="19837"/>
                  </a:lnTo>
                  <a:lnTo>
                    <a:pt x="326910" y="13716"/>
                  </a:lnTo>
                  <a:lnTo>
                    <a:pt x="320217" y="6096"/>
                  </a:lnTo>
                  <a:lnTo>
                    <a:pt x="323265" y="3048"/>
                  </a:lnTo>
                  <a:lnTo>
                    <a:pt x="309549" y="3048"/>
                  </a:lnTo>
                  <a:lnTo>
                    <a:pt x="298107" y="16459"/>
                  </a:lnTo>
                  <a:lnTo>
                    <a:pt x="284213" y="29146"/>
                  </a:lnTo>
                  <a:lnTo>
                    <a:pt x="267766" y="40982"/>
                  </a:lnTo>
                  <a:lnTo>
                    <a:pt x="248589" y="51816"/>
                  </a:lnTo>
                  <a:lnTo>
                    <a:pt x="251637" y="54864"/>
                  </a:lnTo>
                  <a:lnTo>
                    <a:pt x="254685" y="60960"/>
                  </a:lnTo>
                  <a:lnTo>
                    <a:pt x="262305" y="57912"/>
                  </a:lnTo>
                  <a:lnTo>
                    <a:pt x="268401" y="53340"/>
                  </a:lnTo>
                  <a:lnTo>
                    <a:pt x="276021" y="48768"/>
                  </a:lnTo>
                  <a:lnTo>
                    <a:pt x="276021" y="54864"/>
                  </a:lnTo>
                  <a:lnTo>
                    <a:pt x="352323" y="54864"/>
                  </a:lnTo>
                  <a:lnTo>
                    <a:pt x="352323" y="48768"/>
                  </a:lnTo>
                  <a:lnTo>
                    <a:pt x="358419" y="51816"/>
                  </a:lnTo>
                  <a:lnTo>
                    <a:pt x="364515" y="56388"/>
                  </a:lnTo>
                  <a:lnTo>
                    <a:pt x="372135" y="59436"/>
                  </a:lnTo>
                  <a:lnTo>
                    <a:pt x="375183" y="53340"/>
                  </a:lnTo>
                  <a:lnTo>
                    <a:pt x="378231" y="48768"/>
                  </a:lnTo>
                  <a:close/>
                </a:path>
                <a:path w="1089025" h="130175">
                  <a:moveTo>
                    <a:pt x="414807" y="25908"/>
                  </a:moveTo>
                  <a:lnTo>
                    <a:pt x="410184" y="19240"/>
                  </a:lnTo>
                  <a:lnTo>
                    <a:pt x="405663" y="13144"/>
                  </a:lnTo>
                  <a:lnTo>
                    <a:pt x="401091" y="7264"/>
                  </a:lnTo>
                  <a:lnTo>
                    <a:pt x="396519" y="1524"/>
                  </a:lnTo>
                  <a:lnTo>
                    <a:pt x="388899" y="7620"/>
                  </a:lnTo>
                  <a:lnTo>
                    <a:pt x="393230" y="13360"/>
                  </a:lnTo>
                  <a:lnTo>
                    <a:pt x="397281" y="19240"/>
                  </a:lnTo>
                  <a:lnTo>
                    <a:pt x="405663" y="32004"/>
                  </a:lnTo>
                  <a:lnTo>
                    <a:pt x="408711" y="28956"/>
                  </a:lnTo>
                  <a:lnTo>
                    <a:pt x="414807" y="25908"/>
                  </a:lnTo>
                  <a:close/>
                </a:path>
                <a:path w="1089025" h="130175">
                  <a:moveTo>
                    <a:pt x="503288" y="24384"/>
                  </a:moveTo>
                  <a:lnTo>
                    <a:pt x="459003" y="24384"/>
                  </a:lnTo>
                  <a:lnTo>
                    <a:pt x="460527" y="16764"/>
                  </a:lnTo>
                  <a:lnTo>
                    <a:pt x="460527" y="1524"/>
                  </a:lnTo>
                  <a:lnTo>
                    <a:pt x="449859" y="1524"/>
                  </a:lnTo>
                  <a:lnTo>
                    <a:pt x="449859" y="9144"/>
                  </a:lnTo>
                  <a:lnTo>
                    <a:pt x="448335" y="16764"/>
                  </a:lnTo>
                  <a:lnTo>
                    <a:pt x="448335" y="24384"/>
                  </a:lnTo>
                  <a:lnTo>
                    <a:pt x="422427" y="24384"/>
                  </a:lnTo>
                  <a:lnTo>
                    <a:pt x="422427" y="35052"/>
                  </a:lnTo>
                  <a:lnTo>
                    <a:pt x="448335" y="35052"/>
                  </a:lnTo>
                  <a:lnTo>
                    <a:pt x="446100" y="56019"/>
                  </a:lnTo>
                  <a:lnTo>
                    <a:pt x="439572" y="73240"/>
                  </a:lnTo>
                  <a:lnTo>
                    <a:pt x="429044" y="87007"/>
                  </a:lnTo>
                  <a:lnTo>
                    <a:pt x="414807" y="97624"/>
                  </a:lnTo>
                  <a:lnTo>
                    <a:pt x="420903" y="103720"/>
                  </a:lnTo>
                  <a:lnTo>
                    <a:pt x="449859" y="78384"/>
                  </a:lnTo>
                  <a:lnTo>
                    <a:pt x="456768" y="57962"/>
                  </a:lnTo>
                  <a:lnTo>
                    <a:pt x="459003" y="35052"/>
                  </a:lnTo>
                  <a:lnTo>
                    <a:pt x="492620" y="35052"/>
                  </a:lnTo>
                  <a:lnTo>
                    <a:pt x="492366" y="48209"/>
                  </a:lnTo>
                  <a:lnTo>
                    <a:pt x="491667" y="60248"/>
                  </a:lnTo>
                  <a:lnTo>
                    <a:pt x="490702" y="71132"/>
                  </a:lnTo>
                  <a:lnTo>
                    <a:pt x="489572" y="80860"/>
                  </a:lnTo>
                  <a:lnTo>
                    <a:pt x="489572" y="88480"/>
                  </a:lnTo>
                  <a:lnTo>
                    <a:pt x="485000" y="93052"/>
                  </a:lnTo>
                  <a:lnTo>
                    <a:pt x="466623" y="93052"/>
                  </a:lnTo>
                  <a:lnTo>
                    <a:pt x="457466" y="91541"/>
                  </a:lnTo>
                  <a:lnTo>
                    <a:pt x="459003" y="96100"/>
                  </a:lnTo>
                  <a:lnTo>
                    <a:pt x="459003" y="100672"/>
                  </a:lnTo>
                  <a:lnTo>
                    <a:pt x="460527" y="103720"/>
                  </a:lnTo>
                  <a:lnTo>
                    <a:pt x="480339" y="103720"/>
                  </a:lnTo>
                  <a:lnTo>
                    <a:pt x="489331" y="102196"/>
                  </a:lnTo>
                  <a:lnTo>
                    <a:pt x="488810" y="102196"/>
                  </a:lnTo>
                  <a:lnTo>
                    <a:pt x="494906" y="98196"/>
                  </a:lnTo>
                  <a:lnTo>
                    <a:pt x="497941" y="93052"/>
                  </a:lnTo>
                  <a:lnTo>
                    <a:pt x="498868" y="91516"/>
                  </a:lnTo>
                  <a:lnTo>
                    <a:pt x="500240" y="82384"/>
                  </a:lnTo>
                  <a:lnTo>
                    <a:pt x="503034" y="42443"/>
                  </a:lnTo>
                  <a:lnTo>
                    <a:pt x="503135" y="35052"/>
                  </a:lnTo>
                  <a:lnTo>
                    <a:pt x="503186" y="32004"/>
                  </a:lnTo>
                  <a:lnTo>
                    <a:pt x="503288" y="24384"/>
                  </a:lnTo>
                  <a:close/>
                </a:path>
                <a:path w="1089025" h="130175">
                  <a:moveTo>
                    <a:pt x="512432" y="114388"/>
                  </a:moveTo>
                  <a:lnTo>
                    <a:pt x="472719" y="115912"/>
                  </a:lnTo>
                  <a:lnTo>
                    <a:pt x="440715" y="114388"/>
                  </a:lnTo>
                  <a:lnTo>
                    <a:pt x="431025" y="113563"/>
                  </a:lnTo>
                  <a:lnTo>
                    <a:pt x="422617" y="111150"/>
                  </a:lnTo>
                  <a:lnTo>
                    <a:pt x="420192" y="109816"/>
                  </a:lnTo>
                  <a:lnTo>
                    <a:pt x="415645" y="107327"/>
                  </a:lnTo>
                  <a:lnTo>
                    <a:pt x="410235" y="102196"/>
                  </a:lnTo>
                  <a:lnTo>
                    <a:pt x="410235" y="45720"/>
                  </a:lnTo>
                  <a:lnTo>
                    <a:pt x="382803" y="45720"/>
                  </a:lnTo>
                  <a:lnTo>
                    <a:pt x="382803" y="56388"/>
                  </a:lnTo>
                  <a:lnTo>
                    <a:pt x="399567" y="56388"/>
                  </a:lnTo>
                  <a:lnTo>
                    <a:pt x="399567" y="100672"/>
                  </a:lnTo>
                  <a:lnTo>
                    <a:pt x="394995" y="103720"/>
                  </a:lnTo>
                  <a:lnTo>
                    <a:pt x="382803" y="115912"/>
                  </a:lnTo>
                  <a:lnTo>
                    <a:pt x="382866" y="116065"/>
                  </a:lnTo>
                  <a:lnTo>
                    <a:pt x="387375" y="126580"/>
                  </a:lnTo>
                  <a:lnTo>
                    <a:pt x="393471" y="118960"/>
                  </a:lnTo>
                  <a:lnTo>
                    <a:pt x="399567" y="114388"/>
                  </a:lnTo>
                  <a:lnTo>
                    <a:pt x="404139" y="109816"/>
                  </a:lnTo>
                  <a:lnTo>
                    <a:pt x="410502" y="116065"/>
                  </a:lnTo>
                  <a:lnTo>
                    <a:pt x="418426" y="120865"/>
                  </a:lnTo>
                  <a:lnTo>
                    <a:pt x="428358" y="123964"/>
                  </a:lnTo>
                  <a:lnTo>
                    <a:pt x="440715" y="125056"/>
                  </a:lnTo>
                  <a:lnTo>
                    <a:pt x="507860" y="125056"/>
                  </a:lnTo>
                  <a:lnTo>
                    <a:pt x="509384" y="120484"/>
                  </a:lnTo>
                  <a:lnTo>
                    <a:pt x="511670" y="115912"/>
                  </a:lnTo>
                  <a:lnTo>
                    <a:pt x="512432" y="114388"/>
                  </a:lnTo>
                  <a:close/>
                </a:path>
                <a:path w="1089025" h="130175">
                  <a:moveTo>
                    <a:pt x="556641" y="100672"/>
                  </a:moveTo>
                  <a:lnTo>
                    <a:pt x="547230" y="102057"/>
                  </a:lnTo>
                  <a:lnTo>
                    <a:pt x="527278" y="105397"/>
                  </a:lnTo>
                  <a:lnTo>
                    <a:pt x="517017" y="106768"/>
                  </a:lnTo>
                  <a:lnTo>
                    <a:pt x="518541" y="117436"/>
                  </a:lnTo>
                  <a:lnTo>
                    <a:pt x="525983" y="115392"/>
                  </a:lnTo>
                  <a:lnTo>
                    <a:pt x="534733" y="113626"/>
                  </a:lnTo>
                  <a:lnTo>
                    <a:pt x="556641" y="109816"/>
                  </a:lnTo>
                  <a:lnTo>
                    <a:pt x="556641" y="100672"/>
                  </a:lnTo>
                  <a:close/>
                </a:path>
                <a:path w="1089025" h="130175">
                  <a:moveTo>
                    <a:pt x="562737" y="28956"/>
                  </a:moveTo>
                  <a:lnTo>
                    <a:pt x="555117" y="24384"/>
                  </a:lnTo>
                  <a:lnTo>
                    <a:pt x="550545" y="30480"/>
                  </a:lnTo>
                  <a:lnTo>
                    <a:pt x="544449" y="42672"/>
                  </a:lnTo>
                  <a:lnTo>
                    <a:pt x="526161" y="42672"/>
                  </a:lnTo>
                  <a:lnTo>
                    <a:pt x="531634" y="34366"/>
                  </a:lnTo>
                  <a:lnTo>
                    <a:pt x="536829" y="25336"/>
                  </a:lnTo>
                  <a:lnTo>
                    <a:pt x="542010" y="15455"/>
                  </a:lnTo>
                  <a:lnTo>
                    <a:pt x="547497" y="4572"/>
                  </a:lnTo>
                  <a:lnTo>
                    <a:pt x="536829" y="1524"/>
                  </a:lnTo>
                  <a:lnTo>
                    <a:pt x="532231" y="13525"/>
                  </a:lnTo>
                  <a:lnTo>
                    <a:pt x="527494" y="24384"/>
                  </a:lnTo>
                  <a:lnTo>
                    <a:pt x="522465" y="34099"/>
                  </a:lnTo>
                  <a:lnTo>
                    <a:pt x="517017" y="42672"/>
                  </a:lnTo>
                  <a:lnTo>
                    <a:pt x="518541" y="51816"/>
                  </a:lnTo>
                  <a:lnTo>
                    <a:pt x="521589" y="51816"/>
                  </a:lnTo>
                  <a:lnTo>
                    <a:pt x="529209" y="50292"/>
                  </a:lnTo>
                  <a:lnTo>
                    <a:pt x="538353" y="50292"/>
                  </a:lnTo>
                  <a:lnTo>
                    <a:pt x="533755" y="58051"/>
                  </a:lnTo>
                  <a:lnTo>
                    <a:pt x="529018" y="65392"/>
                  </a:lnTo>
                  <a:lnTo>
                    <a:pt x="523862" y="72605"/>
                  </a:lnTo>
                  <a:lnTo>
                    <a:pt x="518541" y="79336"/>
                  </a:lnTo>
                  <a:lnTo>
                    <a:pt x="521589" y="88480"/>
                  </a:lnTo>
                  <a:lnTo>
                    <a:pt x="527278" y="87337"/>
                  </a:lnTo>
                  <a:lnTo>
                    <a:pt x="535114" y="86194"/>
                  </a:lnTo>
                  <a:lnTo>
                    <a:pt x="544944" y="85051"/>
                  </a:lnTo>
                  <a:lnTo>
                    <a:pt x="556641" y="83908"/>
                  </a:lnTo>
                  <a:lnTo>
                    <a:pt x="556641" y="77812"/>
                  </a:lnTo>
                  <a:lnTo>
                    <a:pt x="558165" y="74764"/>
                  </a:lnTo>
                  <a:lnTo>
                    <a:pt x="550443" y="75679"/>
                  </a:lnTo>
                  <a:lnTo>
                    <a:pt x="536727" y="76911"/>
                  </a:lnTo>
                  <a:lnTo>
                    <a:pt x="530733" y="77812"/>
                  </a:lnTo>
                  <a:lnTo>
                    <a:pt x="539610" y="65392"/>
                  </a:lnTo>
                  <a:lnTo>
                    <a:pt x="547878" y="53352"/>
                  </a:lnTo>
                  <a:lnTo>
                    <a:pt x="549833" y="50292"/>
                  </a:lnTo>
                  <a:lnTo>
                    <a:pt x="554710" y="42672"/>
                  </a:lnTo>
                  <a:lnTo>
                    <a:pt x="555586" y="41287"/>
                  </a:lnTo>
                  <a:lnTo>
                    <a:pt x="562737" y="28956"/>
                  </a:lnTo>
                  <a:close/>
                </a:path>
                <a:path w="1089025" h="130175">
                  <a:moveTo>
                    <a:pt x="645121" y="111340"/>
                  </a:moveTo>
                  <a:lnTo>
                    <a:pt x="623290" y="79336"/>
                  </a:lnTo>
                  <a:lnTo>
                    <a:pt x="622173" y="76288"/>
                  </a:lnTo>
                  <a:lnTo>
                    <a:pt x="626745" y="73240"/>
                  </a:lnTo>
                  <a:lnTo>
                    <a:pt x="631405" y="70192"/>
                  </a:lnTo>
                  <a:lnTo>
                    <a:pt x="635977" y="67144"/>
                  </a:lnTo>
                  <a:lnTo>
                    <a:pt x="629881" y="59436"/>
                  </a:lnTo>
                  <a:lnTo>
                    <a:pt x="624154" y="64008"/>
                  </a:lnTo>
                  <a:lnTo>
                    <a:pt x="618363" y="68478"/>
                  </a:lnTo>
                  <a:lnTo>
                    <a:pt x="612648" y="72605"/>
                  </a:lnTo>
                  <a:lnTo>
                    <a:pt x="606933" y="76288"/>
                  </a:lnTo>
                  <a:lnTo>
                    <a:pt x="603885" y="70192"/>
                  </a:lnTo>
                  <a:lnTo>
                    <a:pt x="600837" y="65620"/>
                  </a:lnTo>
                  <a:lnTo>
                    <a:pt x="599249" y="64008"/>
                  </a:lnTo>
                  <a:lnTo>
                    <a:pt x="596265" y="60960"/>
                  </a:lnTo>
                  <a:lnTo>
                    <a:pt x="597789" y="57912"/>
                  </a:lnTo>
                  <a:lnTo>
                    <a:pt x="603885" y="54864"/>
                  </a:lnTo>
                  <a:lnTo>
                    <a:pt x="642073" y="54864"/>
                  </a:lnTo>
                  <a:lnTo>
                    <a:pt x="642073" y="47244"/>
                  </a:lnTo>
                  <a:lnTo>
                    <a:pt x="623697" y="47244"/>
                  </a:lnTo>
                  <a:lnTo>
                    <a:pt x="626021" y="28956"/>
                  </a:lnTo>
                  <a:lnTo>
                    <a:pt x="627189" y="19812"/>
                  </a:lnTo>
                  <a:lnTo>
                    <a:pt x="628357" y="10668"/>
                  </a:lnTo>
                  <a:lnTo>
                    <a:pt x="619125" y="10668"/>
                  </a:lnTo>
                  <a:lnTo>
                    <a:pt x="619125" y="19812"/>
                  </a:lnTo>
                  <a:lnTo>
                    <a:pt x="617601" y="28956"/>
                  </a:lnTo>
                  <a:lnTo>
                    <a:pt x="579501" y="28956"/>
                  </a:lnTo>
                  <a:lnTo>
                    <a:pt x="582549" y="19812"/>
                  </a:lnTo>
                  <a:lnTo>
                    <a:pt x="619125" y="19812"/>
                  </a:lnTo>
                  <a:lnTo>
                    <a:pt x="619125" y="10668"/>
                  </a:lnTo>
                  <a:lnTo>
                    <a:pt x="584073" y="10668"/>
                  </a:lnTo>
                  <a:lnTo>
                    <a:pt x="585597" y="1524"/>
                  </a:lnTo>
                  <a:lnTo>
                    <a:pt x="576453" y="1524"/>
                  </a:lnTo>
                  <a:lnTo>
                    <a:pt x="568833" y="36576"/>
                  </a:lnTo>
                  <a:lnTo>
                    <a:pt x="616077" y="36576"/>
                  </a:lnTo>
                  <a:lnTo>
                    <a:pt x="614553" y="47244"/>
                  </a:lnTo>
                  <a:lnTo>
                    <a:pt x="558165" y="47244"/>
                  </a:lnTo>
                  <a:lnTo>
                    <a:pt x="558165" y="54864"/>
                  </a:lnTo>
                  <a:lnTo>
                    <a:pt x="590169" y="54864"/>
                  </a:lnTo>
                  <a:lnTo>
                    <a:pt x="583018" y="59169"/>
                  </a:lnTo>
                  <a:lnTo>
                    <a:pt x="575310" y="62915"/>
                  </a:lnTo>
                  <a:lnTo>
                    <a:pt x="567016" y="66090"/>
                  </a:lnTo>
                  <a:lnTo>
                    <a:pt x="558165" y="68668"/>
                  </a:lnTo>
                  <a:lnTo>
                    <a:pt x="559689" y="71716"/>
                  </a:lnTo>
                  <a:lnTo>
                    <a:pt x="561213" y="73240"/>
                  </a:lnTo>
                  <a:lnTo>
                    <a:pt x="562737" y="76288"/>
                  </a:lnTo>
                  <a:lnTo>
                    <a:pt x="569569" y="73748"/>
                  </a:lnTo>
                  <a:lnTo>
                    <a:pt x="576262" y="70764"/>
                  </a:lnTo>
                  <a:lnTo>
                    <a:pt x="582663" y="67462"/>
                  </a:lnTo>
                  <a:lnTo>
                    <a:pt x="588645" y="64008"/>
                  </a:lnTo>
                  <a:lnTo>
                    <a:pt x="590169" y="67144"/>
                  </a:lnTo>
                  <a:lnTo>
                    <a:pt x="555117" y="91528"/>
                  </a:lnTo>
                  <a:lnTo>
                    <a:pt x="556641" y="94576"/>
                  </a:lnTo>
                  <a:lnTo>
                    <a:pt x="558165" y="96100"/>
                  </a:lnTo>
                  <a:lnTo>
                    <a:pt x="559689" y="99148"/>
                  </a:lnTo>
                  <a:lnTo>
                    <a:pt x="569683" y="94297"/>
                  </a:lnTo>
                  <a:lnTo>
                    <a:pt x="579120" y="88861"/>
                  </a:lnTo>
                  <a:lnTo>
                    <a:pt x="587971" y="82867"/>
                  </a:lnTo>
                  <a:lnTo>
                    <a:pt x="596265" y="76288"/>
                  </a:lnTo>
                  <a:lnTo>
                    <a:pt x="599313" y="82384"/>
                  </a:lnTo>
                  <a:lnTo>
                    <a:pt x="599313" y="83908"/>
                  </a:lnTo>
                  <a:lnTo>
                    <a:pt x="590473" y="92748"/>
                  </a:lnTo>
                  <a:lnTo>
                    <a:pt x="580072" y="100863"/>
                  </a:lnTo>
                  <a:lnTo>
                    <a:pt x="568236" y="108127"/>
                  </a:lnTo>
                  <a:lnTo>
                    <a:pt x="555117" y="114388"/>
                  </a:lnTo>
                  <a:lnTo>
                    <a:pt x="558114" y="115900"/>
                  </a:lnTo>
                  <a:lnTo>
                    <a:pt x="558927" y="117436"/>
                  </a:lnTo>
                  <a:lnTo>
                    <a:pt x="561213" y="122008"/>
                  </a:lnTo>
                  <a:lnTo>
                    <a:pt x="573366" y="115900"/>
                  </a:lnTo>
                  <a:lnTo>
                    <a:pt x="584073" y="109245"/>
                  </a:lnTo>
                  <a:lnTo>
                    <a:pt x="593788" y="101650"/>
                  </a:lnTo>
                  <a:lnTo>
                    <a:pt x="602361" y="93052"/>
                  </a:lnTo>
                  <a:lnTo>
                    <a:pt x="602361" y="114388"/>
                  </a:lnTo>
                  <a:lnTo>
                    <a:pt x="599313" y="117436"/>
                  </a:lnTo>
                  <a:lnTo>
                    <a:pt x="577977" y="117436"/>
                  </a:lnTo>
                  <a:lnTo>
                    <a:pt x="579501" y="120484"/>
                  </a:lnTo>
                  <a:lnTo>
                    <a:pt x="579501" y="128104"/>
                  </a:lnTo>
                  <a:lnTo>
                    <a:pt x="594741" y="128104"/>
                  </a:lnTo>
                  <a:lnTo>
                    <a:pt x="602742" y="126707"/>
                  </a:lnTo>
                  <a:lnTo>
                    <a:pt x="608457" y="122580"/>
                  </a:lnTo>
                  <a:lnTo>
                    <a:pt x="611886" y="115900"/>
                  </a:lnTo>
                  <a:lnTo>
                    <a:pt x="611936" y="115392"/>
                  </a:lnTo>
                  <a:lnTo>
                    <a:pt x="612063" y="114388"/>
                  </a:lnTo>
                  <a:lnTo>
                    <a:pt x="612165" y="113626"/>
                  </a:lnTo>
                  <a:lnTo>
                    <a:pt x="612267" y="112776"/>
                  </a:lnTo>
                  <a:lnTo>
                    <a:pt x="613029" y="106768"/>
                  </a:lnTo>
                  <a:lnTo>
                    <a:pt x="613029" y="97624"/>
                  </a:lnTo>
                  <a:lnTo>
                    <a:pt x="612114" y="93052"/>
                  </a:lnTo>
                  <a:lnTo>
                    <a:pt x="612051" y="92748"/>
                  </a:lnTo>
                  <a:lnTo>
                    <a:pt x="611936" y="92202"/>
                  </a:lnTo>
                  <a:lnTo>
                    <a:pt x="611505" y="90004"/>
                  </a:lnTo>
                  <a:lnTo>
                    <a:pt x="609981" y="83908"/>
                  </a:lnTo>
                  <a:lnTo>
                    <a:pt x="611505" y="82384"/>
                  </a:lnTo>
                  <a:lnTo>
                    <a:pt x="614553" y="80860"/>
                  </a:lnTo>
                  <a:lnTo>
                    <a:pt x="616077" y="79336"/>
                  </a:lnTo>
                  <a:lnTo>
                    <a:pt x="620699" y="92202"/>
                  </a:lnTo>
                  <a:lnTo>
                    <a:pt x="625640" y="103339"/>
                  </a:lnTo>
                  <a:lnTo>
                    <a:pt x="631151" y="112776"/>
                  </a:lnTo>
                  <a:lnTo>
                    <a:pt x="637501" y="120484"/>
                  </a:lnTo>
                  <a:lnTo>
                    <a:pt x="640549" y="117436"/>
                  </a:lnTo>
                  <a:lnTo>
                    <a:pt x="642073" y="114388"/>
                  </a:lnTo>
                  <a:lnTo>
                    <a:pt x="645121" y="111340"/>
                  </a:lnTo>
                  <a:close/>
                </a:path>
                <a:path w="1089025" h="130175">
                  <a:moveTo>
                    <a:pt x="669505" y="91541"/>
                  </a:moveTo>
                  <a:lnTo>
                    <a:pt x="667219" y="78371"/>
                  </a:lnTo>
                  <a:lnTo>
                    <a:pt x="664933" y="66344"/>
                  </a:lnTo>
                  <a:lnTo>
                    <a:pt x="662647" y="55448"/>
                  </a:lnTo>
                  <a:lnTo>
                    <a:pt x="660361" y="45720"/>
                  </a:lnTo>
                  <a:lnTo>
                    <a:pt x="652741" y="47244"/>
                  </a:lnTo>
                  <a:lnTo>
                    <a:pt x="655002" y="57835"/>
                  </a:lnTo>
                  <a:lnTo>
                    <a:pt x="657123" y="69011"/>
                  </a:lnTo>
                  <a:lnTo>
                    <a:pt x="658952" y="80759"/>
                  </a:lnTo>
                  <a:lnTo>
                    <a:pt x="660361" y="93065"/>
                  </a:lnTo>
                  <a:lnTo>
                    <a:pt x="669505" y="91541"/>
                  </a:lnTo>
                  <a:close/>
                </a:path>
                <a:path w="1089025" h="130175">
                  <a:moveTo>
                    <a:pt x="681697" y="19812"/>
                  </a:moveTo>
                  <a:lnTo>
                    <a:pt x="678649" y="13716"/>
                  </a:lnTo>
                  <a:lnTo>
                    <a:pt x="669505" y="1524"/>
                  </a:lnTo>
                  <a:lnTo>
                    <a:pt x="660361" y="6096"/>
                  </a:lnTo>
                  <a:lnTo>
                    <a:pt x="666457" y="13716"/>
                  </a:lnTo>
                  <a:lnTo>
                    <a:pt x="671029" y="19812"/>
                  </a:lnTo>
                  <a:lnTo>
                    <a:pt x="674077" y="25908"/>
                  </a:lnTo>
                  <a:lnTo>
                    <a:pt x="681697" y="19812"/>
                  </a:lnTo>
                  <a:close/>
                </a:path>
                <a:path w="1089025" h="130175">
                  <a:moveTo>
                    <a:pt x="693889" y="96113"/>
                  </a:moveTo>
                  <a:lnTo>
                    <a:pt x="689317" y="97637"/>
                  </a:lnTo>
                  <a:lnTo>
                    <a:pt x="686269" y="99161"/>
                  </a:lnTo>
                  <a:lnTo>
                    <a:pt x="681697" y="99161"/>
                  </a:lnTo>
                  <a:lnTo>
                    <a:pt x="684885" y="82638"/>
                  </a:lnTo>
                  <a:lnTo>
                    <a:pt x="687412" y="68440"/>
                  </a:lnTo>
                  <a:lnTo>
                    <a:pt x="689483" y="55448"/>
                  </a:lnTo>
                  <a:lnTo>
                    <a:pt x="690841" y="45720"/>
                  </a:lnTo>
                  <a:lnTo>
                    <a:pt x="681697" y="44196"/>
                  </a:lnTo>
                  <a:lnTo>
                    <a:pt x="680262" y="54521"/>
                  </a:lnTo>
                  <a:lnTo>
                    <a:pt x="678268" y="67297"/>
                  </a:lnTo>
                  <a:lnTo>
                    <a:pt x="675652" y="82880"/>
                  </a:lnTo>
                  <a:lnTo>
                    <a:pt x="672553" y="100685"/>
                  </a:lnTo>
                  <a:lnTo>
                    <a:pt x="657313" y="103733"/>
                  </a:lnTo>
                  <a:lnTo>
                    <a:pt x="648169" y="105257"/>
                  </a:lnTo>
                  <a:lnTo>
                    <a:pt x="651217" y="115925"/>
                  </a:lnTo>
                  <a:lnTo>
                    <a:pt x="664311" y="112776"/>
                  </a:lnTo>
                  <a:lnTo>
                    <a:pt x="675982" y="110210"/>
                  </a:lnTo>
                  <a:lnTo>
                    <a:pt x="685939" y="108204"/>
                  </a:lnTo>
                  <a:lnTo>
                    <a:pt x="693889" y="106781"/>
                  </a:lnTo>
                  <a:lnTo>
                    <a:pt x="693889" y="99161"/>
                  </a:lnTo>
                  <a:lnTo>
                    <a:pt x="693889" y="96113"/>
                  </a:lnTo>
                  <a:close/>
                </a:path>
                <a:path w="1089025" h="130175">
                  <a:moveTo>
                    <a:pt x="695413" y="27432"/>
                  </a:moveTo>
                  <a:lnTo>
                    <a:pt x="649693" y="27432"/>
                  </a:lnTo>
                  <a:lnTo>
                    <a:pt x="649693" y="35052"/>
                  </a:lnTo>
                  <a:lnTo>
                    <a:pt x="695413" y="35052"/>
                  </a:lnTo>
                  <a:lnTo>
                    <a:pt x="695413" y="27432"/>
                  </a:lnTo>
                  <a:close/>
                </a:path>
                <a:path w="1089025" h="130175">
                  <a:moveTo>
                    <a:pt x="768565" y="9144"/>
                  </a:moveTo>
                  <a:lnTo>
                    <a:pt x="759421" y="9144"/>
                  </a:lnTo>
                  <a:lnTo>
                    <a:pt x="759421" y="28956"/>
                  </a:lnTo>
                  <a:lnTo>
                    <a:pt x="739609" y="28956"/>
                  </a:lnTo>
                  <a:lnTo>
                    <a:pt x="739609" y="0"/>
                  </a:lnTo>
                  <a:lnTo>
                    <a:pt x="730465" y="0"/>
                  </a:lnTo>
                  <a:lnTo>
                    <a:pt x="730465" y="28956"/>
                  </a:lnTo>
                  <a:lnTo>
                    <a:pt x="710653" y="28956"/>
                  </a:lnTo>
                  <a:lnTo>
                    <a:pt x="710653" y="9144"/>
                  </a:lnTo>
                  <a:lnTo>
                    <a:pt x="701509" y="9144"/>
                  </a:lnTo>
                  <a:lnTo>
                    <a:pt x="701509" y="38100"/>
                  </a:lnTo>
                  <a:lnTo>
                    <a:pt x="759421" y="38100"/>
                  </a:lnTo>
                  <a:lnTo>
                    <a:pt x="759421" y="41148"/>
                  </a:lnTo>
                  <a:lnTo>
                    <a:pt x="768565" y="41148"/>
                  </a:lnTo>
                  <a:lnTo>
                    <a:pt x="768565" y="28956"/>
                  </a:lnTo>
                  <a:lnTo>
                    <a:pt x="768565" y="9144"/>
                  </a:lnTo>
                  <a:close/>
                </a:path>
                <a:path w="1089025" h="130175">
                  <a:moveTo>
                    <a:pt x="779322" y="50292"/>
                  </a:moveTo>
                  <a:lnTo>
                    <a:pt x="693889" y="50292"/>
                  </a:lnTo>
                  <a:lnTo>
                    <a:pt x="693889" y="59436"/>
                  </a:lnTo>
                  <a:lnTo>
                    <a:pt x="728941" y="59436"/>
                  </a:lnTo>
                  <a:lnTo>
                    <a:pt x="725893" y="73253"/>
                  </a:lnTo>
                  <a:lnTo>
                    <a:pt x="696937" y="73253"/>
                  </a:lnTo>
                  <a:lnTo>
                    <a:pt x="696937" y="128117"/>
                  </a:lnTo>
                  <a:lnTo>
                    <a:pt x="706081" y="128117"/>
                  </a:lnTo>
                  <a:lnTo>
                    <a:pt x="706081" y="80759"/>
                  </a:lnTo>
                  <a:lnTo>
                    <a:pt x="719797" y="80759"/>
                  </a:lnTo>
                  <a:lnTo>
                    <a:pt x="719797" y="120497"/>
                  </a:lnTo>
                  <a:lnTo>
                    <a:pt x="728941" y="120497"/>
                  </a:lnTo>
                  <a:lnTo>
                    <a:pt x="728941" y="80759"/>
                  </a:lnTo>
                  <a:lnTo>
                    <a:pt x="741133" y="80759"/>
                  </a:lnTo>
                  <a:lnTo>
                    <a:pt x="741133" y="122021"/>
                  </a:lnTo>
                  <a:lnTo>
                    <a:pt x="750277" y="122021"/>
                  </a:lnTo>
                  <a:lnTo>
                    <a:pt x="750277" y="117449"/>
                  </a:lnTo>
                  <a:lnTo>
                    <a:pt x="750277" y="80759"/>
                  </a:lnTo>
                  <a:lnTo>
                    <a:pt x="763993" y="80759"/>
                  </a:lnTo>
                  <a:lnTo>
                    <a:pt x="763993" y="117449"/>
                  </a:lnTo>
                  <a:lnTo>
                    <a:pt x="750277" y="117449"/>
                  </a:lnTo>
                  <a:lnTo>
                    <a:pt x="751801" y="120497"/>
                  </a:lnTo>
                  <a:lnTo>
                    <a:pt x="751801" y="123545"/>
                  </a:lnTo>
                  <a:lnTo>
                    <a:pt x="753325" y="126593"/>
                  </a:lnTo>
                  <a:lnTo>
                    <a:pt x="756373" y="128117"/>
                  </a:lnTo>
                  <a:lnTo>
                    <a:pt x="768565" y="128117"/>
                  </a:lnTo>
                  <a:lnTo>
                    <a:pt x="773226" y="123545"/>
                  </a:lnTo>
                  <a:lnTo>
                    <a:pt x="773226" y="80759"/>
                  </a:lnTo>
                  <a:lnTo>
                    <a:pt x="773226" y="73253"/>
                  </a:lnTo>
                  <a:lnTo>
                    <a:pt x="736561" y="73253"/>
                  </a:lnTo>
                  <a:lnTo>
                    <a:pt x="739609" y="59436"/>
                  </a:lnTo>
                  <a:lnTo>
                    <a:pt x="779322" y="59436"/>
                  </a:lnTo>
                  <a:lnTo>
                    <a:pt x="779322" y="50292"/>
                  </a:lnTo>
                  <a:close/>
                </a:path>
                <a:path w="1089025" h="130175">
                  <a:moveTo>
                    <a:pt x="814374" y="47244"/>
                  </a:moveTo>
                  <a:lnTo>
                    <a:pt x="811326" y="41148"/>
                  </a:lnTo>
                  <a:lnTo>
                    <a:pt x="802182" y="28956"/>
                  </a:lnTo>
                  <a:lnTo>
                    <a:pt x="794562" y="33528"/>
                  </a:lnTo>
                  <a:lnTo>
                    <a:pt x="799134" y="41148"/>
                  </a:lnTo>
                  <a:lnTo>
                    <a:pt x="803706" y="47244"/>
                  </a:lnTo>
                  <a:lnTo>
                    <a:pt x="805230" y="53340"/>
                  </a:lnTo>
                  <a:lnTo>
                    <a:pt x="814374" y="47244"/>
                  </a:lnTo>
                  <a:close/>
                </a:path>
                <a:path w="1089025" h="130175">
                  <a:moveTo>
                    <a:pt x="849426" y="74777"/>
                  </a:moveTo>
                  <a:lnTo>
                    <a:pt x="838758" y="74777"/>
                  </a:lnTo>
                  <a:lnTo>
                    <a:pt x="838758" y="83921"/>
                  </a:lnTo>
                  <a:lnTo>
                    <a:pt x="838758" y="109829"/>
                  </a:lnTo>
                  <a:lnTo>
                    <a:pt x="802182" y="109829"/>
                  </a:lnTo>
                  <a:lnTo>
                    <a:pt x="802182" y="83921"/>
                  </a:lnTo>
                  <a:lnTo>
                    <a:pt x="838758" y="83921"/>
                  </a:lnTo>
                  <a:lnTo>
                    <a:pt x="838758" y="74777"/>
                  </a:lnTo>
                  <a:lnTo>
                    <a:pt x="793038" y="74777"/>
                  </a:lnTo>
                  <a:lnTo>
                    <a:pt x="793038" y="128117"/>
                  </a:lnTo>
                  <a:lnTo>
                    <a:pt x="802182" y="128117"/>
                  </a:lnTo>
                  <a:lnTo>
                    <a:pt x="802182" y="118973"/>
                  </a:lnTo>
                  <a:lnTo>
                    <a:pt x="838758" y="118973"/>
                  </a:lnTo>
                  <a:lnTo>
                    <a:pt x="838758" y="128117"/>
                  </a:lnTo>
                  <a:lnTo>
                    <a:pt x="849426" y="128117"/>
                  </a:lnTo>
                  <a:lnTo>
                    <a:pt x="849426" y="118973"/>
                  </a:lnTo>
                  <a:lnTo>
                    <a:pt x="849426" y="109829"/>
                  </a:lnTo>
                  <a:lnTo>
                    <a:pt x="849426" y="83921"/>
                  </a:lnTo>
                  <a:lnTo>
                    <a:pt x="849426" y="74777"/>
                  </a:lnTo>
                  <a:close/>
                </a:path>
                <a:path w="1089025" h="130175">
                  <a:moveTo>
                    <a:pt x="855522" y="18288"/>
                  </a:moveTo>
                  <a:lnTo>
                    <a:pt x="821994" y="18288"/>
                  </a:lnTo>
                  <a:lnTo>
                    <a:pt x="828090" y="15240"/>
                  </a:lnTo>
                  <a:lnTo>
                    <a:pt x="820470" y="0"/>
                  </a:lnTo>
                  <a:lnTo>
                    <a:pt x="811326" y="4572"/>
                  </a:lnTo>
                  <a:lnTo>
                    <a:pt x="814374" y="10668"/>
                  </a:lnTo>
                  <a:lnTo>
                    <a:pt x="817422" y="15240"/>
                  </a:lnTo>
                  <a:lnTo>
                    <a:pt x="818946" y="18288"/>
                  </a:lnTo>
                  <a:lnTo>
                    <a:pt x="785418" y="18288"/>
                  </a:lnTo>
                  <a:lnTo>
                    <a:pt x="785418" y="27432"/>
                  </a:lnTo>
                  <a:lnTo>
                    <a:pt x="855522" y="27432"/>
                  </a:lnTo>
                  <a:lnTo>
                    <a:pt x="855522" y="18288"/>
                  </a:lnTo>
                  <a:close/>
                </a:path>
                <a:path w="1089025" h="130175">
                  <a:moveTo>
                    <a:pt x="857046" y="53340"/>
                  </a:moveTo>
                  <a:lnTo>
                    <a:pt x="835710" y="53340"/>
                  </a:lnTo>
                  <a:lnTo>
                    <a:pt x="838758" y="47244"/>
                  </a:lnTo>
                  <a:lnTo>
                    <a:pt x="843330" y="39624"/>
                  </a:lnTo>
                  <a:lnTo>
                    <a:pt x="846378" y="33528"/>
                  </a:lnTo>
                  <a:lnTo>
                    <a:pt x="837234" y="28956"/>
                  </a:lnTo>
                  <a:lnTo>
                    <a:pt x="834694" y="34696"/>
                  </a:lnTo>
                  <a:lnTo>
                    <a:pt x="831710" y="40576"/>
                  </a:lnTo>
                  <a:lnTo>
                    <a:pt x="828459" y="46748"/>
                  </a:lnTo>
                  <a:lnTo>
                    <a:pt x="825042" y="53340"/>
                  </a:lnTo>
                  <a:lnTo>
                    <a:pt x="805230" y="53340"/>
                  </a:lnTo>
                  <a:lnTo>
                    <a:pt x="783894" y="53340"/>
                  </a:lnTo>
                  <a:lnTo>
                    <a:pt x="783894" y="60960"/>
                  </a:lnTo>
                  <a:lnTo>
                    <a:pt x="857046" y="60960"/>
                  </a:lnTo>
                  <a:lnTo>
                    <a:pt x="857046" y="53340"/>
                  </a:lnTo>
                  <a:close/>
                </a:path>
                <a:path w="1089025" h="130175">
                  <a:moveTo>
                    <a:pt x="911910" y="85445"/>
                  </a:moveTo>
                  <a:lnTo>
                    <a:pt x="910767" y="76568"/>
                  </a:lnTo>
                  <a:lnTo>
                    <a:pt x="907338" y="68249"/>
                  </a:lnTo>
                  <a:lnTo>
                    <a:pt x="901623" y="60502"/>
                  </a:lnTo>
                  <a:lnTo>
                    <a:pt x="893622" y="53340"/>
                  </a:lnTo>
                  <a:lnTo>
                    <a:pt x="898156" y="43357"/>
                  </a:lnTo>
                  <a:lnTo>
                    <a:pt x="902385" y="34099"/>
                  </a:lnTo>
                  <a:lnTo>
                    <a:pt x="906056" y="25692"/>
                  </a:lnTo>
                  <a:lnTo>
                    <a:pt x="908862" y="18288"/>
                  </a:lnTo>
                  <a:lnTo>
                    <a:pt x="908862" y="7620"/>
                  </a:lnTo>
                  <a:lnTo>
                    <a:pt x="861618" y="7620"/>
                  </a:lnTo>
                  <a:lnTo>
                    <a:pt x="861618" y="129641"/>
                  </a:lnTo>
                  <a:lnTo>
                    <a:pt x="872286" y="129641"/>
                  </a:lnTo>
                  <a:lnTo>
                    <a:pt x="872286" y="18288"/>
                  </a:lnTo>
                  <a:lnTo>
                    <a:pt x="898194" y="18288"/>
                  </a:lnTo>
                  <a:lnTo>
                    <a:pt x="893864" y="28295"/>
                  </a:lnTo>
                  <a:lnTo>
                    <a:pt x="889812" y="37719"/>
                  </a:lnTo>
                  <a:lnTo>
                    <a:pt x="885774" y="46583"/>
                  </a:lnTo>
                  <a:lnTo>
                    <a:pt x="881430" y="54864"/>
                  </a:lnTo>
                  <a:lnTo>
                    <a:pt x="889673" y="62661"/>
                  </a:lnTo>
                  <a:lnTo>
                    <a:pt x="895908" y="70002"/>
                  </a:lnTo>
                  <a:lnTo>
                    <a:pt x="899871" y="77038"/>
                  </a:lnTo>
                  <a:lnTo>
                    <a:pt x="901242" y="83921"/>
                  </a:lnTo>
                  <a:lnTo>
                    <a:pt x="901242" y="94589"/>
                  </a:lnTo>
                  <a:lnTo>
                    <a:pt x="898194" y="99161"/>
                  </a:lnTo>
                  <a:lnTo>
                    <a:pt x="881430" y="99161"/>
                  </a:lnTo>
                  <a:lnTo>
                    <a:pt x="873810" y="97637"/>
                  </a:lnTo>
                  <a:lnTo>
                    <a:pt x="875334" y="102209"/>
                  </a:lnTo>
                  <a:lnTo>
                    <a:pt x="875334" y="106781"/>
                  </a:lnTo>
                  <a:lnTo>
                    <a:pt x="876858" y="109829"/>
                  </a:lnTo>
                  <a:lnTo>
                    <a:pt x="882954" y="109829"/>
                  </a:lnTo>
                  <a:lnTo>
                    <a:pt x="889050" y="111353"/>
                  </a:lnTo>
                  <a:lnTo>
                    <a:pt x="893622" y="109829"/>
                  </a:lnTo>
                  <a:lnTo>
                    <a:pt x="901623" y="107518"/>
                  </a:lnTo>
                  <a:lnTo>
                    <a:pt x="907338" y="102781"/>
                  </a:lnTo>
                  <a:lnTo>
                    <a:pt x="909040" y="99161"/>
                  </a:lnTo>
                  <a:lnTo>
                    <a:pt x="910767" y="95465"/>
                  </a:lnTo>
                  <a:lnTo>
                    <a:pt x="910869" y="94589"/>
                  </a:lnTo>
                  <a:lnTo>
                    <a:pt x="911910" y="85445"/>
                  </a:lnTo>
                  <a:close/>
                </a:path>
                <a:path w="1089025" h="130175">
                  <a:moveTo>
                    <a:pt x="1033932" y="6096"/>
                  </a:moveTo>
                  <a:lnTo>
                    <a:pt x="1024788" y="6096"/>
                  </a:lnTo>
                  <a:lnTo>
                    <a:pt x="1024788" y="13716"/>
                  </a:lnTo>
                  <a:lnTo>
                    <a:pt x="1024788" y="27432"/>
                  </a:lnTo>
                  <a:lnTo>
                    <a:pt x="1000404" y="27432"/>
                  </a:lnTo>
                  <a:lnTo>
                    <a:pt x="1000404" y="13716"/>
                  </a:lnTo>
                  <a:lnTo>
                    <a:pt x="1024788" y="13716"/>
                  </a:lnTo>
                  <a:lnTo>
                    <a:pt x="1024788" y="6096"/>
                  </a:lnTo>
                  <a:lnTo>
                    <a:pt x="992784" y="6096"/>
                  </a:lnTo>
                  <a:lnTo>
                    <a:pt x="992784" y="13716"/>
                  </a:lnTo>
                  <a:lnTo>
                    <a:pt x="992784" y="27432"/>
                  </a:lnTo>
                  <a:lnTo>
                    <a:pt x="968400" y="27432"/>
                  </a:lnTo>
                  <a:lnTo>
                    <a:pt x="968400" y="13716"/>
                  </a:lnTo>
                  <a:lnTo>
                    <a:pt x="992784" y="13716"/>
                  </a:lnTo>
                  <a:lnTo>
                    <a:pt x="992784" y="6096"/>
                  </a:lnTo>
                  <a:lnTo>
                    <a:pt x="959256" y="6096"/>
                  </a:lnTo>
                  <a:lnTo>
                    <a:pt x="959256" y="13716"/>
                  </a:lnTo>
                  <a:lnTo>
                    <a:pt x="959256" y="27432"/>
                  </a:lnTo>
                  <a:lnTo>
                    <a:pt x="934872" y="27432"/>
                  </a:lnTo>
                  <a:lnTo>
                    <a:pt x="934872" y="13716"/>
                  </a:lnTo>
                  <a:lnTo>
                    <a:pt x="959256" y="13716"/>
                  </a:lnTo>
                  <a:lnTo>
                    <a:pt x="959256" y="6096"/>
                  </a:lnTo>
                  <a:lnTo>
                    <a:pt x="925728" y="6096"/>
                  </a:lnTo>
                  <a:lnTo>
                    <a:pt x="925728" y="39624"/>
                  </a:lnTo>
                  <a:lnTo>
                    <a:pt x="934872" y="39624"/>
                  </a:lnTo>
                  <a:lnTo>
                    <a:pt x="934872" y="35052"/>
                  </a:lnTo>
                  <a:lnTo>
                    <a:pt x="1024788" y="35052"/>
                  </a:lnTo>
                  <a:lnTo>
                    <a:pt x="1024788" y="38100"/>
                  </a:lnTo>
                  <a:lnTo>
                    <a:pt x="1033932" y="38100"/>
                  </a:lnTo>
                  <a:lnTo>
                    <a:pt x="1033932" y="35052"/>
                  </a:lnTo>
                  <a:lnTo>
                    <a:pt x="1033932" y="27432"/>
                  </a:lnTo>
                  <a:lnTo>
                    <a:pt x="1033932" y="13716"/>
                  </a:lnTo>
                  <a:lnTo>
                    <a:pt x="1033932" y="6096"/>
                  </a:lnTo>
                  <a:close/>
                </a:path>
                <a:path w="1089025" h="130175">
                  <a:moveTo>
                    <a:pt x="1044600" y="62484"/>
                  </a:moveTo>
                  <a:lnTo>
                    <a:pt x="1006500" y="62484"/>
                  </a:lnTo>
                  <a:lnTo>
                    <a:pt x="1013358" y="59029"/>
                  </a:lnTo>
                  <a:lnTo>
                    <a:pt x="1020216" y="55435"/>
                  </a:lnTo>
                  <a:lnTo>
                    <a:pt x="1027074" y="51549"/>
                  </a:lnTo>
                  <a:lnTo>
                    <a:pt x="1033932" y="47244"/>
                  </a:lnTo>
                  <a:lnTo>
                    <a:pt x="1027836" y="41148"/>
                  </a:lnTo>
                  <a:lnTo>
                    <a:pt x="1018425" y="46837"/>
                  </a:lnTo>
                  <a:lnTo>
                    <a:pt x="1008595" y="52387"/>
                  </a:lnTo>
                  <a:lnTo>
                    <a:pt x="998474" y="57645"/>
                  </a:lnTo>
                  <a:lnTo>
                    <a:pt x="988212" y="62484"/>
                  </a:lnTo>
                  <a:lnTo>
                    <a:pt x="976020" y="62484"/>
                  </a:lnTo>
                  <a:lnTo>
                    <a:pt x="976020" y="51816"/>
                  </a:lnTo>
                  <a:lnTo>
                    <a:pt x="1006500" y="51816"/>
                  </a:lnTo>
                  <a:lnTo>
                    <a:pt x="1006500" y="45720"/>
                  </a:lnTo>
                  <a:lnTo>
                    <a:pt x="976020" y="45720"/>
                  </a:lnTo>
                  <a:lnTo>
                    <a:pt x="976020" y="36576"/>
                  </a:lnTo>
                  <a:lnTo>
                    <a:pt x="966876" y="36576"/>
                  </a:lnTo>
                  <a:lnTo>
                    <a:pt x="966876" y="45720"/>
                  </a:lnTo>
                  <a:lnTo>
                    <a:pt x="930300" y="45720"/>
                  </a:lnTo>
                  <a:lnTo>
                    <a:pt x="930300" y="51816"/>
                  </a:lnTo>
                  <a:lnTo>
                    <a:pt x="966876" y="51816"/>
                  </a:lnTo>
                  <a:lnTo>
                    <a:pt x="966876" y="62484"/>
                  </a:lnTo>
                  <a:lnTo>
                    <a:pt x="918108" y="62484"/>
                  </a:lnTo>
                  <a:lnTo>
                    <a:pt x="918108" y="70192"/>
                  </a:lnTo>
                  <a:lnTo>
                    <a:pt x="972972" y="70192"/>
                  </a:lnTo>
                  <a:lnTo>
                    <a:pt x="944003" y="81432"/>
                  </a:lnTo>
                  <a:lnTo>
                    <a:pt x="929640" y="86702"/>
                  </a:lnTo>
                  <a:lnTo>
                    <a:pt x="914971" y="91528"/>
                  </a:lnTo>
                  <a:lnTo>
                    <a:pt x="918108" y="94576"/>
                  </a:lnTo>
                  <a:lnTo>
                    <a:pt x="919632" y="97624"/>
                  </a:lnTo>
                  <a:lnTo>
                    <a:pt x="919632" y="99148"/>
                  </a:lnTo>
                  <a:lnTo>
                    <a:pt x="927252" y="97624"/>
                  </a:lnTo>
                  <a:lnTo>
                    <a:pt x="934872" y="94576"/>
                  </a:lnTo>
                  <a:lnTo>
                    <a:pt x="940968" y="91528"/>
                  </a:lnTo>
                  <a:lnTo>
                    <a:pt x="940968" y="129628"/>
                  </a:lnTo>
                  <a:lnTo>
                    <a:pt x="950112" y="129628"/>
                  </a:lnTo>
                  <a:lnTo>
                    <a:pt x="950112" y="123532"/>
                  </a:lnTo>
                  <a:lnTo>
                    <a:pt x="1017168" y="123532"/>
                  </a:lnTo>
                  <a:lnTo>
                    <a:pt x="1017168" y="129628"/>
                  </a:lnTo>
                  <a:lnTo>
                    <a:pt x="1026312" y="129628"/>
                  </a:lnTo>
                  <a:lnTo>
                    <a:pt x="1026312" y="123532"/>
                  </a:lnTo>
                  <a:lnTo>
                    <a:pt x="1026312" y="115912"/>
                  </a:lnTo>
                  <a:lnTo>
                    <a:pt x="1026312" y="105244"/>
                  </a:lnTo>
                  <a:lnTo>
                    <a:pt x="1026312" y="97624"/>
                  </a:lnTo>
                  <a:lnTo>
                    <a:pt x="1026312" y="88480"/>
                  </a:lnTo>
                  <a:lnTo>
                    <a:pt x="1026312" y="80860"/>
                  </a:lnTo>
                  <a:lnTo>
                    <a:pt x="1017168" y="80860"/>
                  </a:lnTo>
                  <a:lnTo>
                    <a:pt x="1017168" y="88480"/>
                  </a:lnTo>
                  <a:lnTo>
                    <a:pt x="1017168" y="97624"/>
                  </a:lnTo>
                  <a:lnTo>
                    <a:pt x="1017168" y="105244"/>
                  </a:lnTo>
                  <a:lnTo>
                    <a:pt x="1017168" y="115912"/>
                  </a:lnTo>
                  <a:lnTo>
                    <a:pt x="950112" y="115912"/>
                  </a:lnTo>
                  <a:lnTo>
                    <a:pt x="950112" y="105244"/>
                  </a:lnTo>
                  <a:lnTo>
                    <a:pt x="1017168" y="105244"/>
                  </a:lnTo>
                  <a:lnTo>
                    <a:pt x="1017168" y="97624"/>
                  </a:lnTo>
                  <a:lnTo>
                    <a:pt x="950112" y="97624"/>
                  </a:lnTo>
                  <a:lnTo>
                    <a:pt x="950112" y="91528"/>
                  </a:lnTo>
                  <a:lnTo>
                    <a:pt x="950112" y="88480"/>
                  </a:lnTo>
                  <a:lnTo>
                    <a:pt x="1017168" y="88480"/>
                  </a:lnTo>
                  <a:lnTo>
                    <a:pt x="1017168" y="80860"/>
                  </a:lnTo>
                  <a:lnTo>
                    <a:pt x="969924" y="80860"/>
                  </a:lnTo>
                  <a:lnTo>
                    <a:pt x="977544" y="76288"/>
                  </a:lnTo>
                  <a:lnTo>
                    <a:pt x="983640" y="73240"/>
                  </a:lnTo>
                  <a:lnTo>
                    <a:pt x="991260" y="70192"/>
                  </a:lnTo>
                  <a:lnTo>
                    <a:pt x="1044600" y="70192"/>
                  </a:lnTo>
                  <a:lnTo>
                    <a:pt x="1044600" y="62484"/>
                  </a:lnTo>
                  <a:close/>
                </a:path>
                <a:path w="1089025" h="130175">
                  <a:moveTo>
                    <a:pt x="1088885" y="105244"/>
                  </a:moveTo>
                  <a:lnTo>
                    <a:pt x="1088123" y="103720"/>
                  </a:lnTo>
                  <a:lnTo>
                    <a:pt x="1087361" y="102196"/>
                  </a:lnTo>
                  <a:lnTo>
                    <a:pt x="1081265" y="96100"/>
                  </a:lnTo>
                  <a:lnTo>
                    <a:pt x="1079741" y="95592"/>
                  </a:lnTo>
                  <a:lnTo>
                    <a:pt x="1079741" y="108292"/>
                  </a:lnTo>
                  <a:lnTo>
                    <a:pt x="1079741" y="112864"/>
                  </a:lnTo>
                  <a:lnTo>
                    <a:pt x="1075169" y="117436"/>
                  </a:lnTo>
                  <a:lnTo>
                    <a:pt x="1069073" y="117436"/>
                  </a:lnTo>
                  <a:lnTo>
                    <a:pt x="1066025" y="114388"/>
                  </a:lnTo>
                  <a:lnTo>
                    <a:pt x="1066025" y="106768"/>
                  </a:lnTo>
                  <a:lnTo>
                    <a:pt x="1069073" y="103720"/>
                  </a:lnTo>
                  <a:lnTo>
                    <a:pt x="1076693" y="103720"/>
                  </a:lnTo>
                  <a:lnTo>
                    <a:pt x="1076693" y="105244"/>
                  </a:lnTo>
                  <a:lnTo>
                    <a:pt x="1079741" y="108292"/>
                  </a:lnTo>
                  <a:lnTo>
                    <a:pt x="1079741" y="95592"/>
                  </a:lnTo>
                  <a:lnTo>
                    <a:pt x="1076693" y="94576"/>
                  </a:lnTo>
                  <a:lnTo>
                    <a:pt x="1069073" y="94576"/>
                  </a:lnTo>
                  <a:lnTo>
                    <a:pt x="1064501" y="96100"/>
                  </a:lnTo>
                  <a:lnTo>
                    <a:pt x="1061453" y="99148"/>
                  </a:lnTo>
                  <a:lnTo>
                    <a:pt x="1058316" y="102196"/>
                  </a:lnTo>
                  <a:lnTo>
                    <a:pt x="1055268" y="105244"/>
                  </a:lnTo>
                  <a:lnTo>
                    <a:pt x="1055268" y="115912"/>
                  </a:lnTo>
                  <a:lnTo>
                    <a:pt x="1056792" y="118960"/>
                  </a:lnTo>
                  <a:lnTo>
                    <a:pt x="1061453" y="122008"/>
                  </a:lnTo>
                  <a:lnTo>
                    <a:pt x="1064501" y="125056"/>
                  </a:lnTo>
                  <a:lnTo>
                    <a:pt x="1067549" y="126580"/>
                  </a:lnTo>
                  <a:lnTo>
                    <a:pt x="1076693" y="126580"/>
                  </a:lnTo>
                  <a:lnTo>
                    <a:pt x="1081265" y="125056"/>
                  </a:lnTo>
                  <a:lnTo>
                    <a:pt x="1087361" y="118960"/>
                  </a:lnTo>
                  <a:lnTo>
                    <a:pt x="1088123" y="117436"/>
                  </a:lnTo>
                  <a:lnTo>
                    <a:pt x="1088885" y="115912"/>
                  </a:lnTo>
                  <a:lnTo>
                    <a:pt x="1088885" y="105244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200893" y="7288720"/>
            <a:ext cx="175355" cy="747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61821"/>
            <a:ext cx="847090" cy="276225"/>
          </a:xfrm>
          <a:custGeom>
            <a:avLst/>
            <a:gdLst/>
            <a:ahLst/>
            <a:cxnLst/>
            <a:rect l="l" t="t" r="r" b="b"/>
            <a:pathLst>
              <a:path w="847089" h="276225">
                <a:moveTo>
                  <a:pt x="169252" y="1524"/>
                </a:moveTo>
                <a:lnTo>
                  <a:pt x="134200" y="1524"/>
                </a:lnTo>
                <a:lnTo>
                  <a:pt x="134200" y="96113"/>
                </a:lnTo>
                <a:lnTo>
                  <a:pt x="130276" y="82092"/>
                </a:lnTo>
                <a:lnTo>
                  <a:pt x="125628" y="67487"/>
                </a:lnTo>
                <a:lnTo>
                  <a:pt x="120561" y="51816"/>
                </a:lnTo>
                <a:lnTo>
                  <a:pt x="115912" y="36576"/>
                </a:lnTo>
                <a:lnTo>
                  <a:pt x="88392" y="47244"/>
                </a:lnTo>
                <a:lnTo>
                  <a:pt x="89763" y="51816"/>
                </a:lnTo>
                <a:lnTo>
                  <a:pt x="68580" y="51816"/>
                </a:lnTo>
                <a:lnTo>
                  <a:pt x="68580" y="1524"/>
                </a:lnTo>
                <a:lnTo>
                  <a:pt x="30480" y="1524"/>
                </a:lnTo>
                <a:lnTo>
                  <a:pt x="30480" y="51816"/>
                </a:lnTo>
                <a:lnTo>
                  <a:pt x="3048" y="51816"/>
                </a:lnTo>
                <a:lnTo>
                  <a:pt x="3048" y="85445"/>
                </a:lnTo>
                <a:lnTo>
                  <a:pt x="30480" y="85445"/>
                </a:lnTo>
                <a:lnTo>
                  <a:pt x="30480" y="132689"/>
                </a:lnTo>
                <a:lnTo>
                  <a:pt x="0" y="143357"/>
                </a:lnTo>
                <a:lnTo>
                  <a:pt x="7620" y="183070"/>
                </a:lnTo>
                <a:lnTo>
                  <a:pt x="30480" y="173926"/>
                </a:lnTo>
                <a:lnTo>
                  <a:pt x="30480" y="231838"/>
                </a:lnTo>
                <a:lnTo>
                  <a:pt x="28956" y="233362"/>
                </a:lnTo>
                <a:lnTo>
                  <a:pt x="27432" y="236410"/>
                </a:lnTo>
                <a:lnTo>
                  <a:pt x="25908" y="236410"/>
                </a:lnTo>
                <a:lnTo>
                  <a:pt x="24384" y="237934"/>
                </a:lnTo>
                <a:lnTo>
                  <a:pt x="0" y="237934"/>
                </a:lnTo>
                <a:lnTo>
                  <a:pt x="2260" y="247078"/>
                </a:lnTo>
                <a:lnTo>
                  <a:pt x="4381" y="256082"/>
                </a:lnTo>
                <a:lnTo>
                  <a:pt x="6210" y="264807"/>
                </a:lnTo>
                <a:lnTo>
                  <a:pt x="7620" y="273062"/>
                </a:lnTo>
                <a:lnTo>
                  <a:pt x="19329" y="273062"/>
                </a:lnTo>
                <a:lnTo>
                  <a:pt x="59436" y="266992"/>
                </a:lnTo>
                <a:lnTo>
                  <a:pt x="68580" y="247078"/>
                </a:lnTo>
                <a:lnTo>
                  <a:pt x="68580" y="173926"/>
                </a:lnTo>
                <a:lnTo>
                  <a:pt x="68580" y="158597"/>
                </a:lnTo>
                <a:lnTo>
                  <a:pt x="91440" y="149453"/>
                </a:lnTo>
                <a:lnTo>
                  <a:pt x="90297" y="141147"/>
                </a:lnTo>
                <a:lnTo>
                  <a:pt x="89052" y="131267"/>
                </a:lnTo>
                <a:lnTo>
                  <a:pt x="88011" y="122237"/>
                </a:lnTo>
                <a:lnTo>
                  <a:pt x="87668" y="118973"/>
                </a:lnTo>
                <a:lnTo>
                  <a:pt x="86868" y="111353"/>
                </a:lnTo>
                <a:lnTo>
                  <a:pt x="68580" y="118973"/>
                </a:lnTo>
                <a:lnTo>
                  <a:pt x="68580" y="85445"/>
                </a:lnTo>
                <a:lnTo>
                  <a:pt x="89916" y="85445"/>
                </a:lnTo>
                <a:lnTo>
                  <a:pt x="89916" y="52298"/>
                </a:lnTo>
                <a:lnTo>
                  <a:pt x="92989" y="62471"/>
                </a:lnTo>
                <a:lnTo>
                  <a:pt x="97726" y="78384"/>
                </a:lnTo>
                <a:lnTo>
                  <a:pt x="102755" y="95135"/>
                </a:lnTo>
                <a:lnTo>
                  <a:pt x="108204" y="112877"/>
                </a:lnTo>
                <a:lnTo>
                  <a:pt x="134200" y="103733"/>
                </a:lnTo>
                <a:lnTo>
                  <a:pt x="134200" y="118973"/>
                </a:lnTo>
                <a:lnTo>
                  <a:pt x="121335" y="131267"/>
                </a:lnTo>
                <a:lnTo>
                  <a:pt x="107873" y="142989"/>
                </a:lnTo>
                <a:lnTo>
                  <a:pt x="93992" y="154038"/>
                </a:lnTo>
                <a:lnTo>
                  <a:pt x="79248" y="164782"/>
                </a:lnTo>
                <a:lnTo>
                  <a:pt x="102108" y="195262"/>
                </a:lnTo>
                <a:lnTo>
                  <a:pt x="134200" y="163258"/>
                </a:lnTo>
                <a:lnTo>
                  <a:pt x="129324" y="190982"/>
                </a:lnTo>
                <a:lnTo>
                  <a:pt x="119151" y="214693"/>
                </a:lnTo>
                <a:lnTo>
                  <a:pt x="103517" y="234416"/>
                </a:lnTo>
                <a:lnTo>
                  <a:pt x="82296" y="250126"/>
                </a:lnTo>
                <a:lnTo>
                  <a:pt x="92036" y="257670"/>
                </a:lnTo>
                <a:lnTo>
                  <a:pt x="108699" y="270370"/>
                </a:lnTo>
                <a:lnTo>
                  <a:pt x="115912" y="276136"/>
                </a:lnTo>
                <a:lnTo>
                  <a:pt x="126758" y="267550"/>
                </a:lnTo>
                <a:lnTo>
                  <a:pt x="150964" y="234886"/>
                </a:lnTo>
                <a:lnTo>
                  <a:pt x="165112" y="192455"/>
                </a:lnTo>
                <a:lnTo>
                  <a:pt x="168262" y="163258"/>
                </a:lnTo>
                <a:lnTo>
                  <a:pt x="168617" y="154038"/>
                </a:lnTo>
                <a:lnTo>
                  <a:pt x="168668" y="149453"/>
                </a:lnTo>
                <a:lnTo>
                  <a:pt x="168770" y="141147"/>
                </a:lnTo>
                <a:lnTo>
                  <a:pt x="168884" y="132118"/>
                </a:lnTo>
                <a:lnTo>
                  <a:pt x="169011" y="122237"/>
                </a:lnTo>
                <a:lnTo>
                  <a:pt x="169113" y="103733"/>
                </a:lnTo>
                <a:lnTo>
                  <a:pt x="169138" y="96113"/>
                </a:lnTo>
                <a:lnTo>
                  <a:pt x="169252" y="1524"/>
                </a:lnTo>
                <a:close/>
              </a:path>
              <a:path w="847089" h="276225">
                <a:moveTo>
                  <a:pt x="277558" y="53340"/>
                </a:moveTo>
                <a:lnTo>
                  <a:pt x="245452" y="36576"/>
                </a:lnTo>
                <a:lnTo>
                  <a:pt x="239737" y="49149"/>
                </a:lnTo>
                <a:lnTo>
                  <a:pt x="234022" y="61582"/>
                </a:lnTo>
                <a:lnTo>
                  <a:pt x="228307" y="73736"/>
                </a:lnTo>
                <a:lnTo>
                  <a:pt x="222592" y="85445"/>
                </a:lnTo>
                <a:lnTo>
                  <a:pt x="222592" y="1524"/>
                </a:lnTo>
                <a:lnTo>
                  <a:pt x="187540" y="1524"/>
                </a:lnTo>
                <a:lnTo>
                  <a:pt x="187540" y="230314"/>
                </a:lnTo>
                <a:lnTo>
                  <a:pt x="189547" y="247497"/>
                </a:lnTo>
                <a:lnTo>
                  <a:pt x="195541" y="259930"/>
                </a:lnTo>
                <a:lnTo>
                  <a:pt x="205549" y="267487"/>
                </a:lnTo>
                <a:lnTo>
                  <a:pt x="219544" y="270040"/>
                </a:lnTo>
                <a:lnTo>
                  <a:pt x="243928" y="270040"/>
                </a:lnTo>
                <a:lnTo>
                  <a:pt x="251548" y="268516"/>
                </a:lnTo>
                <a:lnTo>
                  <a:pt x="256120" y="265468"/>
                </a:lnTo>
                <a:lnTo>
                  <a:pt x="262318" y="262420"/>
                </a:lnTo>
                <a:lnTo>
                  <a:pt x="276148" y="220586"/>
                </a:lnTo>
                <a:lnTo>
                  <a:pt x="277558" y="202882"/>
                </a:lnTo>
                <a:lnTo>
                  <a:pt x="248500" y="192214"/>
                </a:lnTo>
                <a:lnTo>
                  <a:pt x="248246" y="203885"/>
                </a:lnTo>
                <a:lnTo>
                  <a:pt x="247548" y="213550"/>
                </a:lnTo>
                <a:lnTo>
                  <a:pt x="246583" y="220941"/>
                </a:lnTo>
                <a:lnTo>
                  <a:pt x="245452" y="225742"/>
                </a:lnTo>
                <a:lnTo>
                  <a:pt x="243928" y="231838"/>
                </a:lnTo>
                <a:lnTo>
                  <a:pt x="240880" y="234886"/>
                </a:lnTo>
                <a:lnTo>
                  <a:pt x="225640" y="234886"/>
                </a:lnTo>
                <a:lnTo>
                  <a:pt x="222592" y="231838"/>
                </a:lnTo>
                <a:lnTo>
                  <a:pt x="222592" y="155549"/>
                </a:lnTo>
                <a:lnTo>
                  <a:pt x="232600" y="163372"/>
                </a:lnTo>
                <a:lnTo>
                  <a:pt x="242036" y="170878"/>
                </a:lnTo>
                <a:lnTo>
                  <a:pt x="250926" y="178358"/>
                </a:lnTo>
                <a:lnTo>
                  <a:pt x="259270" y="186118"/>
                </a:lnTo>
                <a:lnTo>
                  <a:pt x="277558" y="157073"/>
                </a:lnTo>
                <a:lnTo>
                  <a:pt x="275551" y="155549"/>
                </a:lnTo>
                <a:lnTo>
                  <a:pt x="262077" y="145313"/>
                </a:lnTo>
                <a:lnTo>
                  <a:pt x="247751" y="134975"/>
                </a:lnTo>
                <a:lnTo>
                  <a:pt x="222592" y="117449"/>
                </a:lnTo>
                <a:lnTo>
                  <a:pt x="222592" y="99161"/>
                </a:lnTo>
                <a:lnTo>
                  <a:pt x="243928" y="111353"/>
                </a:lnTo>
                <a:lnTo>
                  <a:pt x="251409" y="99161"/>
                </a:lnTo>
                <a:lnTo>
                  <a:pt x="251980" y="98234"/>
                </a:lnTo>
                <a:lnTo>
                  <a:pt x="259397" y="85445"/>
                </a:lnTo>
                <a:lnTo>
                  <a:pt x="260172" y="84099"/>
                </a:lnTo>
                <a:lnTo>
                  <a:pt x="277558" y="53340"/>
                </a:lnTo>
                <a:close/>
              </a:path>
              <a:path w="847089" h="276225">
                <a:moveTo>
                  <a:pt x="549021" y="36576"/>
                </a:moveTo>
                <a:lnTo>
                  <a:pt x="537794" y="26822"/>
                </a:lnTo>
                <a:lnTo>
                  <a:pt x="527024" y="17907"/>
                </a:lnTo>
                <a:lnTo>
                  <a:pt x="516559" y="9575"/>
                </a:lnTo>
                <a:lnTo>
                  <a:pt x="506247" y="1524"/>
                </a:lnTo>
                <a:lnTo>
                  <a:pt x="484911" y="24384"/>
                </a:lnTo>
                <a:lnTo>
                  <a:pt x="495185" y="33528"/>
                </a:lnTo>
                <a:lnTo>
                  <a:pt x="505294" y="42672"/>
                </a:lnTo>
                <a:lnTo>
                  <a:pt x="515137" y="51816"/>
                </a:lnTo>
                <a:lnTo>
                  <a:pt x="524535" y="60960"/>
                </a:lnTo>
                <a:lnTo>
                  <a:pt x="549021" y="36576"/>
                </a:lnTo>
                <a:close/>
              </a:path>
              <a:path w="847089" h="276225">
                <a:moveTo>
                  <a:pt x="565785" y="195262"/>
                </a:moveTo>
                <a:lnTo>
                  <a:pt x="534847" y="182626"/>
                </a:lnTo>
                <a:lnTo>
                  <a:pt x="529107" y="180022"/>
                </a:lnTo>
                <a:lnTo>
                  <a:pt x="528993" y="185928"/>
                </a:lnTo>
                <a:lnTo>
                  <a:pt x="524535" y="227266"/>
                </a:lnTo>
                <a:lnTo>
                  <a:pt x="521487" y="231838"/>
                </a:lnTo>
                <a:lnTo>
                  <a:pt x="515391" y="231838"/>
                </a:lnTo>
                <a:lnTo>
                  <a:pt x="512343" y="228790"/>
                </a:lnTo>
                <a:lnTo>
                  <a:pt x="508469" y="221170"/>
                </a:lnTo>
                <a:lnTo>
                  <a:pt x="507720" y="219646"/>
                </a:lnTo>
                <a:lnTo>
                  <a:pt x="504723" y="213550"/>
                </a:lnTo>
                <a:lnTo>
                  <a:pt x="503415" y="210502"/>
                </a:lnTo>
                <a:lnTo>
                  <a:pt x="500773" y="204368"/>
                </a:lnTo>
                <a:lnTo>
                  <a:pt x="497103" y="193738"/>
                </a:lnTo>
                <a:lnTo>
                  <a:pt x="513727" y="178295"/>
                </a:lnTo>
                <a:lnTo>
                  <a:pt x="529501" y="161696"/>
                </a:lnTo>
                <a:lnTo>
                  <a:pt x="534771" y="155549"/>
                </a:lnTo>
                <a:lnTo>
                  <a:pt x="544728" y="143941"/>
                </a:lnTo>
                <a:lnTo>
                  <a:pt x="559689" y="125069"/>
                </a:lnTo>
                <a:lnTo>
                  <a:pt x="527583" y="103733"/>
                </a:lnTo>
                <a:lnTo>
                  <a:pt x="518210" y="118262"/>
                </a:lnTo>
                <a:lnTo>
                  <a:pt x="508533" y="131927"/>
                </a:lnTo>
                <a:lnTo>
                  <a:pt x="498868" y="144449"/>
                </a:lnTo>
                <a:lnTo>
                  <a:pt x="489483" y="155549"/>
                </a:lnTo>
                <a:lnTo>
                  <a:pt x="487464" y="143598"/>
                </a:lnTo>
                <a:lnTo>
                  <a:pt x="485863" y="130784"/>
                </a:lnTo>
                <a:lnTo>
                  <a:pt x="484555" y="117398"/>
                </a:lnTo>
                <a:lnTo>
                  <a:pt x="483781" y="108305"/>
                </a:lnTo>
                <a:lnTo>
                  <a:pt x="483387" y="103733"/>
                </a:lnTo>
                <a:lnTo>
                  <a:pt x="559689" y="93065"/>
                </a:lnTo>
                <a:lnTo>
                  <a:pt x="557618" y="70205"/>
                </a:lnTo>
                <a:lnTo>
                  <a:pt x="556641" y="59436"/>
                </a:lnTo>
                <a:lnTo>
                  <a:pt x="481863" y="70205"/>
                </a:lnTo>
                <a:lnTo>
                  <a:pt x="478815" y="0"/>
                </a:lnTo>
                <a:lnTo>
                  <a:pt x="439191" y="0"/>
                </a:lnTo>
                <a:lnTo>
                  <a:pt x="439293" y="1524"/>
                </a:lnTo>
                <a:lnTo>
                  <a:pt x="440334" y="18554"/>
                </a:lnTo>
                <a:lnTo>
                  <a:pt x="441477" y="37541"/>
                </a:lnTo>
                <a:lnTo>
                  <a:pt x="443763" y="76301"/>
                </a:lnTo>
                <a:lnTo>
                  <a:pt x="405663" y="80873"/>
                </a:lnTo>
                <a:lnTo>
                  <a:pt x="411759" y="114401"/>
                </a:lnTo>
                <a:lnTo>
                  <a:pt x="445287" y="108305"/>
                </a:lnTo>
                <a:lnTo>
                  <a:pt x="447598" y="130937"/>
                </a:lnTo>
                <a:lnTo>
                  <a:pt x="447725" y="131927"/>
                </a:lnTo>
                <a:lnTo>
                  <a:pt x="450049" y="151028"/>
                </a:lnTo>
                <a:lnTo>
                  <a:pt x="452793" y="168821"/>
                </a:lnTo>
                <a:lnTo>
                  <a:pt x="455955" y="184594"/>
                </a:lnTo>
                <a:lnTo>
                  <a:pt x="446557" y="191439"/>
                </a:lnTo>
                <a:lnTo>
                  <a:pt x="436714" y="198120"/>
                </a:lnTo>
                <a:lnTo>
                  <a:pt x="426605" y="204533"/>
                </a:lnTo>
                <a:lnTo>
                  <a:pt x="416331" y="210502"/>
                </a:lnTo>
                <a:lnTo>
                  <a:pt x="416331" y="158597"/>
                </a:lnTo>
                <a:lnTo>
                  <a:pt x="416331" y="126593"/>
                </a:lnTo>
                <a:lnTo>
                  <a:pt x="379666" y="126593"/>
                </a:lnTo>
                <a:lnTo>
                  <a:pt x="379666" y="158597"/>
                </a:lnTo>
                <a:lnTo>
                  <a:pt x="379666" y="219646"/>
                </a:lnTo>
                <a:lnTo>
                  <a:pt x="332422" y="219646"/>
                </a:lnTo>
                <a:lnTo>
                  <a:pt x="332422" y="158597"/>
                </a:lnTo>
                <a:lnTo>
                  <a:pt x="379666" y="158597"/>
                </a:lnTo>
                <a:lnTo>
                  <a:pt x="379666" y="126593"/>
                </a:lnTo>
                <a:lnTo>
                  <a:pt x="368998" y="126593"/>
                </a:lnTo>
                <a:lnTo>
                  <a:pt x="368998" y="76301"/>
                </a:lnTo>
                <a:lnTo>
                  <a:pt x="422427" y="76301"/>
                </a:lnTo>
                <a:lnTo>
                  <a:pt x="422427" y="42672"/>
                </a:lnTo>
                <a:lnTo>
                  <a:pt x="368998" y="42672"/>
                </a:lnTo>
                <a:lnTo>
                  <a:pt x="368998" y="0"/>
                </a:lnTo>
                <a:lnTo>
                  <a:pt x="330898" y="0"/>
                </a:lnTo>
                <a:lnTo>
                  <a:pt x="330898" y="126593"/>
                </a:lnTo>
                <a:lnTo>
                  <a:pt x="297370" y="126593"/>
                </a:lnTo>
                <a:lnTo>
                  <a:pt x="297370" y="268516"/>
                </a:lnTo>
                <a:lnTo>
                  <a:pt x="332422" y="268516"/>
                </a:lnTo>
                <a:lnTo>
                  <a:pt x="332422" y="251650"/>
                </a:lnTo>
                <a:lnTo>
                  <a:pt x="379666" y="251650"/>
                </a:lnTo>
                <a:lnTo>
                  <a:pt x="379666" y="265468"/>
                </a:lnTo>
                <a:lnTo>
                  <a:pt x="416331" y="265468"/>
                </a:lnTo>
                <a:lnTo>
                  <a:pt x="416331" y="251650"/>
                </a:lnTo>
                <a:lnTo>
                  <a:pt x="416331" y="228790"/>
                </a:lnTo>
                <a:lnTo>
                  <a:pt x="425475" y="240982"/>
                </a:lnTo>
                <a:lnTo>
                  <a:pt x="428523" y="245554"/>
                </a:lnTo>
                <a:lnTo>
                  <a:pt x="438556" y="239826"/>
                </a:lnTo>
                <a:lnTo>
                  <a:pt x="448144" y="233934"/>
                </a:lnTo>
                <a:lnTo>
                  <a:pt x="455917" y="228790"/>
                </a:lnTo>
                <a:lnTo>
                  <a:pt x="457466" y="227774"/>
                </a:lnTo>
                <a:lnTo>
                  <a:pt x="466623" y="221170"/>
                </a:lnTo>
                <a:lnTo>
                  <a:pt x="476897" y="245237"/>
                </a:lnTo>
                <a:lnTo>
                  <a:pt x="489292" y="262407"/>
                </a:lnTo>
                <a:lnTo>
                  <a:pt x="503707" y="272707"/>
                </a:lnTo>
                <a:lnTo>
                  <a:pt x="519963" y="276136"/>
                </a:lnTo>
                <a:lnTo>
                  <a:pt x="528332" y="275297"/>
                </a:lnTo>
                <a:lnTo>
                  <a:pt x="556641" y="240461"/>
                </a:lnTo>
                <a:lnTo>
                  <a:pt x="558596" y="231838"/>
                </a:lnTo>
                <a:lnTo>
                  <a:pt x="561213" y="220357"/>
                </a:lnTo>
                <a:lnTo>
                  <a:pt x="565785" y="195262"/>
                </a:lnTo>
                <a:close/>
              </a:path>
              <a:path w="847089" h="276225">
                <a:moveTo>
                  <a:pt x="846683" y="116586"/>
                </a:moveTo>
                <a:lnTo>
                  <a:pt x="576922" y="116586"/>
                </a:lnTo>
                <a:lnTo>
                  <a:pt x="576922" y="159258"/>
                </a:lnTo>
                <a:lnTo>
                  <a:pt x="846683" y="159258"/>
                </a:lnTo>
                <a:lnTo>
                  <a:pt x="846683" y="116586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23358" y="942689"/>
            <a:ext cx="52069" cy="160655"/>
          </a:xfrm>
          <a:custGeom>
            <a:avLst/>
            <a:gdLst/>
            <a:ahLst/>
            <a:cxnLst/>
            <a:rect l="l" t="t" r="r" b="b"/>
            <a:pathLst>
              <a:path w="52069" h="160655">
                <a:moveTo>
                  <a:pt x="32004" y="45720"/>
                </a:moveTo>
                <a:lnTo>
                  <a:pt x="18288" y="45720"/>
                </a:lnTo>
                <a:lnTo>
                  <a:pt x="12192" y="44196"/>
                </a:lnTo>
                <a:lnTo>
                  <a:pt x="3048" y="35052"/>
                </a:lnTo>
                <a:lnTo>
                  <a:pt x="0" y="28956"/>
                </a:lnTo>
                <a:lnTo>
                  <a:pt x="0" y="16764"/>
                </a:lnTo>
                <a:lnTo>
                  <a:pt x="3048" y="10668"/>
                </a:lnTo>
                <a:lnTo>
                  <a:pt x="12192" y="1524"/>
                </a:lnTo>
                <a:lnTo>
                  <a:pt x="18288" y="0"/>
                </a:lnTo>
                <a:lnTo>
                  <a:pt x="32004" y="0"/>
                </a:lnTo>
                <a:lnTo>
                  <a:pt x="38100" y="1524"/>
                </a:lnTo>
                <a:lnTo>
                  <a:pt x="44196" y="6096"/>
                </a:lnTo>
                <a:lnTo>
                  <a:pt x="48768" y="10668"/>
                </a:lnTo>
                <a:lnTo>
                  <a:pt x="51816" y="16764"/>
                </a:lnTo>
                <a:lnTo>
                  <a:pt x="51816" y="28956"/>
                </a:lnTo>
                <a:lnTo>
                  <a:pt x="48768" y="35052"/>
                </a:lnTo>
                <a:lnTo>
                  <a:pt x="44196" y="39624"/>
                </a:lnTo>
                <a:lnTo>
                  <a:pt x="38100" y="44196"/>
                </a:lnTo>
                <a:lnTo>
                  <a:pt x="32004" y="45720"/>
                </a:lnTo>
                <a:close/>
              </a:path>
              <a:path w="52069" h="160655">
                <a:moveTo>
                  <a:pt x="32004" y="160115"/>
                </a:moveTo>
                <a:lnTo>
                  <a:pt x="18288" y="160115"/>
                </a:lnTo>
                <a:lnTo>
                  <a:pt x="12192" y="158591"/>
                </a:lnTo>
                <a:lnTo>
                  <a:pt x="3048" y="149447"/>
                </a:lnTo>
                <a:lnTo>
                  <a:pt x="0" y="143351"/>
                </a:lnTo>
                <a:lnTo>
                  <a:pt x="0" y="131159"/>
                </a:lnTo>
                <a:lnTo>
                  <a:pt x="3048" y="125063"/>
                </a:lnTo>
                <a:lnTo>
                  <a:pt x="12192" y="115919"/>
                </a:lnTo>
                <a:lnTo>
                  <a:pt x="18288" y="114395"/>
                </a:lnTo>
                <a:lnTo>
                  <a:pt x="32004" y="114395"/>
                </a:lnTo>
                <a:lnTo>
                  <a:pt x="38100" y="115919"/>
                </a:lnTo>
                <a:lnTo>
                  <a:pt x="44196" y="120491"/>
                </a:lnTo>
                <a:lnTo>
                  <a:pt x="48768" y="125063"/>
                </a:lnTo>
                <a:lnTo>
                  <a:pt x="51816" y="131159"/>
                </a:lnTo>
                <a:lnTo>
                  <a:pt x="51816" y="143351"/>
                </a:lnTo>
                <a:lnTo>
                  <a:pt x="48768" y="149447"/>
                </a:lnTo>
                <a:lnTo>
                  <a:pt x="44196" y="154019"/>
                </a:lnTo>
                <a:lnTo>
                  <a:pt x="38100" y="158591"/>
                </a:lnTo>
                <a:lnTo>
                  <a:pt x="32004" y="160115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67382" y="860297"/>
            <a:ext cx="1421765" cy="279400"/>
          </a:xfrm>
          <a:custGeom>
            <a:avLst/>
            <a:gdLst/>
            <a:ahLst/>
            <a:cxnLst/>
            <a:rect l="l" t="t" r="r" b="b"/>
            <a:pathLst>
              <a:path w="1421764" h="279400">
                <a:moveTo>
                  <a:pt x="277558" y="199834"/>
                </a:moveTo>
                <a:lnTo>
                  <a:pt x="266649" y="178676"/>
                </a:lnTo>
                <a:lnTo>
                  <a:pt x="254609" y="156362"/>
                </a:lnTo>
                <a:lnTo>
                  <a:pt x="241465" y="132892"/>
                </a:lnTo>
                <a:lnTo>
                  <a:pt x="227164" y="108305"/>
                </a:lnTo>
                <a:lnTo>
                  <a:pt x="199732" y="123545"/>
                </a:lnTo>
                <a:lnTo>
                  <a:pt x="199732" y="102209"/>
                </a:lnTo>
                <a:lnTo>
                  <a:pt x="184492" y="102209"/>
                </a:lnTo>
                <a:lnTo>
                  <a:pt x="188163" y="90779"/>
                </a:lnTo>
                <a:lnTo>
                  <a:pt x="196075" y="67881"/>
                </a:lnTo>
                <a:lnTo>
                  <a:pt x="199732" y="56388"/>
                </a:lnTo>
                <a:lnTo>
                  <a:pt x="266890" y="56388"/>
                </a:lnTo>
                <a:lnTo>
                  <a:pt x="266890" y="19812"/>
                </a:lnTo>
                <a:lnTo>
                  <a:pt x="112776" y="19812"/>
                </a:lnTo>
                <a:lnTo>
                  <a:pt x="112776" y="56388"/>
                </a:lnTo>
                <a:lnTo>
                  <a:pt x="160108" y="56388"/>
                </a:lnTo>
                <a:lnTo>
                  <a:pt x="147574" y="91554"/>
                </a:lnTo>
                <a:lnTo>
                  <a:pt x="130733" y="125831"/>
                </a:lnTo>
                <a:lnTo>
                  <a:pt x="109880" y="158965"/>
                </a:lnTo>
                <a:lnTo>
                  <a:pt x="85344" y="190690"/>
                </a:lnTo>
                <a:lnTo>
                  <a:pt x="89916" y="193738"/>
                </a:lnTo>
                <a:lnTo>
                  <a:pt x="94488" y="198310"/>
                </a:lnTo>
                <a:lnTo>
                  <a:pt x="99060" y="201358"/>
                </a:lnTo>
                <a:lnTo>
                  <a:pt x="71628" y="205930"/>
                </a:lnTo>
                <a:lnTo>
                  <a:pt x="71628" y="149453"/>
                </a:lnTo>
                <a:lnTo>
                  <a:pt x="102108" y="149453"/>
                </a:lnTo>
                <a:lnTo>
                  <a:pt x="102108" y="112877"/>
                </a:lnTo>
                <a:lnTo>
                  <a:pt x="71628" y="112877"/>
                </a:lnTo>
                <a:lnTo>
                  <a:pt x="71628" y="57912"/>
                </a:lnTo>
                <a:lnTo>
                  <a:pt x="102108" y="57912"/>
                </a:lnTo>
                <a:lnTo>
                  <a:pt x="102108" y="19812"/>
                </a:lnTo>
                <a:lnTo>
                  <a:pt x="4572" y="19812"/>
                </a:lnTo>
                <a:lnTo>
                  <a:pt x="4572" y="57912"/>
                </a:lnTo>
                <a:lnTo>
                  <a:pt x="35052" y="57912"/>
                </a:lnTo>
                <a:lnTo>
                  <a:pt x="35052" y="112877"/>
                </a:lnTo>
                <a:lnTo>
                  <a:pt x="6096" y="112877"/>
                </a:lnTo>
                <a:lnTo>
                  <a:pt x="6096" y="149453"/>
                </a:lnTo>
                <a:lnTo>
                  <a:pt x="35052" y="149453"/>
                </a:lnTo>
                <a:lnTo>
                  <a:pt x="35052" y="212026"/>
                </a:lnTo>
                <a:lnTo>
                  <a:pt x="0" y="215074"/>
                </a:lnTo>
                <a:lnTo>
                  <a:pt x="4572" y="253174"/>
                </a:lnTo>
                <a:lnTo>
                  <a:pt x="100584" y="237934"/>
                </a:lnTo>
                <a:lnTo>
                  <a:pt x="100825" y="227990"/>
                </a:lnTo>
                <a:lnTo>
                  <a:pt x="101866" y="210934"/>
                </a:lnTo>
                <a:lnTo>
                  <a:pt x="102108" y="204406"/>
                </a:lnTo>
                <a:lnTo>
                  <a:pt x="106680" y="208978"/>
                </a:lnTo>
                <a:lnTo>
                  <a:pt x="111252" y="212026"/>
                </a:lnTo>
                <a:lnTo>
                  <a:pt x="141249" y="183642"/>
                </a:lnTo>
                <a:lnTo>
                  <a:pt x="161632" y="149453"/>
                </a:lnTo>
                <a:lnTo>
                  <a:pt x="161632" y="276136"/>
                </a:lnTo>
                <a:lnTo>
                  <a:pt x="199732" y="276136"/>
                </a:lnTo>
                <a:lnTo>
                  <a:pt x="199732" y="131165"/>
                </a:lnTo>
                <a:lnTo>
                  <a:pt x="243928" y="218122"/>
                </a:lnTo>
                <a:lnTo>
                  <a:pt x="277558" y="199834"/>
                </a:lnTo>
                <a:close/>
              </a:path>
              <a:path w="1421764" h="279400">
                <a:moveTo>
                  <a:pt x="375094" y="186118"/>
                </a:moveTo>
                <a:lnTo>
                  <a:pt x="350710" y="193738"/>
                </a:lnTo>
                <a:lnTo>
                  <a:pt x="350710" y="105257"/>
                </a:lnTo>
                <a:lnTo>
                  <a:pt x="370522" y="105257"/>
                </a:lnTo>
                <a:lnTo>
                  <a:pt x="370522" y="67157"/>
                </a:lnTo>
                <a:lnTo>
                  <a:pt x="350710" y="67157"/>
                </a:lnTo>
                <a:lnTo>
                  <a:pt x="350710" y="1524"/>
                </a:lnTo>
                <a:lnTo>
                  <a:pt x="314134" y="1524"/>
                </a:lnTo>
                <a:lnTo>
                  <a:pt x="314134" y="67157"/>
                </a:lnTo>
                <a:lnTo>
                  <a:pt x="289750" y="67157"/>
                </a:lnTo>
                <a:lnTo>
                  <a:pt x="289750" y="105257"/>
                </a:lnTo>
                <a:lnTo>
                  <a:pt x="314134" y="105257"/>
                </a:lnTo>
                <a:lnTo>
                  <a:pt x="314134" y="204406"/>
                </a:lnTo>
                <a:lnTo>
                  <a:pt x="286702" y="212026"/>
                </a:lnTo>
                <a:lnTo>
                  <a:pt x="294322" y="253174"/>
                </a:lnTo>
                <a:lnTo>
                  <a:pt x="314871" y="245465"/>
                </a:lnTo>
                <a:lnTo>
                  <a:pt x="335280" y="238315"/>
                </a:lnTo>
                <a:lnTo>
                  <a:pt x="355396" y="231749"/>
                </a:lnTo>
                <a:lnTo>
                  <a:pt x="375094" y="225742"/>
                </a:lnTo>
                <a:lnTo>
                  <a:pt x="375094" y="193738"/>
                </a:lnTo>
                <a:lnTo>
                  <a:pt x="375094" y="186118"/>
                </a:lnTo>
                <a:close/>
              </a:path>
              <a:path w="1421764" h="279400">
                <a:moveTo>
                  <a:pt x="561213" y="70205"/>
                </a:moveTo>
                <a:lnTo>
                  <a:pt x="519963" y="70205"/>
                </a:lnTo>
                <a:lnTo>
                  <a:pt x="523011" y="65633"/>
                </a:lnTo>
                <a:lnTo>
                  <a:pt x="527583" y="60960"/>
                </a:lnTo>
                <a:lnTo>
                  <a:pt x="530631" y="54864"/>
                </a:lnTo>
                <a:lnTo>
                  <a:pt x="504723" y="48768"/>
                </a:lnTo>
                <a:lnTo>
                  <a:pt x="551980" y="48768"/>
                </a:lnTo>
                <a:lnTo>
                  <a:pt x="551980" y="21336"/>
                </a:lnTo>
                <a:lnTo>
                  <a:pt x="487959" y="21336"/>
                </a:lnTo>
                <a:lnTo>
                  <a:pt x="487959" y="48768"/>
                </a:lnTo>
                <a:lnTo>
                  <a:pt x="484911" y="56388"/>
                </a:lnTo>
                <a:lnTo>
                  <a:pt x="480339" y="62484"/>
                </a:lnTo>
                <a:lnTo>
                  <a:pt x="475767" y="70205"/>
                </a:lnTo>
                <a:lnTo>
                  <a:pt x="454431" y="70205"/>
                </a:lnTo>
                <a:lnTo>
                  <a:pt x="450126" y="64465"/>
                </a:lnTo>
                <a:lnTo>
                  <a:pt x="446239" y="58877"/>
                </a:lnTo>
                <a:lnTo>
                  <a:pt x="442645" y="53606"/>
                </a:lnTo>
                <a:lnTo>
                  <a:pt x="439191" y="48768"/>
                </a:lnTo>
                <a:lnTo>
                  <a:pt x="487959" y="48768"/>
                </a:lnTo>
                <a:lnTo>
                  <a:pt x="487959" y="21336"/>
                </a:lnTo>
                <a:lnTo>
                  <a:pt x="486435" y="21336"/>
                </a:lnTo>
                <a:lnTo>
                  <a:pt x="484911" y="13716"/>
                </a:lnTo>
                <a:lnTo>
                  <a:pt x="481863" y="6096"/>
                </a:lnTo>
                <a:lnTo>
                  <a:pt x="480339" y="0"/>
                </a:lnTo>
                <a:lnTo>
                  <a:pt x="434619" y="6096"/>
                </a:lnTo>
                <a:lnTo>
                  <a:pt x="437667" y="12192"/>
                </a:lnTo>
                <a:lnTo>
                  <a:pt x="440715" y="16764"/>
                </a:lnTo>
                <a:lnTo>
                  <a:pt x="442239" y="21336"/>
                </a:lnTo>
                <a:lnTo>
                  <a:pt x="382714" y="21336"/>
                </a:lnTo>
                <a:lnTo>
                  <a:pt x="382714" y="48768"/>
                </a:lnTo>
                <a:lnTo>
                  <a:pt x="426999" y="48768"/>
                </a:lnTo>
                <a:lnTo>
                  <a:pt x="399478" y="54864"/>
                </a:lnTo>
                <a:lnTo>
                  <a:pt x="410235" y="70205"/>
                </a:lnTo>
                <a:lnTo>
                  <a:pt x="376618" y="70205"/>
                </a:lnTo>
                <a:lnTo>
                  <a:pt x="376618" y="97637"/>
                </a:lnTo>
                <a:lnTo>
                  <a:pt x="561213" y="97637"/>
                </a:lnTo>
                <a:lnTo>
                  <a:pt x="561213" y="70205"/>
                </a:lnTo>
                <a:close/>
              </a:path>
              <a:path w="1421764" h="279400">
                <a:moveTo>
                  <a:pt x="564261" y="224218"/>
                </a:moveTo>
                <a:lnTo>
                  <a:pt x="556234" y="221894"/>
                </a:lnTo>
                <a:lnTo>
                  <a:pt x="548360" y="219265"/>
                </a:lnTo>
                <a:lnTo>
                  <a:pt x="540804" y="216077"/>
                </a:lnTo>
                <a:lnTo>
                  <a:pt x="533679" y="212026"/>
                </a:lnTo>
                <a:lnTo>
                  <a:pt x="532523" y="222084"/>
                </a:lnTo>
                <a:lnTo>
                  <a:pt x="531202" y="229552"/>
                </a:lnTo>
                <a:lnTo>
                  <a:pt x="529615" y="234746"/>
                </a:lnTo>
                <a:lnTo>
                  <a:pt x="527583" y="237934"/>
                </a:lnTo>
                <a:lnTo>
                  <a:pt x="526059" y="240982"/>
                </a:lnTo>
                <a:lnTo>
                  <a:pt x="523011" y="242506"/>
                </a:lnTo>
                <a:lnTo>
                  <a:pt x="510819" y="242506"/>
                </a:lnTo>
                <a:lnTo>
                  <a:pt x="507771" y="239458"/>
                </a:lnTo>
                <a:lnTo>
                  <a:pt x="507771" y="212026"/>
                </a:lnTo>
                <a:lnTo>
                  <a:pt x="533679" y="212026"/>
                </a:lnTo>
                <a:lnTo>
                  <a:pt x="545871" y="212026"/>
                </a:lnTo>
                <a:lnTo>
                  <a:pt x="545871" y="109829"/>
                </a:lnTo>
                <a:lnTo>
                  <a:pt x="509295" y="109829"/>
                </a:lnTo>
                <a:lnTo>
                  <a:pt x="509295" y="137261"/>
                </a:lnTo>
                <a:lnTo>
                  <a:pt x="509295" y="149453"/>
                </a:lnTo>
                <a:lnTo>
                  <a:pt x="509295" y="172402"/>
                </a:lnTo>
                <a:lnTo>
                  <a:pt x="509295" y="186118"/>
                </a:lnTo>
                <a:lnTo>
                  <a:pt x="417855" y="186118"/>
                </a:lnTo>
                <a:lnTo>
                  <a:pt x="417855" y="172402"/>
                </a:lnTo>
                <a:lnTo>
                  <a:pt x="509295" y="172402"/>
                </a:lnTo>
                <a:lnTo>
                  <a:pt x="509295" y="149453"/>
                </a:lnTo>
                <a:lnTo>
                  <a:pt x="417855" y="149453"/>
                </a:lnTo>
                <a:lnTo>
                  <a:pt x="417855" y="137261"/>
                </a:lnTo>
                <a:lnTo>
                  <a:pt x="509295" y="137261"/>
                </a:lnTo>
                <a:lnTo>
                  <a:pt x="509295" y="109829"/>
                </a:lnTo>
                <a:lnTo>
                  <a:pt x="382714" y="109829"/>
                </a:lnTo>
                <a:lnTo>
                  <a:pt x="382714" y="212026"/>
                </a:lnTo>
                <a:lnTo>
                  <a:pt x="416331" y="212026"/>
                </a:lnTo>
                <a:lnTo>
                  <a:pt x="409460" y="222872"/>
                </a:lnTo>
                <a:lnTo>
                  <a:pt x="398005" y="232410"/>
                </a:lnTo>
                <a:lnTo>
                  <a:pt x="381965" y="240538"/>
                </a:lnTo>
                <a:lnTo>
                  <a:pt x="361378" y="247078"/>
                </a:lnTo>
                <a:lnTo>
                  <a:pt x="368833" y="256857"/>
                </a:lnTo>
                <a:lnTo>
                  <a:pt x="380885" y="272897"/>
                </a:lnTo>
                <a:lnTo>
                  <a:pt x="385762" y="279184"/>
                </a:lnTo>
                <a:lnTo>
                  <a:pt x="412394" y="268046"/>
                </a:lnTo>
                <a:lnTo>
                  <a:pt x="432714" y="253034"/>
                </a:lnTo>
                <a:lnTo>
                  <a:pt x="446722" y="234315"/>
                </a:lnTo>
                <a:lnTo>
                  <a:pt x="454431" y="212026"/>
                </a:lnTo>
                <a:lnTo>
                  <a:pt x="471195" y="212026"/>
                </a:lnTo>
                <a:lnTo>
                  <a:pt x="471195" y="242506"/>
                </a:lnTo>
                <a:lnTo>
                  <a:pt x="473468" y="256565"/>
                </a:lnTo>
                <a:lnTo>
                  <a:pt x="480148" y="266598"/>
                </a:lnTo>
                <a:lnTo>
                  <a:pt x="491134" y="272605"/>
                </a:lnTo>
                <a:lnTo>
                  <a:pt x="506247" y="274612"/>
                </a:lnTo>
                <a:lnTo>
                  <a:pt x="518439" y="274612"/>
                </a:lnTo>
                <a:lnTo>
                  <a:pt x="526376" y="274091"/>
                </a:lnTo>
                <a:lnTo>
                  <a:pt x="534403" y="272605"/>
                </a:lnTo>
                <a:lnTo>
                  <a:pt x="534200" y="272605"/>
                </a:lnTo>
                <a:lnTo>
                  <a:pt x="540524" y="270751"/>
                </a:lnTo>
                <a:lnTo>
                  <a:pt x="545871" y="268516"/>
                </a:lnTo>
                <a:lnTo>
                  <a:pt x="553504" y="263944"/>
                </a:lnTo>
                <a:lnTo>
                  <a:pt x="558165" y="257848"/>
                </a:lnTo>
                <a:lnTo>
                  <a:pt x="560705" y="242506"/>
                </a:lnTo>
                <a:lnTo>
                  <a:pt x="561213" y="239458"/>
                </a:lnTo>
                <a:lnTo>
                  <a:pt x="564261" y="224218"/>
                </a:lnTo>
                <a:close/>
              </a:path>
              <a:path w="1421764" h="279400">
                <a:moveTo>
                  <a:pt x="849439" y="239458"/>
                </a:moveTo>
                <a:lnTo>
                  <a:pt x="825715" y="237134"/>
                </a:lnTo>
                <a:lnTo>
                  <a:pt x="802868" y="234505"/>
                </a:lnTo>
                <a:lnTo>
                  <a:pt x="781189" y="231317"/>
                </a:lnTo>
                <a:lnTo>
                  <a:pt x="760958" y="227266"/>
                </a:lnTo>
                <a:lnTo>
                  <a:pt x="777811" y="219252"/>
                </a:lnTo>
                <a:lnTo>
                  <a:pt x="786117" y="215074"/>
                </a:lnTo>
                <a:lnTo>
                  <a:pt x="794105" y="211074"/>
                </a:lnTo>
                <a:lnTo>
                  <a:pt x="809815" y="202628"/>
                </a:lnTo>
                <a:lnTo>
                  <a:pt x="824966" y="193738"/>
                </a:lnTo>
                <a:lnTo>
                  <a:pt x="824966" y="170878"/>
                </a:lnTo>
                <a:lnTo>
                  <a:pt x="767054" y="170878"/>
                </a:lnTo>
                <a:lnTo>
                  <a:pt x="767054" y="193738"/>
                </a:lnTo>
                <a:lnTo>
                  <a:pt x="754430" y="199440"/>
                </a:lnTo>
                <a:lnTo>
                  <a:pt x="741527" y="204978"/>
                </a:lnTo>
                <a:lnTo>
                  <a:pt x="728345" y="210121"/>
                </a:lnTo>
                <a:lnTo>
                  <a:pt x="713714" y="215074"/>
                </a:lnTo>
                <a:lnTo>
                  <a:pt x="700874" y="210121"/>
                </a:lnTo>
                <a:lnTo>
                  <a:pt x="689051" y="204978"/>
                </a:lnTo>
                <a:lnTo>
                  <a:pt x="687895" y="204406"/>
                </a:lnTo>
                <a:lnTo>
                  <a:pt x="677824" y="199440"/>
                </a:lnTo>
                <a:lnTo>
                  <a:pt x="667893" y="193738"/>
                </a:lnTo>
                <a:lnTo>
                  <a:pt x="767054" y="193738"/>
                </a:lnTo>
                <a:lnTo>
                  <a:pt x="767054" y="170878"/>
                </a:lnTo>
                <a:lnTo>
                  <a:pt x="664845" y="170878"/>
                </a:lnTo>
                <a:lnTo>
                  <a:pt x="670941" y="161734"/>
                </a:lnTo>
                <a:lnTo>
                  <a:pt x="673989" y="157073"/>
                </a:lnTo>
                <a:lnTo>
                  <a:pt x="824966" y="157073"/>
                </a:lnTo>
                <a:lnTo>
                  <a:pt x="824966" y="134213"/>
                </a:lnTo>
                <a:lnTo>
                  <a:pt x="824966" y="118973"/>
                </a:lnTo>
                <a:lnTo>
                  <a:pt x="824966" y="99161"/>
                </a:lnTo>
                <a:lnTo>
                  <a:pt x="824966" y="83921"/>
                </a:lnTo>
                <a:lnTo>
                  <a:pt x="824966" y="59436"/>
                </a:lnTo>
                <a:lnTo>
                  <a:pt x="786866" y="59436"/>
                </a:lnTo>
                <a:lnTo>
                  <a:pt x="786866" y="83921"/>
                </a:lnTo>
                <a:lnTo>
                  <a:pt x="786866" y="99161"/>
                </a:lnTo>
                <a:lnTo>
                  <a:pt x="786866" y="118973"/>
                </a:lnTo>
                <a:lnTo>
                  <a:pt x="786866" y="134213"/>
                </a:lnTo>
                <a:lnTo>
                  <a:pt x="643509" y="134213"/>
                </a:lnTo>
                <a:lnTo>
                  <a:pt x="643509" y="118973"/>
                </a:lnTo>
                <a:lnTo>
                  <a:pt x="786866" y="118973"/>
                </a:lnTo>
                <a:lnTo>
                  <a:pt x="786866" y="99161"/>
                </a:lnTo>
                <a:lnTo>
                  <a:pt x="643509" y="99161"/>
                </a:lnTo>
                <a:lnTo>
                  <a:pt x="643509" y="86969"/>
                </a:lnTo>
                <a:lnTo>
                  <a:pt x="643509" y="83921"/>
                </a:lnTo>
                <a:lnTo>
                  <a:pt x="786866" y="83921"/>
                </a:lnTo>
                <a:lnTo>
                  <a:pt x="786866" y="59436"/>
                </a:lnTo>
                <a:lnTo>
                  <a:pt x="626745" y="59436"/>
                </a:lnTo>
                <a:lnTo>
                  <a:pt x="629793" y="54864"/>
                </a:lnTo>
                <a:lnTo>
                  <a:pt x="634365" y="50292"/>
                </a:lnTo>
                <a:lnTo>
                  <a:pt x="637413" y="45720"/>
                </a:lnTo>
                <a:lnTo>
                  <a:pt x="844867" y="45720"/>
                </a:lnTo>
                <a:lnTo>
                  <a:pt x="844867" y="16764"/>
                </a:lnTo>
                <a:lnTo>
                  <a:pt x="652653" y="16764"/>
                </a:lnTo>
                <a:lnTo>
                  <a:pt x="655701" y="12192"/>
                </a:lnTo>
                <a:lnTo>
                  <a:pt x="657225" y="6096"/>
                </a:lnTo>
                <a:lnTo>
                  <a:pt x="660273" y="0"/>
                </a:lnTo>
                <a:lnTo>
                  <a:pt x="620649" y="0"/>
                </a:lnTo>
                <a:lnTo>
                  <a:pt x="611746" y="18884"/>
                </a:lnTo>
                <a:lnTo>
                  <a:pt x="600837" y="36779"/>
                </a:lnTo>
                <a:lnTo>
                  <a:pt x="587641" y="53835"/>
                </a:lnTo>
                <a:lnTo>
                  <a:pt x="571881" y="70205"/>
                </a:lnTo>
                <a:lnTo>
                  <a:pt x="575043" y="81330"/>
                </a:lnTo>
                <a:lnTo>
                  <a:pt x="577786" y="91732"/>
                </a:lnTo>
                <a:lnTo>
                  <a:pt x="580237" y="101282"/>
                </a:lnTo>
                <a:lnTo>
                  <a:pt x="582549" y="109829"/>
                </a:lnTo>
                <a:lnTo>
                  <a:pt x="605409" y="86969"/>
                </a:lnTo>
                <a:lnTo>
                  <a:pt x="605409" y="157073"/>
                </a:lnTo>
                <a:lnTo>
                  <a:pt x="632841" y="157073"/>
                </a:lnTo>
                <a:lnTo>
                  <a:pt x="620318" y="171411"/>
                </a:lnTo>
                <a:lnTo>
                  <a:pt x="605790" y="184594"/>
                </a:lnTo>
                <a:lnTo>
                  <a:pt x="589546" y="196596"/>
                </a:lnTo>
                <a:lnTo>
                  <a:pt x="571881" y="207454"/>
                </a:lnTo>
                <a:lnTo>
                  <a:pt x="577596" y="214299"/>
                </a:lnTo>
                <a:lnTo>
                  <a:pt x="583311" y="220980"/>
                </a:lnTo>
                <a:lnTo>
                  <a:pt x="588924" y="227266"/>
                </a:lnTo>
                <a:lnTo>
                  <a:pt x="594741" y="233362"/>
                </a:lnTo>
                <a:lnTo>
                  <a:pt x="605002" y="226491"/>
                </a:lnTo>
                <a:lnTo>
                  <a:pt x="615124" y="219456"/>
                </a:lnTo>
                <a:lnTo>
                  <a:pt x="624954" y="212153"/>
                </a:lnTo>
                <a:lnTo>
                  <a:pt x="634365" y="204406"/>
                </a:lnTo>
                <a:lnTo>
                  <a:pt x="642886" y="210121"/>
                </a:lnTo>
                <a:lnTo>
                  <a:pt x="652272" y="215836"/>
                </a:lnTo>
                <a:lnTo>
                  <a:pt x="662228" y="221551"/>
                </a:lnTo>
                <a:lnTo>
                  <a:pt x="672465" y="227266"/>
                </a:lnTo>
                <a:lnTo>
                  <a:pt x="651103" y="232727"/>
                </a:lnTo>
                <a:lnTo>
                  <a:pt x="628459" y="237744"/>
                </a:lnTo>
                <a:lnTo>
                  <a:pt x="581025" y="247078"/>
                </a:lnTo>
                <a:lnTo>
                  <a:pt x="586689" y="255117"/>
                </a:lnTo>
                <a:lnTo>
                  <a:pt x="592074" y="262978"/>
                </a:lnTo>
                <a:lnTo>
                  <a:pt x="596874" y="270510"/>
                </a:lnTo>
                <a:lnTo>
                  <a:pt x="600837" y="277660"/>
                </a:lnTo>
                <a:lnTo>
                  <a:pt x="631126" y="270510"/>
                </a:lnTo>
                <a:lnTo>
                  <a:pt x="660285" y="262788"/>
                </a:lnTo>
                <a:lnTo>
                  <a:pt x="688314" y="254469"/>
                </a:lnTo>
                <a:lnTo>
                  <a:pt x="715238" y="245554"/>
                </a:lnTo>
                <a:lnTo>
                  <a:pt x="740359" y="254215"/>
                </a:lnTo>
                <a:lnTo>
                  <a:pt x="767626" y="261835"/>
                </a:lnTo>
                <a:lnTo>
                  <a:pt x="796886" y="268592"/>
                </a:lnTo>
                <a:lnTo>
                  <a:pt x="828014" y="274612"/>
                </a:lnTo>
                <a:lnTo>
                  <a:pt x="832624" y="266331"/>
                </a:lnTo>
                <a:lnTo>
                  <a:pt x="837539" y="257606"/>
                </a:lnTo>
                <a:lnTo>
                  <a:pt x="843051" y="248602"/>
                </a:lnTo>
                <a:lnTo>
                  <a:pt x="845172" y="245554"/>
                </a:lnTo>
                <a:lnTo>
                  <a:pt x="849439" y="239458"/>
                </a:lnTo>
                <a:close/>
              </a:path>
              <a:path w="1421764" h="279400">
                <a:moveTo>
                  <a:pt x="954595" y="213550"/>
                </a:moveTo>
                <a:lnTo>
                  <a:pt x="928687" y="186118"/>
                </a:lnTo>
                <a:lnTo>
                  <a:pt x="912139" y="199555"/>
                </a:lnTo>
                <a:lnTo>
                  <a:pt x="894588" y="212407"/>
                </a:lnTo>
                <a:lnTo>
                  <a:pt x="876185" y="224701"/>
                </a:lnTo>
                <a:lnTo>
                  <a:pt x="857059" y="236410"/>
                </a:lnTo>
                <a:lnTo>
                  <a:pt x="861898" y="243535"/>
                </a:lnTo>
                <a:lnTo>
                  <a:pt x="867156" y="251091"/>
                </a:lnTo>
                <a:lnTo>
                  <a:pt x="878395" y="266992"/>
                </a:lnTo>
                <a:lnTo>
                  <a:pt x="897801" y="254317"/>
                </a:lnTo>
                <a:lnTo>
                  <a:pt x="917067" y="241376"/>
                </a:lnTo>
                <a:lnTo>
                  <a:pt x="936040" y="227888"/>
                </a:lnTo>
                <a:lnTo>
                  <a:pt x="954595" y="213550"/>
                </a:lnTo>
                <a:close/>
              </a:path>
              <a:path w="1421764" h="279400">
                <a:moveTo>
                  <a:pt x="1130046" y="146405"/>
                </a:moveTo>
                <a:lnTo>
                  <a:pt x="1020229" y="146405"/>
                </a:lnTo>
                <a:lnTo>
                  <a:pt x="1020229" y="120497"/>
                </a:lnTo>
                <a:lnTo>
                  <a:pt x="978979" y="120497"/>
                </a:lnTo>
                <a:lnTo>
                  <a:pt x="978979" y="146405"/>
                </a:lnTo>
                <a:lnTo>
                  <a:pt x="861631" y="146405"/>
                </a:lnTo>
                <a:lnTo>
                  <a:pt x="861631" y="180022"/>
                </a:lnTo>
                <a:lnTo>
                  <a:pt x="978979" y="180022"/>
                </a:lnTo>
                <a:lnTo>
                  <a:pt x="978979" y="231838"/>
                </a:lnTo>
                <a:lnTo>
                  <a:pt x="974407" y="236410"/>
                </a:lnTo>
                <a:lnTo>
                  <a:pt x="934783" y="236410"/>
                </a:lnTo>
                <a:lnTo>
                  <a:pt x="937069" y="244957"/>
                </a:lnTo>
                <a:lnTo>
                  <a:pt x="939342" y="254317"/>
                </a:lnTo>
                <a:lnTo>
                  <a:pt x="941641" y="264363"/>
                </a:lnTo>
                <a:lnTo>
                  <a:pt x="943927" y="274586"/>
                </a:lnTo>
                <a:lnTo>
                  <a:pt x="956551" y="274586"/>
                </a:lnTo>
                <a:lnTo>
                  <a:pt x="999604" y="268782"/>
                </a:lnTo>
                <a:lnTo>
                  <a:pt x="1020229" y="231838"/>
                </a:lnTo>
                <a:lnTo>
                  <a:pt x="1020229" y="180022"/>
                </a:lnTo>
                <a:lnTo>
                  <a:pt x="1130046" y="180022"/>
                </a:lnTo>
                <a:lnTo>
                  <a:pt x="1130046" y="146405"/>
                </a:lnTo>
                <a:close/>
              </a:path>
              <a:path w="1421764" h="279400">
                <a:moveTo>
                  <a:pt x="1133094" y="237934"/>
                </a:moveTo>
                <a:lnTo>
                  <a:pt x="1114463" y="224485"/>
                </a:lnTo>
                <a:lnTo>
                  <a:pt x="1095286" y="211455"/>
                </a:lnTo>
                <a:lnTo>
                  <a:pt x="1075563" y="198716"/>
                </a:lnTo>
                <a:lnTo>
                  <a:pt x="1055281" y="186118"/>
                </a:lnTo>
                <a:lnTo>
                  <a:pt x="1032421" y="212026"/>
                </a:lnTo>
                <a:lnTo>
                  <a:pt x="1053566" y="225755"/>
                </a:lnTo>
                <a:lnTo>
                  <a:pt x="1073569" y="239471"/>
                </a:lnTo>
                <a:lnTo>
                  <a:pt x="1092428" y="253225"/>
                </a:lnTo>
                <a:lnTo>
                  <a:pt x="1110145" y="266992"/>
                </a:lnTo>
                <a:lnTo>
                  <a:pt x="1133094" y="237934"/>
                </a:lnTo>
                <a:close/>
              </a:path>
              <a:path w="1421764" h="279400">
                <a:moveTo>
                  <a:pt x="1137666" y="60960"/>
                </a:moveTo>
                <a:lnTo>
                  <a:pt x="1127582" y="58661"/>
                </a:lnTo>
                <a:lnTo>
                  <a:pt x="1117955" y="56197"/>
                </a:lnTo>
                <a:lnTo>
                  <a:pt x="1108646" y="53467"/>
                </a:lnTo>
                <a:lnTo>
                  <a:pt x="1099477" y="50292"/>
                </a:lnTo>
                <a:lnTo>
                  <a:pt x="1098562" y="59194"/>
                </a:lnTo>
                <a:lnTo>
                  <a:pt x="1097330" y="75882"/>
                </a:lnTo>
                <a:lnTo>
                  <a:pt x="1096429" y="83921"/>
                </a:lnTo>
                <a:lnTo>
                  <a:pt x="1094905" y="91541"/>
                </a:lnTo>
                <a:lnTo>
                  <a:pt x="1094778" y="91719"/>
                </a:lnTo>
                <a:lnTo>
                  <a:pt x="1091857" y="96113"/>
                </a:lnTo>
                <a:lnTo>
                  <a:pt x="1072045" y="96113"/>
                </a:lnTo>
                <a:lnTo>
                  <a:pt x="1069111" y="91719"/>
                </a:lnTo>
                <a:lnTo>
                  <a:pt x="1068997" y="25908"/>
                </a:lnTo>
                <a:lnTo>
                  <a:pt x="982027" y="25908"/>
                </a:lnTo>
                <a:lnTo>
                  <a:pt x="983551" y="16764"/>
                </a:lnTo>
                <a:lnTo>
                  <a:pt x="983551" y="1524"/>
                </a:lnTo>
                <a:lnTo>
                  <a:pt x="943927" y="1524"/>
                </a:lnTo>
                <a:lnTo>
                  <a:pt x="943927" y="18288"/>
                </a:lnTo>
                <a:lnTo>
                  <a:pt x="942403" y="25908"/>
                </a:lnTo>
                <a:lnTo>
                  <a:pt x="873823" y="25908"/>
                </a:lnTo>
                <a:lnTo>
                  <a:pt x="873823" y="60960"/>
                </a:lnTo>
                <a:lnTo>
                  <a:pt x="937831" y="60960"/>
                </a:lnTo>
                <a:lnTo>
                  <a:pt x="928662" y="77851"/>
                </a:lnTo>
                <a:lnTo>
                  <a:pt x="912495" y="91719"/>
                </a:lnTo>
                <a:lnTo>
                  <a:pt x="889177" y="102425"/>
                </a:lnTo>
                <a:lnTo>
                  <a:pt x="858583" y="109829"/>
                </a:lnTo>
                <a:lnTo>
                  <a:pt x="865162" y="118922"/>
                </a:lnTo>
                <a:lnTo>
                  <a:pt x="871093" y="127635"/>
                </a:lnTo>
                <a:lnTo>
                  <a:pt x="881443" y="143357"/>
                </a:lnTo>
                <a:lnTo>
                  <a:pt x="920877" y="130492"/>
                </a:lnTo>
                <a:lnTo>
                  <a:pt x="950023" y="112483"/>
                </a:lnTo>
                <a:lnTo>
                  <a:pt x="968883" y="89306"/>
                </a:lnTo>
                <a:lnTo>
                  <a:pt x="977455" y="60960"/>
                </a:lnTo>
                <a:lnTo>
                  <a:pt x="1027849" y="60960"/>
                </a:lnTo>
                <a:lnTo>
                  <a:pt x="1027849" y="97637"/>
                </a:lnTo>
                <a:lnTo>
                  <a:pt x="1029843" y="111633"/>
                </a:lnTo>
                <a:lnTo>
                  <a:pt x="1035850" y="121640"/>
                </a:lnTo>
                <a:lnTo>
                  <a:pt x="1045845" y="127635"/>
                </a:lnTo>
                <a:lnTo>
                  <a:pt x="1059853" y="129641"/>
                </a:lnTo>
                <a:lnTo>
                  <a:pt x="1094905" y="129641"/>
                </a:lnTo>
                <a:lnTo>
                  <a:pt x="1130046" y="105257"/>
                </a:lnTo>
                <a:lnTo>
                  <a:pt x="1132179" y="96113"/>
                </a:lnTo>
                <a:lnTo>
                  <a:pt x="1133856" y="86575"/>
                </a:lnTo>
                <a:lnTo>
                  <a:pt x="1137666" y="60960"/>
                </a:lnTo>
                <a:close/>
              </a:path>
              <a:path w="1421764" h="279400">
                <a:moveTo>
                  <a:pt x="1175766" y="57912"/>
                </a:moveTo>
                <a:lnTo>
                  <a:pt x="1151382" y="54864"/>
                </a:lnTo>
                <a:lnTo>
                  <a:pt x="1151293" y="57912"/>
                </a:lnTo>
                <a:lnTo>
                  <a:pt x="1150861" y="73761"/>
                </a:lnTo>
                <a:lnTo>
                  <a:pt x="1149477" y="93624"/>
                </a:lnTo>
                <a:lnTo>
                  <a:pt x="1147521" y="114325"/>
                </a:lnTo>
                <a:lnTo>
                  <a:pt x="1145286" y="135737"/>
                </a:lnTo>
                <a:lnTo>
                  <a:pt x="1151382" y="135737"/>
                </a:lnTo>
                <a:lnTo>
                  <a:pt x="1159002" y="138785"/>
                </a:lnTo>
                <a:lnTo>
                  <a:pt x="1168146" y="141833"/>
                </a:lnTo>
                <a:lnTo>
                  <a:pt x="1170190" y="122732"/>
                </a:lnTo>
                <a:lnTo>
                  <a:pt x="1171956" y="102196"/>
                </a:lnTo>
                <a:lnTo>
                  <a:pt x="1173721" y="80505"/>
                </a:lnTo>
                <a:lnTo>
                  <a:pt x="1175766" y="57912"/>
                </a:lnTo>
                <a:close/>
              </a:path>
              <a:path w="1421764" h="279400">
                <a:moveTo>
                  <a:pt x="1251966" y="54864"/>
                </a:moveTo>
                <a:lnTo>
                  <a:pt x="1243101" y="50558"/>
                </a:lnTo>
                <a:lnTo>
                  <a:pt x="1227099" y="43078"/>
                </a:lnTo>
                <a:lnTo>
                  <a:pt x="1219962" y="39624"/>
                </a:lnTo>
                <a:lnTo>
                  <a:pt x="1219962" y="1524"/>
                </a:lnTo>
                <a:lnTo>
                  <a:pt x="1181862" y="1524"/>
                </a:lnTo>
                <a:lnTo>
                  <a:pt x="1181862" y="276136"/>
                </a:lnTo>
                <a:lnTo>
                  <a:pt x="1219962" y="276136"/>
                </a:lnTo>
                <a:lnTo>
                  <a:pt x="1219962" y="73253"/>
                </a:lnTo>
                <a:lnTo>
                  <a:pt x="1236726" y="83921"/>
                </a:lnTo>
                <a:lnTo>
                  <a:pt x="1242326" y="73253"/>
                </a:lnTo>
                <a:lnTo>
                  <a:pt x="1251966" y="54864"/>
                </a:lnTo>
                <a:close/>
              </a:path>
              <a:path w="1421764" h="279400">
                <a:moveTo>
                  <a:pt x="1421320" y="228790"/>
                </a:moveTo>
                <a:lnTo>
                  <a:pt x="1355686" y="228790"/>
                </a:lnTo>
                <a:lnTo>
                  <a:pt x="1355686" y="176974"/>
                </a:lnTo>
                <a:lnTo>
                  <a:pt x="1412074" y="176974"/>
                </a:lnTo>
                <a:lnTo>
                  <a:pt x="1412074" y="140309"/>
                </a:lnTo>
                <a:lnTo>
                  <a:pt x="1355686" y="140309"/>
                </a:lnTo>
                <a:lnTo>
                  <a:pt x="1355686" y="91541"/>
                </a:lnTo>
                <a:lnTo>
                  <a:pt x="1413598" y="91541"/>
                </a:lnTo>
                <a:lnTo>
                  <a:pt x="1413598" y="54864"/>
                </a:lnTo>
                <a:lnTo>
                  <a:pt x="1355686" y="54864"/>
                </a:lnTo>
                <a:lnTo>
                  <a:pt x="1355686" y="1524"/>
                </a:lnTo>
                <a:lnTo>
                  <a:pt x="1317586" y="1524"/>
                </a:lnTo>
                <a:lnTo>
                  <a:pt x="1317586" y="54864"/>
                </a:lnTo>
                <a:lnTo>
                  <a:pt x="1291678" y="54864"/>
                </a:lnTo>
                <a:lnTo>
                  <a:pt x="1292821" y="46609"/>
                </a:lnTo>
                <a:lnTo>
                  <a:pt x="1293964" y="37909"/>
                </a:lnTo>
                <a:lnTo>
                  <a:pt x="1296250" y="19812"/>
                </a:lnTo>
                <a:lnTo>
                  <a:pt x="1262634" y="18288"/>
                </a:lnTo>
                <a:lnTo>
                  <a:pt x="1257731" y="45173"/>
                </a:lnTo>
                <a:lnTo>
                  <a:pt x="1251966" y="70916"/>
                </a:lnTo>
                <a:lnTo>
                  <a:pt x="1245057" y="95529"/>
                </a:lnTo>
                <a:lnTo>
                  <a:pt x="1236726" y="118973"/>
                </a:lnTo>
                <a:lnTo>
                  <a:pt x="1244968" y="123545"/>
                </a:lnTo>
                <a:lnTo>
                  <a:pt x="1262011" y="132689"/>
                </a:lnTo>
                <a:lnTo>
                  <a:pt x="1270254" y="137261"/>
                </a:lnTo>
                <a:lnTo>
                  <a:pt x="1273733" y="126682"/>
                </a:lnTo>
                <a:lnTo>
                  <a:pt x="1277200" y="115544"/>
                </a:lnTo>
                <a:lnTo>
                  <a:pt x="1280629" y="103822"/>
                </a:lnTo>
                <a:lnTo>
                  <a:pt x="1284058" y="91541"/>
                </a:lnTo>
                <a:lnTo>
                  <a:pt x="1317586" y="91541"/>
                </a:lnTo>
                <a:lnTo>
                  <a:pt x="1317586" y="140309"/>
                </a:lnTo>
                <a:lnTo>
                  <a:pt x="1255014" y="140309"/>
                </a:lnTo>
                <a:lnTo>
                  <a:pt x="1255014" y="176974"/>
                </a:lnTo>
                <a:lnTo>
                  <a:pt x="1317586" y="176974"/>
                </a:lnTo>
                <a:lnTo>
                  <a:pt x="1317586" y="228790"/>
                </a:lnTo>
                <a:lnTo>
                  <a:pt x="1239774" y="228790"/>
                </a:lnTo>
                <a:lnTo>
                  <a:pt x="1239774" y="265468"/>
                </a:lnTo>
                <a:lnTo>
                  <a:pt x="1421320" y="265468"/>
                </a:lnTo>
                <a:lnTo>
                  <a:pt x="1421320" y="228790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474993" y="935069"/>
            <a:ext cx="294640" cy="108585"/>
            <a:chOff x="9474993" y="935069"/>
            <a:chExt cx="294640" cy="108585"/>
          </a:xfrm>
        </p:grpSpPr>
        <p:sp>
          <p:nvSpPr>
            <p:cNvPr id="6" name="object 6"/>
            <p:cNvSpPr/>
            <p:nvPr/>
          </p:nvSpPr>
          <p:spPr>
            <a:xfrm>
              <a:off x="9474987" y="935735"/>
              <a:ext cx="92710" cy="107950"/>
            </a:xfrm>
            <a:custGeom>
              <a:avLst/>
              <a:gdLst/>
              <a:ahLst/>
              <a:cxnLst/>
              <a:rect l="l" t="t" r="r" b="b"/>
              <a:pathLst>
                <a:path w="92709" h="107950">
                  <a:moveTo>
                    <a:pt x="62484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5240" y="37439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8956" y="14579"/>
                  </a:lnTo>
                  <a:lnTo>
                    <a:pt x="44196" y="14579"/>
                  </a:lnTo>
                  <a:lnTo>
                    <a:pt x="51816" y="17627"/>
                  </a:lnTo>
                  <a:lnTo>
                    <a:pt x="57912" y="22199"/>
                  </a:lnTo>
                  <a:lnTo>
                    <a:pt x="57912" y="6959"/>
                  </a:lnTo>
                  <a:lnTo>
                    <a:pt x="53340" y="5435"/>
                  </a:lnTo>
                  <a:lnTo>
                    <a:pt x="45720" y="3911"/>
                  </a:lnTo>
                  <a:lnTo>
                    <a:pt x="35052" y="3911"/>
                  </a:lnTo>
                  <a:lnTo>
                    <a:pt x="28244" y="4241"/>
                  </a:lnTo>
                  <a:lnTo>
                    <a:pt x="21717" y="5435"/>
                  </a:lnTo>
                  <a:lnTo>
                    <a:pt x="15760" y="7772"/>
                  </a:lnTo>
                  <a:lnTo>
                    <a:pt x="10668" y="11531"/>
                  </a:lnTo>
                  <a:lnTo>
                    <a:pt x="3048" y="16103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5240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672" y="69443"/>
                  </a:lnTo>
                  <a:lnTo>
                    <a:pt x="44196" y="70967"/>
                  </a:lnTo>
                  <a:lnTo>
                    <a:pt x="45720" y="74015"/>
                  </a:lnTo>
                  <a:lnTo>
                    <a:pt x="47244" y="75539"/>
                  </a:lnTo>
                  <a:lnTo>
                    <a:pt x="48768" y="78587"/>
                  </a:lnTo>
                  <a:lnTo>
                    <a:pt x="48768" y="81635"/>
                  </a:lnTo>
                  <a:lnTo>
                    <a:pt x="47358" y="87934"/>
                  </a:lnTo>
                  <a:lnTo>
                    <a:pt x="43243" y="92773"/>
                  </a:lnTo>
                  <a:lnTo>
                    <a:pt x="36550" y="95872"/>
                  </a:lnTo>
                  <a:lnTo>
                    <a:pt x="27432" y="96964"/>
                  </a:lnTo>
                  <a:lnTo>
                    <a:pt x="22860" y="96964"/>
                  </a:lnTo>
                  <a:lnTo>
                    <a:pt x="16764" y="95440"/>
                  </a:lnTo>
                  <a:lnTo>
                    <a:pt x="7620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3048" y="104584"/>
                  </a:lnTo>
                  <a:lnTo>
                    <a:pt x="6096" y="104584"/>
                  </a:lnTo>
                  <a:lnTo>
                    <a:pt x="12192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2484" y="89344"/>
                  </a:lnTo>
                  <a:lnTo>
                    <a:pt x="62484" y="74015"/>
                  </a:lnTo>
                  <a:close/>
                </a:path>
                <a:path w="92709" h="107950">
                  <a:moveTo>
                    <a:pt x="92671" y="0"/>
                  </a:moveTo>
                  <a:lnTo>
                    <a:pt x="78955" y="0"/>
                  </a:lnTo>
                  <a:lnTo>
                    <a:pt x="78955" y="106680"/>
                  </a:lnTo>
                  <a:lnTo>
                    <a:pt x="92671" y="106680"/>
                  </a:lnTo>
                  <a:lnTo>
                    <a:pt x="92671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9389" y="935069"/>
              <a:ext cx="179927" cy="1082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22656" y="939641"/>
            <a:ext cx="65627" cy="10372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25150" y="1282826"/>
            <a:ext cx="749300" cy="186690"/>
            <a:chOff x="825150" y="1282826"/>
            <a:chExt cx="749300" cy="186690"/>
          </a:xfrm>
        </p:grpSpPr>
        <p:sp>
          <p:nvSpPr>
            <p:cNvPr id="10" name="object 10"/>
            <p:cNvSpPr/>
            <p:nvPr/>
          </p:nvSpPr>
          <p:spPr>
            <a:xfrm>
              <a:off x="825144" y="1282826"/>
              <a:ext cx="556895" cy="186690"/>
            </a:xfrm>
            <a:custGeom>
              <a:avLst/>
              <a:gdLst/>
              <a:ahLst/>
              <a:cxnLst/>
              <a:rect l="l" t="t" r="r" b="b"/>
              <a:pathLst>
                <a:path w="556894" h="186690">
                  <a:moveTo>
                    <a:pt x="74676" y="160210"/>
                  </a:moveTo>
                  <a:lnTo>
                    <a:pt x="65532" y="149542"/>
                  </a:lnTo>
                  <a:lnTo>
                    <a:pt x="48691" y="156972"/>
                  </a:lnTo>
                  <a:lnTo>
                    <a:pt x="32575" y="163258"/>
                  </a:lnTo>
                  <a:lnTo>
                    <a:pt x="17310" y="168402"/>
                  </a:lnTo>
                  <a:lnTo>
                    <a:pt x="3048" y="172402"/>
                  </a:lnTo>
                  <a:lnTo>
                    <a:pt x="4572" y="178498"/>
                  </a:lnTo>
                  <a:lnTo>
                    <a:pt x="7620" y="181546"/>
                  </a:lnTo>
                  <a:lnTo>
                    <a:pt x="9144" y="186118"/>
                  </a:lnTo>
                  <a:lnTo>
                    <a:pt x="26022" y="180149"/>
                  </a:lnTo>
                  <a:lnTo>
                    <a:pt x="42481" y="173736"/>
                  </a:lnTo>
                  <a:lnTo>
                    <a:pt x="58648" y="167055"/>
                  </a:lnTo>
                  <a:lnTo>
                    <a:pt x="74676" y="160210"/>
                  </a:lnTo>
                  <a:close/>
                </a:path>
                <a:path w="556894" h="186690">
                  <a:moveTo>
                    <a:pt x="178396" y="172402"/>
                  </a:moveTo>
                  <a:lnTo>
                    <a:pt x="160451" y="165836"/>
                  </a:lnTo>
                  <a:lnTo>
                    <a:pt x="143344" y="159829"/>
                  </a:lnTo>
                  <a:lnTo>
                    <a:pt x="112864" y="149542"/>
                  </a:lnTo>
                  <a:lnTo>
                    <a:pt x="106680" y="161734"/>
                  </a:lnTo>
                  <a:lnTo>
                    <a:pt x="155422" y="178879"/>
                  </a:lnTo>
                  <a:lnTo>
                    <a:pt x="172300" y="184594"/>
                  </a:lnTo>
                  <a:lnTo>
                    <a:pt x="178396" y="172402"/>
                  </a:lnTo>
                  <a:close/>
                </a:path>
                <a:path w="556894" h="186690">
                  <a:moveTo>
                    <a:pt x="181444" y="135826"/>
                  </a:moveTo>
                  <a:lnTo>
                    <a:pt x="154012" y="135826"/>
                  </a:lnTo>
                  <a:lnTo>
                    <a:pt x="154012" y="123545"/>
                  </a:lnTo>
                  <a:lnTo>
                    <a:pt x="154012" y="112877"/>
                  </a:lnTo>
                  <a:lnTo>
                    <a:pt x="154012" y="41249"/>
                  </a:lnTo>
                  <a:lnTo>
                    <a:pt x="140296" y="41249"/>
                  </a:lnTo>
                  <a:lnTo>
                    <a:pt x="140296" y="135826"/>
                  </a:lnTo>
                  <a:lnTo>
                    <a:pt x="39624" y="135826"/>
                  </a:lnTo>
                  <a:lnTo>
                    <a:pt x="39624" y="123545"/>
                  </a:lnTo>
                  <a:lnTo>
                    <a:pt x="140296" y="123545"/>
                  </a:lnTo>
                  <a:lnTo>
                    <a:pt x="140296" y="112877"/>
                  </a:lnTo>
                  <a:lnTo>
                    <a:pt x="39624" y="112877"/>
                  </a:lnTo>
                  <a:lnTo>
                    <a:pt x="39624" y="99161"/>
                  </a:lnTo>
                  <a:lnTo>
                    <a:pt x="140296" y="99161"/>
                  </a:lnTo>
                  <a:lnTo>
                    <a:pt x="140296" y="88493"/>
                  </a:lnTo>
                  <a:lnTo>
                    <a:pt x="39624" y="88493"/>
                  </a:lnTo>
                  <a:lnTo>
                    <a:pt x="39624" y="76301"/>
                  </a:lnTo>
                  <a:lnTo>
                    <a:pt x="140296" y="76301"/>
                  </a:lnTo>
                  <a:lnTo>
                    <a:pt x="140296" y="65633"/>
                  </a:lnTo>
                  <a:lnTo>
                    <a:pt x="39624" y="65633"/>
                  </a:lnTo>
                  <a:lnTo>
                    <a:pt x="39624" y="51917"/>
                  </a:lnTo>
                  <a:lnTo>
                    <a:pt x="140296" y="51917"/>
                  </a:lnTo>
                  <a:lnTo>
                    <a:pt x="140296" y="41249"/>
                  </a:lnTo>
                  <a:lnTo>
                    <a:pt x="96012" y="41249"/>
                  </a:lnTo>
                  <a:lnTo>
                    <a:pt x="96012" y="27432"/>
                  </a:lnTo>
                  <a:lnTo>
                    <a:pt x="176872" y="27432"/>
                  </a:lnTo>
                  <a:lnTo>
                    <a:pt x="176872" y="15240"/>
                  </a:lnTo>
                  <a:lnTo>
                    <a:pt x="96012" y="15240"/>
                  </a:lnTo>
                  <a:lnTo>
                    <a:pt x="96012" y="1524"/>
                  </a:lnTo>
                  <a:lnTo>
                    <a:pt x="80772" y="1524"/>
                  </a:lnTo>
                  <a:lnTo>
                    <a:pt x="80772" y="15240"/>
                  </a:lnTo>
                  <a:lnTo>
                    <a:pt x="1524" y="15240"/>
                  </a:lnTo>
                  <a:lnTo>
                    <a:pt x="1524" y="27432"/>
                  </a:lnTo>
                  <a:lnTo>
                    <a:pt x="80772" y="27432"/>
                  </a:lnTo>
                  <a:lnTo>
                    <a:pt x="80772" y="41249"/>
                  </a:lnTo>
                  <a:lnTo>
                    <a:pt x="25908" y="41249"/>
                  </a:lnTo>
                  <a:lnTo>
                    <a:pt x="25908" y="135826"/>
                  </a:lnTo>
                  <a:lnTo>
                    <a:pt x="0" y="135826"/>
                  </a:lnTo>
                  <a:lnTo>
                    <a:pt x="0" y="148018"/>
                  </a:lnTo>
                  <a:lnTo>
                    <a:pt x="181444" y="148018"/>
                  </a:lnTo>
                  <a:lnTo>
                    <a:pt x="181444" y="135826"/>
                  </a:lnTo>
                  <a:close/>
                </a:path>
                <a:path w="556894" h="186690">
                  <a:moveTo>
                    <a:pt x="257657" y="97637"/>
                  </a:moveTo>
                  <a:lnTo>
                    <a:pt x="238417" y="87731"/>
                  </a:lnTo>
                  <a:lnTo>
                    <a:pt x="228295" y="82638"/>
                  </a:lnTo>
                  <a:lnTo>
                    <a:pt x="218033" y="77825"/>
                  </a:lnTo>
                  <a:lnTo>
                    <a:pt x="210413" y="90017"/>
                  </a:lnTo>
                  <a:lnTo>
                    <a:pt x="220675" y="94856"/>
                  </a:lnTo>
                  <a:lnTo>
                    <a:pt x="230797" y="100114"/>
                  </a:lnTo>
                  <a:lnTo>
                    <a:pt x="240626" y="105664"/>
                  </a:lnTo>
                  <a:lnTo>
                    <a:pt x="250037" y="111353"/>
                  </a:lnTo>
                  <a:lnTo>
                    <a:pt x="257657" y="97637"/>
                  </a:lnTo>
                  <a:close/>
                </a:path>
                <a:path w="556894" h="186690">
                  <a:moveTo>
                    <a:pt x="274421" y="70205"/>
                  </a:moveTo>
                  <a:lnTo>
                    <a:pt x="265010" y="65366"/>
                  </a:lnTo>
                  <a:lnTo>
                    <a:pt x="255181" y="60109"/>
                  </a:lnTo>
                  <a:lnTo>
                    <a:pt x="234797" y="48869"/>
                  </a:lnTo>
                  <a:lnTo>
                    <a:pt x="227177" y="61061"/>
                  </a:lnTo>
                  <a:lnTo>
                    <a:pt x="237413" y="66776"/>
                  </a:lnTo>
                  <a:lnTo>
                    <a:pt x="247370" y="72491"/>
                  </a:lnTo>
                  <a:lnTo>
                    <a:pt x="256743" y="78206"/>
                  </a:lnTo>
                  <a:lnTo>
                    <a:pt x="265277" y="83921"/>
                  </a:lnTo>
                  <a:lnTo>
                    <a:pt x="274421" y="70205"/>
                  </a:lnTo>
                  <a:close/>
                </a:path>
                <a:path w="556894" h="186690">
                  <a:moveTo>
                    <a:pt x="365950" y="27432"/>
                  </a:moveTo>
                  <a:lnTo>
                    <a:pt x="286613" y="27432"/>
                  </a:lnTo>
                  <a:lnTo>
                    <a:pt x="295757" y="22860"/>
                  </a:lnTo>
                  <a:lnTo>
                    <a:pt x="292112" y="16294"/>
                  </a:lnTo>
                  <a:lnTo>
                    <a:pt x="288328" y="10287"/>
                  </a:lnTo>
                  <a:lnTo>
                    <a:pt x="284822" y="4864"/>
                  </a:lnTo>
                  <a:lnTo>
                    <a:pt x="282041" y="0"/>
                  </a:lnTo>
                  <a:lnTo>
                    <a:pt x="268325" y="7620"/>
                  </a:lnTo>
                  <a:lnTo>
                    <a:pt x="277469" y="22860"/>
                  </a:lnTo>
                  <a:lnTo>
                    <a:pt x="280517" y="27432"/>
                  </a:lnTo>
                  <a:lnTo>
                    <a:pt x="195173" y="27432"/>
                  </a:lnTo>
                  <a:lnTo>
                    <a:pt x="195173" y="61061"/>
                  </a:lnTo>
                  <a:lnTo>
                    <a:pt x="210413" y="61061"/>
                  </a:lnTo>
                  <a:lnTo>
                    <a:pt x="210413" y="41249"/>
                  </a:lnTo>
                  <a:lnTo>
                    <a:pt x="350710" y="41249"/>
                  </a:lnTo>
                  <a:lnTo>
                    <a:pt x="350710" y="61061"/>
                  </a:lnTo>
                  <a:lnTo>
                    <a:pt x="365950" y="61061"/>
                  </a:lnTo>
                  <a:lnTo>
                    <a:pt x="365950" y="41249"/>
                  </a:lnTo>
                  <a:lnTo>
                    <a:pt x="365950" y="27432"/>
                  </a:lnTo>
                  <a:close/>
                </a:path>
                <a:path w="556894" h="186690">
                  <a:moveTo>
                    <a:pt x="370522" y="117449"/>
                  </a:moveTo>
                  <a:lnTo>
                    <a:pt x="300329" y="117449"/>
                  </a:lnTo>
                  <a:lnTo>
                    <a:pt x="302323" y="105448"/>
                  </a:lnTo>
                  <a:lnTo>
                    <a:pt x="303758" y="90017"/>
                  </a:lnTo>
                  <a:lnTo>
                    <a:pt x="303860" y="87731"/>
                  </a:lnTo>
                  <a:lnTo>
                    <a:pt x="304546" y="72491"/>
                  </a:lnTo>
                  <a:lnTo>
                    <a:pt x="304622" y="70205"/>
                  </a:lnTo>
                  <a:lnTo>
                    <a:pt x="304736" y="61061"/>
                  </a:lnTo>
                  <a:lnTo>
                    <a:pt x="304825" y="54559"/>
                  </a:lnTo>
                  <a:lnTo>
                    <a:pt x="304901" y="48869"/>
                  </a:lnTo>
                  <a:lnTo>
                    <a:pt x="289661" y="48869"/>
                  </a:lnTo>
                  <a:lnTo>
                    <a:pt x="289572" y="54559"/>
                  </a:lnTo>
                  <a:lnTo>
                    <a:pt x="289483" y="61061"/>
                  </a:lnTo>
                  <a:lnTo>
                    <a:pt x="289356" y="70205"/>
                  </a:lnTo>
                  <a:lnTo>
                    <a:pt x="283565" y="117449"/>
                  </a:lnTo>
                  <a:lnTo>
                    <a:pt x="192125" y="117449"/>
                  </a:lnTo>
                  <a:lnTo>
                    <a:pt x="192125" y="131254"/>
                  </a:lnTo>
                  <a:lnTo>
                    <a:pt x="277469" y="131254"/>
                  </a:lnTo>
                  <a:lnTo>
                    <a:pt x="264299" y="144094"/>
                  </a:lnTo>
                  <a:lnTo>
                    <a:pt x="245275" y="155067"/>
                  </a:lnTo>
                  <a:lnTo>
                    <a:pt x="220243" y="164045"/>
                  </a:lnTo>
                  <a:lnTo>
                    <a:pt x="189077" y="170878"/>
                  </a:lnTo>
                  <a:lnTo>
                    <a:pt x="195173" y="180022"/>
                  </a:lnTo>
                  <a:lnTo>
                    <a:pt x="248704" y="169926"/>
                  </a:lnTo>
                  <a:lnTo>
                    <a:pt x="282041" y="148018"/>
                  </a:lnTo>
                  <a:lnTo>
                    <a:pt x="341045" y="176098"/>
                  </a:lnTo>
                  <a:lnTo>
                    <a:pt x="361378" y="186118"/>
                  </a:lnTo>
                  <a:lnTo>
                    <a:pt x="368998" y="170878"/>
                  </a:lnTo>
                  <a:lnTo>
                    <a:pt x="316522" y="148018"/>
                  </a:lnTo>
                  <a:lnTo>
                    <a:pt x="310883" y="145592"/>
                  </a:lnTo>
                  <a:lnTo>
                    <a:pt x="291185" y="137350"/>
                  </a:lnTo>
                  <a:lnTo>
                    <a:pt x="292709" y="134302"/>
                  </a:lnTo>
                  <a:lnTo>
                    <a:pt x="294233" y="132778"/>
                  </a:lnTo>
                  <a:lnTo>
                    <a:pt x="294233" y="131254"/>
                  </a:lnTo>
                  <a:lnTo>
                    <a:pt x="370522" y="131254"/>
                  </a:lnTo>
                  <a:lnTo>
                    <a:pt x="370522" y="117449"/>
                  </a:lnTo>
                  <a:close/>
                </a:path>
                <a:path w="556894" h="186690">
                  <a:moveTo>
                    <a:pt x="442239" y="48869"/>
                  </a:moveTo>
                  <a:lnTo>
                    <a:pt x="419379" y="48869"/>
                  </a:lnTo>
                  <a:lnTo>
                    <a:pt x="419379" y="3048"/>
                  </a:lnTo>
                  <a:lnTo>
                    <a:pt x="405663" y="3048"/>
                  </a:lnTo>
                  <a:lnTo>
                    <a:pt x="405663" y="48869"/>
                  </a:lnTo>
                  <a:lnTo>
                    <a:pt x="381190" y="48869"/>
                  </a:lnTo>
                  <a:lnTo>
                    <a:pt x="381190" y="62585"/>
                  </a:lnTo>
                  <a:lnTo>
                    <a:pt x="405663" y="62585"/>
                  </a:lnTo>
                  <a:lnTo>
                    <a:pt x="405663" y="126682"/>
                  </a:lnTo>
                  <a:lnTo>
                    <a:pt x="398754" y="129882"/>
                  </a:lnTo>
                  <a:lnTo>
                    <a:pt x="385000" y="135686"/>
                  </a:lnTo>
                  <a:lnTo>
                    <a:pt x="378142" y="138874"/>
                  </a:lnTo>
                  <a:lnTo>
                    <a:pt x="384238" y="152590"/>
                  </a:lnTo>
                  <a:lnTo>
                    <a:pt x="414680" y="137604"/>
                  </a:lnTo>
                  <a:lnTo>
                    <a:pt x="428485" y="131127"/>
                  </a:lnTo>
                  <a:lnTo>
                    <a:pt x="442239" y="125069"/>
                  </a:lnTo>
                  <a:lnTo>
                    <a:pt x="440715" y="120497"/>
                  </a:lnTo>
                  <a:lnTo>
                    <a:pt x="440715" y="111353"/>
                  </a:lnTo>
                  <a:lnTo>
                    <a:pt x="433095" y="114401"/>
                  </a:lnTo>
                  <a:lnTo>
                    <a:pt x="426999" y="117449"/>
                  </a:lnTo>
                  <a:lnTo>
                    <a:pt x="419379" y="120497"/>
                  </a:lnTo>
                  <a:lnTo>
                    <a:pt x="419379" y="62585"/>
                  </a:lnTo>
                  <a:lnTo>
                    <a:pt x="442239" y="62585"/>
                  </a:lnTo>
                  <a:lnTo>
                    <a:pt x="442239" y="48869"/>
                  </a:lnTo>
                  <a:close/>
                </a:path>
                <a:path w="556894" h="186690">
                  <a:moveTo>
                    <a:pt x="556641" y="71729"/>
                  </a:moveTo>
                  <a:lnTo>
                    <a:pt x="471195" y="71729"/>
                  </a:lnTo>
                  <a:lnTo>
                    <a:pt x="545973" y="25908"/>
                  </a:lnTo>
                  <a:lnTo>
                    <a:pt x="545973" y="12192"/>
                  </a:lnTo>
                  <a:lnTo>
                    <a:pt x="446811" y="12192"/>
                  </a:lnTo>
                  <a:lnTo>
                    <a:pt x="446811" y="25908"/>
                  </a:lnTo>
                  <a:lnTo>
                    <a:pt x="518439" y="25908"/>
                  </a:lnTo>
                  <a:lnTo>
                    <a:pt x="448335" y="71729"/>
                  </a:lnTo>
                  <a:lnTo>
                    <a:pt x="448335" y="85445"/>
                  </a:lnTo>
                  <a:lnTo>
                    <a:pt x="471195" y="85445"/>
                  </a:lnTo>
                  <a:lnTo>
                    <a:pt x="463804" y="104889"/>
                  </a:lnTo>
                  <a:lnTo>
                    <a:pt x="453097" y="122262"/>
                  </a:lnTo>
                  <a:lnTo>
                    <a:pt x="439267" y="137604"/>
                  </a:lnTo>
                  <a:lnTo>
                    <a:pt x="422427" y="151066"/>
                  </a:lnTo>
                  <a:lnTo>
                    <a:pt x="425475" y="155638"/>
                  </a:lnTo>
                  <a:lnTo>
                    <a:pt x="428523" y="158686"/>
                  </a:lnTo>
                  <a:lnTo>
                    <a:pt x="431571" y="163258"/>
                  </a:lnTo>
                  <a:lnTo>
                    <a:pt x="450418" y="146608"/>
                  </a:lnTo>
                  <a:lnTo>
                    <a:pt x="465670" y="128358"/>
                  </a:lnTo>
                  <a:lnTo>
                    <a:pt x="477227" y="108102"/>
                  </a:lnTo>
                  <a:lnTo>
                    <a:pt x="484911" y="85445"/>
                  </a:lnTo>
                  <a:lnTo>
                    <a:pt x="507771" y="85445"/>
                  </a:lnTo>
                  <a:lnTo>
                    <a:pt x="501802" y="112344"/>
                  </a:lnTo>
                  <a:lnTo>
                    <a:pt x="490816" y="135978"/>
                  </a:lnTo>
                  <a:lnTo>
                    <a:pt x="474992" y="156464"/>
                  </a:lnTo>
                  <a:lnTo>
                    <a:pt x="454431" y="173926"/>
                  </a:lnTo>
                  <a:lnTo>
                    <a:pt x="460527" y="180022"/>
                  </a:lnTo>
                  <a:lnTo>
                    <a:pt x="503389" y="141922"/>
                  </a:lnTo>
                  <a:lnTo>
                    <a:pt x="521487" y="85445"/>
                  </a:lnTo>
                  <a:lnTo>
                    <a:pt x="541299" y="85445"/>
                  </a:lnTo>
                  <a:lnTo>
                    <a:pt x="541045" y="104889"/>
                  </a:lnTo>
                  <a:lnTo>
                    <a:pt x="540346" y="122262"/>
                  </a:lnTo>
                  <a:lnTo>
                    <a:pt x="539381" y="136956"/>
                  </a:lnTo>
                  <a:lnTo>
                    <a:pt x="539318" y="137604"/>
                  </a:lnTo>
                  <a:lnTo>
                    <a:pt x="539203" y="138874"/>
                  </a:lnTo>
                  <a:lnTo>
                    <a:pt x="538251" y="149542"/>
                  </a:lnTo>
                  <a:lnTo>
                    <a:pt x="536727" y="160210"/>
                  </a:lnTo>
                  <a:lnTo>
                    <a:pt x="532155" y="166306"/>
                  </a:lnTo>
                  <a:lnTo>
                    <a:pt x="523011" y="166306"/>
                  </a:lnTo>
                  <a:lnTo>
                    <a:pt x="517042" y="166052"/>
                  </a:lnTo>
                  <a:lnTo>
                    <a:pt x="510628" y="165354"/>
                  </a:lnTo>
                  <a:lnTo>
                    <a:pt x="503948" y="164388"/>
                  </a:lnTo>
                  <a:lnTo>
                    <a:pt x="497103" y="163258"/>
                  </a:lnTo>
                  <a:lnTo>
                    <a:pt x="498627" y="167830"/>
                  </a:lnTo>
                  <a:lnTo>
                    <a:pt x="500151" y="173926"/>
                  </a:lnTo>
                  <a:lnTo>
                    <a:pt x="500151" y="180022"/>
                  </a:lnTo>
                  <a:lnTo>
                    <a:pt x="526059" y="180022"/>
                  </a:lnTo>
                  <a:lnTo>
                    <a:pt x="552183" y="151066"/>
                  </a:lnTo>
                  <a:lnTo>
                    <a:pt x="552284" y="149542"/>
                  </a:lnTo>
                  <a:lnTo>
                    <a:pt x="553262" y="135686"/>
                  </a:lnTo>
                  <a:lnTo>
                    <a:pt x="554189" y="120497"/>
                  </a:lnTo>
                  <a:lnTo>
                    <a:pt x="554697" y="111353"/>
                  </a:lnTo>
                  <a:lnTo>
                    <a:pt x="555498" y="96367"/>
                  </a:lnTo>
                  <a:lnTo>
                    <a:pt x="556641" y="71729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1603" y="1290446"/>
              <a:ext cx="172307" cy="17545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598294" y="1282826"/>
            <a:ext cx="1122680" cy="186690"/>
            <a:chOff x="1598294" y="1282826"/>
            <a:chExt cx="1122680" cy="186690"/>
          </a:xfrm>
        </p:grpSpPr>
        <p:sp>
          <p:nvSpPr>
            <p:cNvPr id="13" name="object 13"/>
            <p:cNvSpPr/>
            <p:nvPr/>
          </p:nvSpPr>
          <p:spPr>
            <a:xfrm>
              <a:off x="1598295" y="1282826"/>
              <a:ext cx="921385" cy="186690"/>
            </a:xfrm>
            <a:custGeom>
              <a:avLst/>
              <a:gdLst/>
              <a:ahLst/>
              <a:cxnLst/>
              <a:rect l="l" t="t" r="r" b="b"/>
              <a:pathLst>
                <a:path w="921385" h="186690">
                  <a:moveTo>
                    <a:pt x="160108" y="41249"/>
                  </a:moveTo>
                  <a:lnTo>
                    <a:pt x="144868" y="41249"/>
                  </a:lnTo>
                  <a:lnTo>
                    <a:pt x="144868" y="55219"/>
                  </a:lnTo>
                  <a:lnTo>
                    <a:pt x="144868" y="102209"/>
                  </a:lnTo>
                  <a:lnTo>
                    <a:pt x="86956" y="102209"/>
                  </a:lnTo>
                  <a:lnTo>
                    <a:pt x="86956" y="55219"/>
                  </a:lnTo>
                  <a:lnTo>
                    <a:pt x="144868" y="55219"/>
                  </a:lnTo>
                  <a:lnTo>
                    <a:pt x="144868" y="41249"/>
                  </a:lnTo>
                  <a:lnTo>
                    <a:pt x="86956" y="41249"/>
                  </a:lnTo>
                  <a:lnTo>
                    <a:pt x="86956" y="0"/>
                  </a:lnTo>
                  <a:lnTo>
                    <a:pt x="71716" y="0"/>
                  </a:lnTo>
                  <a:lnTo>
                    <a:pt x="71716" y="41249"/>
                  </a:lnTo>
                  <a:lnTo>
                    <a:pt x="71716" y="55219"/>
                  </a:lnTo>
                  <a:lnTo>
                    <a:pt x="71716" y="102209"/>
                  </a:lnTo>
                  <a:lnTo>
                    <a:pt x="15240" y="102209"/>
                  </a:lnTo>
                  <a:lnTo>
                    <a:pt x="15240" y="55219"/>
                  </a:lnTo>
                  <a:lnTo>
                    <a:pt x="71716" y="55219"/>
                  </a:lnTo>
                  <a:lnTo>
                    <a:pt x="71716" y="41249"/>
                  </a:lnTo>
                  <a:lnTo>
                    <a:pt x="0" y="41249"/>
                  </a:lnTo>
                  <a:lnTo>
                    <a:pt x="0" y="55219"/>
                  </a:lnTo>
                  <a:lnTo>
                    <a:pt x="0" y="102209"/>
                  </a:lnTo>
                  <a:lnTo>
                    <a:pt x="0" y="116179"/>
                  </a:lnTo>
                  <a:lnTo>
                    <a:pt x="0" y="126339"/>
                  </a:lnTo>
                  <a:lnTo>
                    <a:pt x="15240" y="126339"/>
                  </a:lnTo>
                  <a:lnTo>
                    <a:pt x="15240" y="116179"/>
                  </a:lnTo>
                  <a:lnTo>
                    <a:pt x="71716" y="116179"/>
                  </a:lnTo>
                  <a:lnTo>
                    <a:pt x="71716" y="184594"/>
                  </a:lnTo>
                  <a:lnTo>
                    <a:pt x="86956" y="184594"/>
                  </a:lnTo>
                  <a:lnTo>
                    <a:pt x="86956" y="116179"/>
                  </a:lnTo>
                  <a:lnTo>
                    <a:pt x="144868" y="116179"/>
                  </a:lnTo>
                  <a:lnTo>
                    <a:pt x="144868" y="126682"/>
                  </a:lnTo>
                  <a:lnTo>
                    <a:pt x="160108" y="126682"/>
                  </a:lnTo>
                  <a:lnTo>
                    <a:pt x="160108" y="54965"/>
                  </a:lnTo>
                  <a:lnTo>
                    <a:pt x="160108" y="41249"/>
                  </a:lnTo>
                  <a:close/>
                </a:path>
                <a:path w="921385" h="186690">
                  <a:moveTo>
                    <a:pt x="256120" y="32105"/>
                  </a:moveTo>
                  <a:lnTo>
                    <a:pt x="242404" y="32105"/>
                  </a:lnTo>
                  <a:lnTo>
                    <a:pt x="242404" y="45821"/>
                  </a:lnTo>
                  <a:lnTo>
                    <a:pt x="242404" y="91541"/>
                  </a:lnTo>
                  <a:lnTo>
                    <a:pt x="242404" y="103733"/>
                  </a:lnTo>
                  <a:lnTo>
                    <a:pt x="242404" y="151066"/>
                  </a:lnTo>
                  <a:lnTo>
                    <a:pt x="199732" y="151066"/>
                  </a:lnTo>
                  <a:lnTo>
                    <a:pt x="199732" y="103733"/>
                  </a:lnTo>
                  <a:lnTo>
                    <a:pt x="242404" y="103733"/>
                  </a:lnTo>
                  <a:lnTo>
                    <a:pt x="242404" y="91541"/>
                  </a:lnTo>
                  <a:lnTo>
                    <a:pt x="199732" y="91541"/>
                  </a:lnTo>
                  <a:lnTo>
                    <a:pt x="199732" y="45821"/>
                  </a:lnTo>
                  <a:lnTo>
                    <a:pt x="242404" y="45821"/>
                  </a:lnTo>
                  <a:lnTo>
                    <a:pt x="242404" y="32105"/>
                  </a:lnTo>
                  <a:lnTo>
                    <a:pt x="219544" y="32105"/>
                  </a:lnTo>
                  <a:lnTo>
                    <a:pt x="222072" y="26073"/>
                  </a:lnTo>
                  <a:lnTo>
                    <a:pt x="224878" y="19634"/>
                  </a:lnTo>
                  <a:lnTo>
                    <a:pt x="227685" y="12941"/>
                  </a:lnTo>
                  <a:lnTo>
                    <a:pt x="230212" y="6096"/>
                  </a:lnTo>
                  <a:lnTo>
                    <a:pt x="214972" y="1524"/>
                  </a:lnTo>
                  <a:lnTo>
                    <a:pt x="210210" y="16205"/>
                  </a:lnTo>
                  <a:lnTo>
                    <a:pt x="207467" y="24079"/>
                  </a:lnTo>
                  <a:lnTo>
                    <a:pt x="204304" y="32105"/>
                  </a:lnTo>
                  <a:lnTo>
                    <a:pt x="184492" y="32105"/>
                  </a:lnTo>
                  <a:lnTo>
                    <a:pt x="184492" y="181546"/>
                  </a:lnTo>
                  <a:lnTo>
                    <a:pt x="199732" y="181546"/>
                  </a:lnTo>
                  <a:lnTo>
                    <a:pt x="199732" y="166306"/>
                  </a:lnTo>
                  <a:lnTo>
                    <a:pt x="242404" y="166306"/>
                  </a:lnTo>
                  <a:lnTo>
                    <a:pt x="242404" y="180022"/>
                  </a:lnTo>
                  <a:lnTo>
                    <a:pt x="256120" y="180022"/>
                  </a:lnTo>
                  <a:lnTo>
                    <a:pt x="256120" y="166306"/>
                  </a:lnTo>
                  <a:lnTo>
                    <a:pt x="256120" y="151066"/>
                  </a:lnTo>
                  <a:lnTo>
                    <a:pt x="256120" y="103733"/>
                  </a:lnTo>
                  <a:lnTo>
                    <a:pt x="256120" y="91541"/>
                  </a:lnTo>
                  <a:lnTo>
                    <a:pt x="256120" y="45821"/>
                  </a:lnTo>
                  <a:lnTo>
                    <a:pt x="256120" y="32105"/>
                  </a:lnTo>
                  <a:close/>
                </a:path>
                <a:path w="921385" h="186690">
                  <a:moveTo>
                    <a:pt x="320217" y="115925"/>
                  </a:moveTo>
                  <a:lnTo>
                    <a:pt x="313918" y="107137"/>
                  </a:lnTo>
                  <a:lnTo>
                    <a:pt x="306311" y="97066"/>
                  </a:lnTo>
                  <a:lnTo>
                    <a:pt x="297256" y="86131"/>
                  </a:lnTo>
                  <a:lnTo>
                    <a:pt x="286600" y="74777"/>
                  </a:lnTo>
                  <a:lnTo>
                    <a:pt x="275932" y="82397"/>
                  </a:lnTo>
                  <a:lnTo>
                    <a:pt x="284556" y="93586"/>
                  </a:lnTo>
                  <a:lnTo>
                    <a:pt x="292328" y="104508"/>
                  </a:lnTo>
                  <a:lnTo>
                    <a:pt x="299542" y="115443"/>
                  </a:lnTo>
                  <a:lnTo>
                    <a:pt x="306501" y="126682"/>
                  </a:lnTo>
                  <a:lnTo>
                    <a:pt x="320217" y="115925"/>
                  </a:lnTo>
                  <a:close/>
                </a:path>
                <a:path w="921385" h="186690">
                  <a:moveTo>
                    <a:pt x="355269" y="32105"/>
                  </a:moveTo>
                  <a:lnTo>
                    <a:pt x="295744" y="32105"/>
                  </a:lnTo>
                  <a:lnTo>
                    <a:pt x="298043" y="25196"/>
                  </a:lnTo>
                  <a:lnTo>
                    <a:pt x="304977" y="4572"/>
                  </a:lnTo>
                  <a:lnTo>
                    <a:pt x="289648" y="1524"/>
                  </a:lnTo>
                  <a:lnTo>
                    <a:pt x="282740" y="21259"/>
                  </a:lnTo>
                  <a:lnTo>
                    <a:pt x="275551" y="39293"/>
                  </a:lnTo>
                  <a:lnTo>
                    <a:pt x="267792" y="55613"/>
                  </a:lnTo>
                  <a:lnTo>
                    <a:pt x="259168" y="70205"/>
                  </a:lnTo>
                  <a:lnTo>
                    <a:pt x="265264" y="71729"/>
                  </a:lnTo>
                  <a:lnTo>
                    <a:pt x="269836" y="74777"/>
                  </a:lnTo>
                  <a:lnTo>
                    <a:pt x="272884" y="76301"/>
                  </a:lnTo>
                  <a:lnTo>
                    <a:pt x="276580" y="69392"/>
                  </a:lnTo>
                  <a:lnTo>
                    <a:pt x="280695" y="62204"/>
                  </a:lnTo>
                  <a:lnTo>
                    <a:pt x="285102" y="54444"/>
                  </a:lnTo>
                  <a:lnTo>
                    <a:pt x="289648" y="45821"/>
                  </a:lnTo>
                  <a:lnTo>
                    <a:pt x="338505" y="45821"/>
                  </a:lnTo>
                  <a:lnTo>
                    <a:pt x="338099" y="86131"/>
                  </a:lnTo>
                  <a:lnTo>
                    <a:pt x="336588" y="131203"/>
                  </a:lnTo>
                  <a:lnTo>
                    <a:pt x="317169" y="166306"/>
                  </a:lnTo>
                  <a:lnTo>
                    <a:pt x="309778" y="166052"/>
                  </a:lnTo>
                  <a:lnTo>
                    <a:pt x="301510" y="165354"/>
                  </a:lnTo>
                  <a:lnTo>
                    <a:pt x="292658" y="164388"/>
                  </a:lnTo>
                  <a:lnTo>
                    <a:pt x="283552" y="163258"/>
                  </a:lnTo>
                  <a:lnTo>
                    <a:pt x="285076" y="167830"/>
                  </a:lnTo>
                  <a:lnTo>
                    <a:pt x="285076" y="173926"/>
                  </a:lnTo>
                  <a:lnTo>
                    <a:pt x="286600" y="180022"/>
                  </a:lnTo>
                  <a:lnTo>
                    <a:pt x="294855" y="180263"/>
                  </a:lnTo>
                  <a:lnTo>
                    <a:pt x="311975" y="181317"/>
                  </a:lnTo>
                  <a:lnTo>
                    <a:pt x="320217" y="181546"/>
                  </a:lnTo>
                  <a:lnTo>
                    <a:pt x="333349" y="179578"/>
                  </a:lnTo>
                  <a:lnTo>
                    <a:pt x="342887" y="173736"/>
                  </a:lnTo>
                  <a:lnTo>
                    <a:pt x="347433" y="166306"/>
                  </a:lnTo>
                  <a:lnTo>
                    <a:pt x="348729" y="164198"/>
                  </a:lnTo>
                  <a:lnTo>
                    <a:pt x="352983" y="109308"/>
                  </a:lnTo>
                  <a:lnTo>
                    <a:pt x="354279" y="69392"/>
                  </a:lnTo>
                  <a:lnTo>
                    <a:pt x="354914" y="45821"/>
                  </a:lnTo>
                  <a:lnTo>
                    <a:pt x="355269" y="32105"/>
                  </a:lnTo>
                  <a:close/>
                </a:path>
                <a:path w="921385" h="186690">
                  <a:moveTo>
                    <a:pt x="553593" y="82397"/>
                  </a:moveTo>
                  <a:lnTo>
                    <a:pt x="468147" y="82397"/>
                  </a:lnTo>
                  <a:lnTo>
                    <a:pt x="468147" y="29057"/>
                  </a:lnTo>
                  <a:lnTo>
                    <a:pt x="538340" y="29057"/>
                  </a:lnTo>
                  <a:lnTo>
                    <a:pt x="538340" y="15087"/>
                  </a:lnTo>
                  <a:lnTo>
                    <a:pt x="382803" y="15087"/>
                  </a:lnTo>
                  <a:lnTo>
                    <a:pt x="382803" y="29057"/>
                  </a:lnTo>
                  <a:lnTo>
                    <a:pt x="451383" y="29057"/>
                  </a:lnTo>
                  <a:lnTo>
                    <a:pt x="451383" y="82397"/>
                  </a:lnTo>
                  <a:lnTo>
                    <a:pt x="367563" y="82397"/>
                  </a:lnTo>
                  <a:lnTo>
                    <a:pt x="367563" y="96367"/>
                  </a:lnTo>
                  <a:lnTo>
                    <a:pt x="451383" y="96367"/>
                  </a:lnTo>
                  <a:lnTo>
                    <a:pt x="451383" y="183997"/>
                  </a:lnTo>
                  <a:lnTo>
                    <a:pt x="468147" y="183997"/>
                  </a:lnTo>
                  <a:lnTo>
                    <a:pt x="468147" y="96367"/>
                  </a:lnTo>
                  <a:lnTo>
                    <a:pt x="553593" y="96367"/>
                  </a:lnTo>
                  <a:lnTo>
                    <a:pt x="553593" y="82397"/>
                  </a:lnTo>
                  <a:close/>
                </a:path>
                <a:path w="921385" h="186690">
                  <a:moveTo>
                    <a:pt x="623697" y="97637"/>
                  </a:moveTo>
                  <a:lnTo>
                    <a:pt x="622173" y="94589"/>
                  </a:lnTo>
                  <a:lnTo>
                    <a:pt x="622173" y="90017"/>
                  </a:lnTo>
                  <a:lnTo>
                    <a:pt x="622173" y="83921"/>
                  </a:lnTo>
                  <a:lnTo>
                    <a:pt x="614553" y="85445"/>
                  </a:lnTo>
                  <a:lnTo>
                    <a:pt x="606933" y="88493"/>
                  </a:lnTo>
                  <a:lnTo>
                    <a:pt x="599313" y="90017"/>
                  </a:lnTo>
                  <a:lnTo>
                    <a:pt x="599313" y="51917"/>
                  </a:lnTo>
                  <a:lnTo>
                    <a:pt x="620649" y="51917"/>
                  </a:lnTo>
                  <a:lnTo>
                    <a:pt x="620649" y="38201"/>
                  </a:lnTo>
                  <a:lnTo>
                    <a:pt x="599313" y="38201"/>
                  </a:lnTo>
                  <a:lnTo>
                    <a:pt x="599313" y="1524"/>
                  </a:lnTo>
                  <a:lnTo>
                    <a:pt x="584073" y="1524"/>
                  </a:lnTo>
                  <a:lnTo>
                    <a:pt x="584073" y="38201"/>
                  </a:lnTo>
                  <a:lnTo>
                    <a:pt x="559689" y="38201"/>
                  </a:lnTo>
                  <a:lnTo>
                    <a:pt x="559689" y="51917"/>
                  </a:lnTo>
                  <a:lnTo>
                    <a:pt x="584073" y="51917"/>
                  </a:lnTo>
                  <a:lnTo>
                    <a:pt x="584073" y="94589"/>
                  </a:lnTo>
                  <a:lnTo>
                    <a:pt x="578091" y="95973"/>
                  </a:lnTo>
                  <a:lnTo>
                    <a:pt x="571690" y="97637"/>
                  </a:lnTo>
                  <a:lnTo>
                    <a:pt x="564997" y="99301"/>
                  </a:lnTo>
                  <a:lnTo>
                    <a:pt x="558165" y="100685"/>
                  </a:lnTo>
                  <a:lnTo>
                    <a:pt x="558241" y="101447"/>
                  </a:lnTo>
                  <a:lnTo>
                    <a:pt x="559689" y="115925"/>
                  </a:lnTo>
                  <a:lnTo>
                    <a:pt x="568833" y="114401"/>
                  </a:lnTo>
                  <a:lnTo>
                    <a:pt x="576453" y="111353"/>
                  </a:lnTo>
                  <a:lnTo>
                    <a:pt x="584073" y="109829"/>
                  </a:lnTo>
                  <a:lnTo>
                    <a:pt x="584073" y="164782"/>
                  </a:lnTo>
                  <a:lnTo>
                    <a:pt x="582549" y="167830"/>
                  </a:lnTo>
                  <a:lnTo>
                    <a:pt x="567309" y="167830"/>
                  </a:lnTo>
                  <a:lnTo>
                    <a:pt x="559689" y="166306"/>
                  </a:lnTo>
                  <a:lnTo>
                    <a:pt x="561124" y="170624"/>
                  </a:lnTo>
                  <a:lnTo>
                    <a:pt x="561213" y="176974"/>
                  </a:lnTo>
                  <a:lnTo>
                    <a:pt x="561327" y="177342"/>
                  </a:lnTo>
                  <a:lnTo>
                    <a:pt x="562737" y="181546"/>
                  </a:lnTo>
                  <a:lnTo>
                    <a:pt x="581025" y="181546"/>
                  </a:lnTo>
                  <a:lnTo>
                    <a:pt x="598551" y="167576"/>
                  </a:lnTo>
                  <a:lnTo>
                    <a:pt x="599313" y="161734"/>
                  </a:lnTo>
                  <a:lnTo>
                    <a:pt x="599313" y="109829"/>
                  </a:lnTo>
                  <a:lnTo>
                    <a:pt x="599313" y="105257"/>
                  </a:lnTo>
                  <a:lnTo>
                    <a:pt x="605040" y="103212"/>
                  </a:lnTo>
                  <a:lnTo>
                    <a:pt x="610933" y="101447"/>
                  </a:lnTo>
                  <a:lnTo>
                    <a:pt x="617093" y="99682"/>
                  </a:lnTo>
                  <a:lnTo>
                    <a:pt x="623697" y="97637"/>
                  </a:lnTo>
                  <a:close/>
                </a:path>
                <a:path w="921385" h="186690">
                  <a:moveTo>
                    <a:pt x="724369" y="28956"/>
                  </a:moveTo>
                  <a:lnTo>
                    <a:pt x="716368" y="23037"/>
                  </a:lnTo>
                  <a:lnTo>
                    <a:pt x="708367" y="16954"/>
                  </a:lnTo>
                  <a:lnTo>
                    <a:pt x="700366" y="11176"/>
                  </a:lnTo>
                  <a:lnTo>
                    <a:pt x="692365" y="6096"/>
                  </a:lnTo>
                  <a:lnTo>
                    <a:pt x="684745" y="15240"/>
                  </a:lnTo>
                  <a:lnTo>
                    <a:pt x="692696" y="21209"/>
                  </a:lnTo>
                  <a:lnTo>
                    <a:pt x="700366" y="27482"/>
                  </a:lnTo>
                  <a:lnTo>
                    <a:pt x="707466" y="33756"/>
                  </a:lnTo>
                  <a:lnTo>
                    <a:pt x="713701" y="39725"/>
                  </a:lnTo>
                  <a:lnTo>
                    <a:pt x="724369" y="28956"/>
                  </a:lnTo>
                  <a:close/>
                </a:path>
                <a:path w="921385" h="186690">
                  <a:moveTo>
                    <a:pt x="745705" y="131254"/>
                  </a:moveTo>
                  <a:lnTo>
                    <a:pt x="741133" y="129730"/>
                  </a:lnTo>
                  <a:lnTo>
                    <a:pt x="735037" y="128206"/>
                  </a:lnTo>
                  <a:lnTo>
                    <a:pt x="730465" y="126682"/>
                  </a:lnTo>
                  <a:lnTo>
                    <a:pt x="721321" y="164782"/>
                  </a:lnTo>
                  <a:lnTo>
                    <a:pt x="698461" y="164782"/>
                  </a:lnTo>
                  <a:lnTo>
                    <a:pt x="695413" y="161734"/>
                  </a:lnTo>
                  <a:lnTo>
                    <a:pt x="695413" y="62585"/>
                  </a:lnTo>
                  <a:lnTo>
                    <a:pt x="739609" y="62585"/>
                  </a:lnTo>
                  <a:lnTo>
                    <a:pt x="739609" y="48869"/>
                  </a:lnTo>
                  <a:lnTo>
                    <a:pt x="666457" y="48869"/>
                  </a:lnTo>
                  <a:lnTo>
                    <a:pt x="666699" y="38049"/>
                  </a:lnTo>
                  <a:lnTo>
                    <a:pt x="667689" y="15240"/>
                  </a:lnTo>
                  <a:lnTo>
                    <a:pt x="667804" y="11176"/>
                  </a:lnTo>
                  <a:lnTo>
                    <a:pt x="667893" y="6096"/>
                  </a:lnTo>
                  <a:lnTo>
                    <a:pt x="667981" y="1524"/>
                  </a:lnTo>
                  <a:lnTo>
                    <a:pt x="652741" y="1524"/>
                  </a:lnTo>
                  <a:lnTo>
                    <a:pt x="652741" y="48869"/>
                  </a:lnTo>
                  <a:lnTo>
                    <a:pt x="625221" y="48869"/>
                  </a:lnTo>
                  <a:lnTo>
                    <a:pt x="625221" y="62585"/>
                  </a:lnTo>
                  <a:lnTo>
                    <a:pt x="651217" y="62585"/>
                  </a:lnTo>
                  <a:lnTo>
                    <a:pt x="648665" y="95415"/>
                  </a:lnTo>
                  <a:lnTo>
                    <a:pt x="641108" y="125120"/>
                  </a:lnTo>
                  <a:lnTo>
                    <a:pt x="628675" y="151396"/>
                  </a:lnTo>
                  <a:lnTo>
                    <a:pt x="611505" y="173926"/>
                  </a:lnTo>
                  <a:lnTo>
                    <a:pt x="619125" y="181546"/>
                  </a:lnTo>
                  <a:lnTo>
                    <a:pt x="654062" y="132359"/>
                  </a:lnTo>
                  <a:lnTo>
                    <a:pt x="666457" y="62585"/>
                  </a:lnTo>
                  <a:lnTo>
                    <a:pt x="680173" y="62585"/>
                  </a:lnTo>
                  <a:lnTo>
                    <a:pt x="680173" y="155638"/>
                  </a:lnTo>
                  <a:lnTo>
                    <a:pt x="681583" y="165646"/>
                  </a:lnTo>
                  <a:lnTo>
                    <a:pt x="685698" y="172783"/>
                  </a:lnTo>
                  <a:lnTo>
                    <a:pt x="692238" y="176974"/>
                  </a:lnTo>
                  <a:lnTo>
                    <a:pt x="691781" y="176974"/>
                  </a:lnTo>
                  <a:lnTo>
                    <a:pt x="701509" y="178498"/>
                  </a:lnTo>
                  <a:lnTo>
                    <a:pt x="716749" y="178498"/>
                  </a:lnTo>
                  <a:lnTo>
                    <a:pt x="725919" y="177342"/>
                  </a:lnTo>
                  <a:lnTo>
                    <a:pt x="732942" y="173736"/>
                  </a:lnTo>
                  <a:lnTo>
                    <a:pt x="737971" y="167576"/>
                  </a:lnTo>
                  <a:lnTo>
                    <a:pt x="738962" y="164782"/>
                  </a:lnTo>
                  <a:lnTo>
                    <a:pt x="741133" y="158686"/>
                  </a:lnTo>
                  <a:lnTo>
                    <a:pt x="742276" y="152692"/>
                  </a:lnTo>
                  <a:lnTo>
                    <a:pt x="743419" y="146113"/>
                  </a:lnTo>
                  <a:lnTo>
                    <a:pt x="744562" y="138976"/>
                  </a:lnTo>
                  <a:lnTo>
                    <a:pt x="745705" y="131254"/>
                  </a:lnTo>
                  <a:close/>
                </a:path>
                <a:path w="921385" h="186690">
                  <a:moveTo>
                    <a:pt x="899731" y="135826"/>
                  </a:moveTo>
                  <a:lnTo>
                    <a:pt x="861199" y="103733"/>
                  </a:lnTo>
                  <a:lnTo>
                    <a:pt x="846391" y="91541"/>
                  </a:lnTo>
                  <a:lnTo>
                    <a:pt x="846391" y="86969"/>
                  </a:lnTo>
                  <a:lnTo>
                    <a:pt x="847915" y="82397"/>
                  </a:lnTo>
                  <a:lnTo>
                    <a:pt x="847915" y="76301"/>
                  </a:lnTo>
                  <a:lnTo>
                    <a:pt x="895159" y="76301"/>
                  </a:lnTo>
                  <a:lnTo>
                    <a:pt x="895159" y="64109"/>
                  </a:lnTo>
                  <a:lnTo>
                    <a:pt x="847915" y="64109"/>
                  </a:lnTo>
                  <a:lnTo>
                    <a:pt x="847915" y="32105"/>
                  </a:lnTo>
                  <a:lnTo>
                    <a:pt x="834199" y="32105"/>
                  </a:lnTo>
                  <a:lnTo>
                    <a:pt x="834199" y="64109"/>
                  </a:lnTo>
                  <a:lnTo>
                    <a:pt x="788479" y="64109"/>
                  </a:lnTo>
                  <a:lnTo>
                    <a:pt x="788479" y="76301"/>
                  </a:lnTo>
                  <a:lnTo>
                    <a:pt x="834199" y="76301"/>
                  </a:lnTo>
                  <a:lnTo>
                    <a:pt x="829957" y="95707"/>
                  </a:lnTo>
                  <a:lnTo>
                    <a:pt x="819721" y="112699"/>
                  </a:lnTo>
                  <a:lnTo>
                    <a:pt x="803757" y="127139"/>
                  </a:lnTo>
                  <a:lnTo>
                    <a:pt x="782383" y="138874"/>
                  </a:lnTo>
                  <a:lnTo>
                    <a:pt x="785431" y="143446"/>
                  </a:lnTo>
                  <a:lnTo>
                    <a:pt x="790003" y="146494"/>
                  </a:lnTo>
                  <a:lnTo>
                    <a:pt x="793051" y="151066"/>
                  </a:lnTo>
                  <a:lnTo>
                    <a:pt x="809879" y="141960"/>
                  </a:lnTo>
                  <a:lnTo>
                    <a:pt x="823722" y="130835"/>
                  </a:lnTo>
                  <a:lnTo>
                    <a:pt x="834402" y="117983"/>
                  </a:lnTo>
                  <a:lnTo>
                    <a:pt x="841819" y="103733"/>
                  </a:lnTo>
                  <a:lnTo>
                    <a:pt x="854100" y="115150"/>
                  </a:lnTo>
                  <a:lnTo>
                    <a:pt x="865822" y="126453"/>
                  </a:lnTo>
                  <a:lnTo>
                    <a:pt x="876960" y="137464"/>
                  </a:lnTo>
                  <a:lnTo>
                    <a:pt x="887539" y="148018"/>
                  </a:lnTo>
                  <a:lnTo>
                    <a:pt x="899731" y="135826"/>
                  </a:lnTo>
                  <a:close/>
                </a:path>
                <a:path w="921385" h="186690">
                  <a:moveTo>
                    <a:pt x="921067" y="12192"/>
                  </a:moveTo>
                  <a:lnTo>
                    <a:pt x="905827" y="12192"/>
                  </a:lnTo>
                  <a:lnTo>
                    <a:pt x="905827" y="25908"/>
                  </a:lnTo>
                  <a:lnTo>
                    <a:pt x="905827" y="158686"/>
                  </a:lnTo>
                  <a:lnTo>
                    <a:pt x="777709" y="158686"/>
                  </a:lnTo>
                  <a:lnTo>
                    <a:pt x="777709" y="25908"/>
                  </a:lnTo>
                  <a:lnTo>
                    <a:pt x="905827" y="25908"/>
                  </a:lnTo>
                  <a:lnTo>
                    <a:pt x="905827" y="12192"/>
                  </a:lnTo>
                  <a:lnTo>
                    <a:pt x="762469" y="12192"/>
                  </a:lnTo>
                  <a:lnTo>
                    <a:pt x="762469" y="184594"/>
                  </a:lnTo>
                  <a:lnTo>
                    <a:pt x="777709" y="184594"/>
                  </a:lnTo>
                  <a:lnTo>
                    <a:pt x="777709" y="172402"/>
                  </a:lnTo>
                  <a:lnTo>
                    <a:pt x="905827" y="172402"/>
                  </a:lnTo>
                  <a:lnTo>
                    <a:pt x="905827" y="184594"/>
                  </a:lnTo>
                  <a:lnTo>
                    <a:pt x="921067" y="184594"/>
                  </a:lnTo>
                  <a:lnTo>
                    <a:pt x="921067" y="172402"/>
                  </a:lnTo>
                  <a:lnTo>
                    <a:pt x="921067" y="158686"/>
                  </a:lnTo>
                  <a:lnTo>
                    <a:pt x="921067" y="25908"/>
                  </a:lnTo>
                  <a:lnTo>
                    <a:pt x="921067" y="12192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0793" y="1282826"/>
              <a:ext cx="179927" cy="181546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821436" y="2891027"/>
            <a:ext cx="74930" cy="762000"/>
          </a:xfrm>
          <a:custGeom>
            <a:avLst/>
            <a:gdLst/>
            <a:ahLst/>
            <a:cxnLst/>
            <a:rect l="l" t="t" r="r" b="b"/>
            <a:pathLst>
              <a:path w="74930" h="762000">
                <a:moveTo>
                  <a:pt x="74676" y="1524"/>
                </a:moveTo>
                <a:lnTo>
                  <a:pt x="73152" y="0"/>
                </a:lnTo>
                <a:lnTo>
                  <a:pt x="74676" y="0"/>
                </a:lnTo>
                <a:lnTo>
                  <a:pt x="74676" y="1524"/>
                </a:lnTo>
                <a:close/>
              </a:path>
              <a:path w="74930" h="762000">
                <a:moveTo>
                  <a:pt x="41148" y="723900"/>
                </a:moveTo>
                <a:lnTo>
                  <a:pt x="7620" y="723900"/>
                </a:lnTo>
                <a:lnTo>
                  <a:pt x="7620" y="720852"/>
                </a:lnTo>
                <a:lnTo>
                  <a:pt x="6095" y="720852"/>
                </a:lnTo>
                <a:lnTo>
                  <a:pt x="6095" y="717804"/>
                </a:lnTo>
                <a:lnTo>
                  <a:pt x="4572" y="717804"/>
                </a:lnTo>
                <a:lnTo>
                  <a:pt x="4572" y="713232"/>
                </a:lnTo>
                <a:lnTo>
                  <a:pt x="3048" y="713232"/>
                </a:lnTo>
                <a:lnTo>
                  <a:pt x="3048" y="707136"/>
                </a:lnTo>
                <a:lnTo>
                  <a:pt x="1524" y="707136"/>
                </a:lnTo>
                <a:lnTo>
                  <a:pt x="1524" y="697992"/>
                </a:lnTo>
                <a:lnTo>
                  <a:pt x="0" y="697992"/>
                </a:lnTo>
                <a:lnTo>
                  <a:pt x="0" y="65532"/>
                </a:lnTo>
                <a:lnTo>
                  <a:pt x="1524" y="56388"/>
                </a:lnTo>
                <a:lnTo>
                  <a:pt x="3048" y="50291"/>
                </a:lnTo>
                <a:lnTo>
                  <a:pt x="4572" y="45720"/>
                </a:lnTo>
                <a:lnTo>
                  <a:pt x="6095" y="44196"/>
                </a:lnTo>
                <a:lnTo>
                  <a:pt x="10668" y="35052"/>
                </a:lnTo>
                <a:lnTo>
                  <a:pt x="15239" y="30480"/>
                </a:lnTo>
                <a:lnTo>
                  <a:pt x="16764" y="27432"/>
                </a:lnTo>
                <a:lnTo>
                  <a:pt x="25908" y="18288"/>
                </a:lnTo>
                <a:lnTo>
                  <a:pt x="28956" y="16764"/>
                </a:lnTo>
                <a:lnTo>
                  <a:pt x="32004" y="13716"/>
                </a:lnTo>
                <a:lnTo>
                  <a:pt x="35052" y="12191"/>
                </a:lnTo>
                <a:lnTo>
                  <a:pt x="36576" y="10668"/>
                </a:lnTo>
                <a:lnTo>
                  <a:pt x="45720" y="6096"/>
                </a:lnTo>
                <a:lnTo>
                  <a:pt x="54864" y="3048"/>
                </a:lnTo>
                <a:lnTo>
                  <a:pt x="60960" y="1524"/>
                </a:lnTo>
                <a:lnTo>
                  <a:pt x="68580" y="1524"/>
                </a:lnTo>
                <a:lnTo>
                  <a:pt x="62484" y="4572"/>
                </a:lnTo>
                <a:lnTo>
                  <a:pt x="53339" y="13716"/>
                </a:lnTo>
                <a:lnTo>
                  <a:pt x="50291" y="19812"/>
                </a:lnTo>
                <a:lnTo>
                  <a:pt x="48768" y="21336"/>
                </a:lnTo>
                <a:lnTo>
                  <a:pt x="47243" y="24383"/>
                </a:lnTo>
                <a:lnTo>
                  <a:pt x="45720" y="28956"/>
                </a:lnTo>
                <a:lnTo>
                  <a:pt x="42672" y="35052"/>
                </a:lnTo>
                <a:lnTo>
                  <a:pt x="41148" y="39624"/>
                </a:lnTo>
                <a:lnTo>
                  <a:pt x="39624" y="45720"/>
                </a:lnTo>
                <a:lnTo>
                  <a:pt x="38100" y="54864"/>
                </a:lnTo>
                <a:lnTo>
                  <a:pt x="38100" y="708660"/>
                </a:lnTo>
                <a:lnTo>
                  <a:pt x="39624" y="708660"/>
                </a:lnTo>
                <a:lnTo>
                  <a:pt x="39624" y="719328"/>
                </a:lnTo>
                <a:lnTo>
                  <a:pt x="41148" y="719328"/>
                </a:lnTo>
                <a:lnTo>
                  <a:pt x="41148" y="723900"/>
                </a:lnTo>
                <a:close/>
              </a:path>
              <a:path w="74930" h="762000">
                <a:moveTo>
                  <a:pt x="42672" y="729996"/>
                </a:moveTo>
                <a:lnTo>
                  <a:pt x="10668" y="729996"/>
                </a:lnTo>
                <a:lnTo>
                  <a:pt x="10668" y="726948"/>
                </a:lnTo>
                <a:lnTo>
                  <a:pt x="9143" y="726948"/>
                </a:lnTo>
                <a:lnTo>
                  <a:pt x="9143" y="723900"/>
                </a:lnTo>
                <a:lnTo>
                  <a:pt x="42672" y="723900"/>
                </a:lnTo>
                <a:lnTo>
                  <a:pt x="42672" y="729996"/>
                </a:lnTo>
                <a:close/>
              </a:path>
              <a:path w="74930" h="762000">
                <a:moveTo>
                  <a:pt x="67056" y="762000"/>
                </a:moveTo>
                <a:lnTo>
                  <a:pt x="57912" y="760476"/>
                </a:lnTo>
                <a:lnTo>
                  <a:pt x="44195" y="755904"/>
                </a:lnTo>
                <a:lnTo>
                  <a:pt x="38100" y="752856"/>
                </a:lnTo>
                <a:lnTo>
                  <a:pt x="36576" y="751332"/>
                </a:lnTo>
                <a:lnTo>
                  <a:pt x="30480" y="748284"/>
                </a:lnTo>
                <a:lnTo>
                  <a:pt x="27432" y="745236"/>
                </a:lnTo>
                <a:lnTo>
                  <a:pt x="24384" y="743712"/>
                </a:lnTo>
                <a:lnTo>
                  <a:pt x="18288" y="737616"/>
                </a:lnTo>
                <a:lnTo>
                  <a:pt x="16764" y="737616"/>
                </a:lnTo>
                <a:lnTo>
                  <a:pt x="16764" y="734568"/>
                </a:lnTo>
                <a:lnTo>
                  <a:pt x="12191" y="729996"/>
                </a:lnTo>
                <a:lnTo>
                  <a:pt x="44195" y="729996"/>
                </a:lnTo>
                <a:lnTo>
                  <a:pt x="44195" y="733044"/>
                </a:lnTo>
                <a:lnTo>
                  <a:pt x="45720" y="733044"/>
                </a:lnTo>
                <a:lnTo>
                  <a:pt x="45720" y="736092"/>
                </a:lnTo>
                <a:lnTo>
                  <a:pt x="47243" y="736092"/>
                </a:lnTo>
                <a:lnTo>
                  <a:pt x="47243" y="740664"/>
                </a:lnTo>
                <a:lnTo>
                  <a:pt x="48768" y="740664"/>
                </a:lnTo>
                <a:lnTo>
                  <a:pt x="48768" y="743712"/>
                </a:lnTo>
                <a:lnTo>
                  <a:pt x="50291" y="743712"/>
                </a:lnTo>
                <a:lnTo>
                  <a:pt x="51816" y="745236"/>
                </a:lnTo>
                <a:lnTo>
                  <a:pt x="51816" y="748284"/>
                </a:lnTo>
                <a:lnTo>
                  <a:pt x="53339" y="748284"/>
                </a:lnTo>
                <a:lnTo>
                  <a:pt x="64008" y="758952"/>
                </a:lnTo>
                <a:lnTo>
                  <a:pt x="67056" y="760476"/>
                </a:lnTo>
                <a:lnTo>
                  <a:pt x="67056" y="762000"/>
                </a:lnTo>
                <a:close/>
              </a:path>
            </a:pathLst>
          </a:custGeom>
          <a:solidFill>
            <a:srgbClr val="EF44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21436" y="3883151"/>
            <a:ext cx="73660" cy="952500"/>
          </a:xfrm>
          <a:custGeom>
            <a:avLst/>
            <a:gdLst/>
            <a:ahLst/>
            <a:cxnLst/>
            <a:rect l="l" t="t" r="r" b="b"/>
            <a:pathLst>
              <a:path w="73659" h="952500">
                <a:moveTo>
                  <a:pt x="73152" y="1524"/>
                </a:moveTo>
                <a:lnTo>
                  <a:pt x="68580" y="0"/>
                </a:lnTo>
                <a:lnTo>
                  <a:pt x="73152" y="0"/>
                </a:lnTo>
                <a:lnTo>
                  <a:pt x="73152" y="1524"/>
                </a:lnTo>
                <a:close/>
              </a:path>
              <a:path w="73659" h="952500">
                <a:moveTo>
                  <a:pt x="39624" y="908304"/>
                </a:moveTo>
                <a:lnTo>
                  <a:pt x="4572" y="908304"/>
                </a:lnTo>
                <a:lnTo>
                  <a:pt x="4572" y="903732"/>
                </a:lnTo>
                <a:lnTo>
                  <a:pt x="3048" y="903732"/>
                </a:lnTo>
                <a:lnTo>
                  <a:pt x="3048" y="897636"/>
                </a:lnTo>
                <a:lnTo>
                  <a:pt x="1524" y="897636"/>
                </a:lnTo>
                <a:lnTo>
                  <a:pt x="1524" y="888492"/>
                </a:lnTo>
                <a:lnTo>
                  <a:pt x="0" y="888492"/>
                </a:lnTo>
                <a:lnTo>
                  <a:pt x="0" y="65532"/>
                </a:lnTo>
                <a:lnTo>
                  <a:pt x="9143" y="38100"/>
                </a:lnTo>
                <a:lnTo>
                  <a:pt x="10668" y="35051"/>
                </a:lnTo>
                <a:lnTo>
                  <a:pt x="12191" y="33528"/>
                </a:lnTo>
                <a:lnTo>
                  <a:pt x="13716" y="30480"/>
                </a:lnTo>
                <a:lnTo>
                  <a:pt x="18288" y="25908"/>
                </a:lnTo>
                <a:lnTo>
                  <a:pt x="19812" y="22859"/>
                </a:lnTo>
                <a:lnTo>
                  <a:pt x="21336" y="21336"/>
                </a:lnTo>
                <a:lnTo>
                  <a:pt x="24384" y="19812"/>
                </a:lnTo>
                <a:lnTo>
                  <a:pt x="28956" y="15240"/>
                </a:lnTo>
                <a:lnTo>
                  <a:pt x="32004" y="13716"/>
                </a:lnTo>
                <a:lnTo>
                  <a:pt x="33528" y="12191"/>
                </a:lnTo>
                <a:lnTo>
                  <a:pt x="36576" y="10667"/>
                </a:lnTo>
                <a:lnTo>
                  <a:pt x="38100" y="9144"/>
                </a:lnTo>
                <a:lnTo>
                  <a:pt x="47243" y="4572"/>
                </a:lnTo>
                <a:lnTo>
                  <a:pt x="53339" y="3048"/>
                </a:lnTo>
                <a:lnTo>
                  <a:pt x="57912" y="1524"/>
                </a:lnTo>
                <a:lnTo>
                  <a:pt x="67056" y="1524"/>
                </a:lnTo>
                <a:lnTo>
                  <a:pt x="64008" y="3048"/>
                </a:lnTo>
                <a:lnTo>
                  <a:pt x="62484" y="4572"/>
                </a:lnTo>
                <a:lnTo>
                  <a:pt x="59436" y="6096"/>
                </a:lnTo>
                <a:lnTo>
                  <a:pt x="57912" y="7620"/>
                </a:lnTo>
                <a:lnTo>
                  <a:pt x="56388" y="10667"/>
                </a:lnTo>
                <a:lnTo>
                  <a:pt x="53339" y="13716"/>
                </a:lnTo>
                <a:lnTo>
                  <a:pt x="51816" y="16764"/>
                </a:lnTo>
                <a:lnTo>
                  <a:pt x="50291" y="18288"/>
                </a:lnTo>
                <a:lnTo>
                  <a:pt x="44195" y="30480"/>
                </a:lnTo>
                <a:lnTo>
                  <a:pt x="39624" y="44196"/>
                </a:lnTo>
                <a:lnTo>
                  <a:pt x="38100" y="54864"/>
                </a:lnTo>
                <a:lnTo>
                  <a:pt x="38100" y="899159"/>
                </a:lnTo>
                <a:lnTo>
                  <a:pt x="39624" y="899159"/>
                </a:lnTo>
                <a:lnTo>
                  <a:pt x="39624" y="908304"/>
                </a:lnTo>
                <a:close/>
              </a:path>
              <a:path w="73659" h="952500">
                <a:moveTo>
                  <a:pt x="42672" y="918972"/>
                </a:moveTo>
                <a:lnTo>
                  <a:pt x="10668" y="918972"/>
                </a:lnTo>
                <a:lnTo>
                  <a:pt x="10668" y="915924"/>
                </a:lnTo>
                <a:lnTo>
                  <a:pt x="9143" y="915924"/>
                </a:lnTo>
                <a:lnTo>
                  <a:pt x="9143" y="912876"/>
                </a:lnTo>
                <a:lnTo>
                  <a:pt x="7620" y="912876"/>
                </a:lnTo>
                <a:lnTo>
                  <a:pt x="7620" y="909828"/>
                </a:lnTo>
                <a:lnTo>
                  <a:pt x="6095" y="908304"/>
                </a:lnTo>
                <a:lnTo>
                  <a:pt x="41148" y="908304"/>
                </a:lnTo>
                <a:lnTo>
                  <a:pt x="41148" y="914400"/>
                </a:lnTo>
                <a:lnTo>
                  <a:pt x="42672" y="914400"/>
                </a:lnTo>
                <a:lnTo>
                  <a:pt x="42672" y="918972"/>
                </a:lnTo>
                <a:close/>
              </a:path>
              <a:path w="73659" h="952500">
                <a:moveTo>
                  <a:pt x="45720" y="925068"/>
                </a:moveTo>
                <a:lnTo>
                  <a:pt x="15239" y="925068"/>
                </a:lnTo>
                <a:lnTo>
                  <a:pt x="15239" y="922020"/>
                </a:lnTo>
                <a:lnTo>
                  <a:pt x="12191" y="918972"/>
                </a:lnTo>
                <a:lnTo>
                  <a:pt x="44195" y="918972"/>
                </a:lnTo>
                <a:lnTo>
                  <a:pt x="44195" y="922020"/>
                </a:lnTo>
                <a:lnTo>
                  <a:pt x="45720" y="922020"/>
                </a:lnTo>
                <a:lnTo>
                  <a:pt x="45720" y="925068"/>
                </a:lnTo>
                <a:close/>
              </a:path>
              <a:path w="73659" h="952500">
                <a:moveTo>
                  <a:pt x="67056" y="952500"/>
                </a:moveTo>
                <a:lnTo>
                  <a:pt x="59436" y="950976"/>
                </a:lnTo>
                <a:lnTo>
                  <a:pt x="45720" y="946404"/>
                </a:lnTo>
                <a:lnTo>
                  <a:pt x="33528" y="940308"/>
                </a:lnTo>
                <a:lnTo>
                  <a:pt x="30480" y="937259"/>
                </a:lnTo>
                <a:lnTo>
                  <a:pt x="27432" y="935736"/>
                </a:lnTo>
                <a:lnTo>
                  <a:pt x="16764" y="925068"/>
                </a:lnTo>
                <a:lnTo>
                  <a:pt x="47243" y="925068"/>
                </a:lnTo>
                <a:lnTo>
                  <a:pt x="47243" y="929640"/>
                </a:lnTo>
                <a:lnTo>
                  <a:pt x="48768" y="929640"/>
                </a:lnTo>
                <a:lnTo>
                  <a:pt x="48768" y="932688"/>
                </a:lnTo>
                <a:lnTo>
                  <a:pt x="50291" y="932688"/>
                </a:lnTo>
                <a:lnTo>
                  <a:pt x="51816" y="934212"/>
                </a:lnTo>
                <a:lnTo>
                  <a:pt x="51816" y="937259"/>
                </a:lnTo>
                <a:lnTo>
                  <a:pt x="53339" y="937259"/>
                </a:lnTo>
                <a:lnTo>
                  <a:pt x="53339" y="940308"/>
                </a:lnTo>
                <a:lnTo>
                  <a:pt x="54864" y="940308"/>
                </a:lnTo>
                <a:lnTo>
                  <a:pt x="62484" y="947928"/>
                </a:lnTo>
                <a:lnTo>
                  <a:pt x="65532" y="949451"/>
                </a:lnTo>
                <a:lnTo>
                  <a:pt x="67056" y="950976"/>
                </a:lnTo>
                <a:lnTo>
                  <a:pt x="67056" y="952500"/>
                </a:lnTo>
                <a:close/>
              </a:path>
            </a:pathLst>
          </a:custGeom>
          <a:solidFill>
            <a:srgbClr val="F972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21436" y="5065776"/>
            <a:ext cx="70485" cy="762000"/>
          </a:xfrm>
          <a:custGeom>
            <a:avLst/>
            <a:gdLst/>
            <a:ahLst/>
            <a:cxnLst/>
            <a:rect l="l" t="t" r="r" b="b"/>
            <a:pathLst>
              <a:path w="70484" h="762000">
                <a:moveTo>
                  <a:pt x="41148" y="722375"/>
                </a:moveTo>
                <a:lnTo>
                  <a:pt x="7620" y="722375"/>
                </a:lnTo>
                <a:lnTo>
                  <a:pt x="7620" y="719327"/>
                </a:lnTo>
                <a:lnTo>
                  <a:pt x="6095" y="719327"/>
                </a:lnTo>
                <a:lnTo>
                  <a:pt x="6095" y="716279"/>
                </a:lnTo>
                <a:lnTo>
                  <a:pt x="4572" y="716279"/>
                </a:lnTo>
                <a:lnTo>
                  <a:pt x="4572" y="711707"/>
                </a:lnTo>
                <a:lnTo>
                  <a:pt x="3048" y="711707"/>
                </a:lnTo>
                <a:lnTo>
                  <a:pt x="3048" y="705611"/>
                </a:lnTo>
                <a:lnTo>
                  <a:pt x="1524" y="705611"/>
                </a:lnTo>
                <a:lnTo>
                  <a:pt x="1524" y="697991"/>
                </a:lnTo>
                <a:lnTo>
                  <a:pt x="0" y="697991"/>
                </a:lnTo>
                <a:lnTo>
                  <a:pt x="0" y="64007"/>
                </a:lnTo>
                <a:lnTo>
                  <a:pt x="16764" y="27431"/>
                </a:lnTo>
                <a:lnTo>
                  <a:pt x="18288" y="24383"/>
                </a:lnTo>
                <a:lnTo>
                  <a:pt x="24384" y="18287"/>
                </a:lnTo>
                <a:lnTo>
                  <a:pt x="27432" y="16763"/>
                </a:lnTo>
                <a:lnTo>
                  <a:pt x="32004" y="12191"/>
                </a:lnTo>
                <a:lnTo>
                  <a:pt x="38100" y="9143"/>
                </a:lnTo>
                <a:lnTo>
                  <a:pt x="39624" y="7619"/>
                </a:lnTo>
                <a:lnTo>
                  <a:pt x="42672" y="6095"/>
                </a:lnTo>
                <a:lnTo>
                  <a:pt x="60960" y="0"/>
                </a:lnTo>
                <a:lnTo>
                  <a:pt x="68580" y="0"/>
                </a:lnTo>
                <a:lnTo>
                  <a:pt x="65532" y="1523"/>
                </a:lnTo>
                <a:lnTo>
                  <a:pt x="64008" y="3047"/>
                </a:lnTo>
                <a:lnTo>
                  <a:pt x="60960" y="4571"/>
                </a:lnTo>
                <a:lnTo>
                  <a:pt x="53339" y="12191"/>
                </a:lnTo>
                <a:lnTo>
                  <a:pt x="42672" y="33527"/>
                </a:lnTo>
                <a:lnTo>
                  <a:pt x="41148" y="39623"/>
                </a:lnTo>
                <a:lnTo>
                  <a:pt x="39624" y="44195"/>
                </a:lnTo>
                <a:lnTo>
                  <a:pt x="38100" y="53339"/>
                </a:lnTo>
                <a:lnTo>
                  <a:pt x="38100" y="708659"/>
                </a:lnTo>
                <a:lnTo>
                  <a:pt x="39624" y="708659"/>
                </a:lnTo>
                <a:lnTo>
                  <a:pt x="39624" y="717803"/>
                </a:lnTo>
                <a:lnTo>
                  <a:pt x="41148" y="717803"/>
                </a:lnTo>
                <a:lnTo>
                  <a:pt x="41148" y="722375"/>
                </a:lnTo>
                <a:close/>
              </a:path>
              <a:path w="70484" h="762000">
                <a:moveTo>
                  <a:pt x="42672" y="728471"/>
                </a:moveTo>
                <a:lnTo>
                  <a:pt x="10668" y="728471"/>
                </a:lnTo>
                <a:lnTo>
                  <a:pt x="10668" y="725423"/>
                </a:lnTo>
                <a:lnTo>
                  <a:pt x="9143" y="725423"/>
                </a:lnTo>
                <a:lnTo>
                  <a:pt x="9143" y="722375"/>
                </a:lnTo>
                <a:lnTo>
                  <a:pt x="42672" y="722375"/>
                </a:lnTo>
                <a:lnTo>
                  <a:pt x="42672" y="728471"/>
                </a:lnTo>
                <a:close/>
              </a:path>
              <a:path w="70484" h="762000">
                <a:moveTo>
                  <a:pt x="47243" y="737616"/>
                </a:moveTo>
                <a:lnTo>
                  <a:pt x="18288" y="737616"/>
                </a:lnTo>
                <a:lnTo>
                  <a:pt x="18288" y="734567"/>
                </a:lnTo>
                <a:lnTo>
                  <a:pt x="12191" y="728471"/>
                </a:lnTo>
                <a:lnTo>
                  <a:pt x="44195" y="728471"/>
                </a:lnTo>
                <a:lnTo>
                  <a:pt x="44195" y="731519"/>
                </a:lnTo>
                <a:lnTo>
                  <a:pt x="45720" y="731519"/>
                </a:lnTo>
                <a:lnTo>
                  <a:pt x="45720" y="734567"/>
                </a:lnTo>
                <a:lnTo>
                  <a:pt x="47243" y="734567"/>
                </a:lnTo>
                <a:lnTo>
                  <a:pt x="47243" y="737616"/>
                </a:lnTo>
                <a:close/>
              </a:path>
              <a:path w="70484" h="762000">
                <a:moveTo>
                  <a:pt x="70104" y="762000"/>
                </a:moveTo>
                <a:lnTo>
                  <a:pt x="64008" y="760475"/>
                </a:lnTo>
                <a:lnTo>
                  <a:pt x="56388" y="758951"/>
                </a:lnTo>
                <a:lnTo>
                  <a:pt x="47243" y="755903"/>
                </a:lnTo>
                <a:lnTo>
                  <a:pt x="32004" y="748284"/>
                </a:lnTo>
                <a:lnTo>
                  <a:pt x="25908" y="742187"/>
                </a:lnTo>
                <a:lnTo>
                  <a:pt x="22860" y="740663"/>
                </a:lnTo>
                <a:lnTo>
                  <a:pt x="19812" y="737616"/>
                </a:lnTo>
                <a:lnTo>
                  <a:pt x="48768" y="737616"/>
                </a:lnTo>
                <a:lnTo>
                  <a:pt x="48768" y="740663"/>
                </a:lnTo>
                <a:lnTo>
                  <a:pt x="50291" y="740663"/>
                </a:lnTo>
                <a:lnTo>
                  <a:pt x="50291" y="743711"/>
                </a:lnTo>
                <a:lnTo>
                  <a:pt x="51816" y="743711"/>
                </a:lnTo>
                <a:lnTo>
                  <a:pt x="51816" y="746759"/>
                </a:lnTo>
                <a:lnTo>
                  <a:pt x="53339" y="746759"/>
                </a:lnTo>
                <a:lnTo>
                  <a:pt x="53339" y="749807"/>
                </a:lnTo>
                <a:lnTo>
                  <a:pt x="54864" y="749807"/>
                </a:lnTo>
                <a:lnTo>
                  <a:pt x="60960" y="755903"/>
                </a:lnTo>
                <a:lnTo>
                  <a:pt x="64008" y="757427"/>
                </a:lnTo>
                <a:lnTo>
                  <a:pt x="65532" y="758951"/>
                </a:lnTo>
                <a:lnTo>
                  <a:pt x="70104" y="760475"/>
                </a:lnTo>
                <a:lnTo>
                  <a:pt x="70104" y="762000"/>
                </a:lnTo>
                <a:close/>
              </a:path>
            </a:pathLst>
          </a:custGeom>
          <a:solidFill>
            <a:srgbClr val="E9B30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12685" y="3089058"/>
            <a:ext cx="607060" cy="147955"/>
          </a:xfrm>
          <a:custGeom>
            <a:avLst/>
            <a:gdLst/>
            <a:ahLst/>
            <a:cxnLst/>
            <a:rect l="l" t="t" r="r" b="b"/>
            <a:pathLst>
              <a:path w="607060" h="147955">
                <a:moveTo>
                  <a:pt x="62484" y="0"/>
                </a:moveTo>
                <a:lnTo>
                  <a:pt x="42672" y="0"/>
                </a:lnTo>
                <a:lnTo>
                  <a:pt x="42672" y="9144"/>
                </a:lnTo>
                <a:lnTo>
                  <a:pt x="4572" y="9144"/>
                </a:lnTo>
                <a:lnTo>
                  <a:pt x="4572" y="24384"/>
                </a:lnTo>
                <a:lnTo>
                  <a:pt x="42672" y="24384"/>
                </a:lnTo>
                <a:lnTo>
                  <a:pt x="42672" y="28956"/>
                </a:lnTo>
                <a:lnTo>
                  <a:pt x="0" y="33528"/>
                </a:lnTo>
                <a:lnTo>
                  <a:pt x="3048" y="50292"/>
                </a:lnTo>
                <a:lnTo>
                  <a:pt x="42672" y="44196"/>
                </a:lnTo>
                <a:lnTo>
                  <a:pt x="42672" y="54864"/>
                </a:lnTo>
                <a:lnTo>
                  <a:pt x="62484" y="54864"/>
                </a:lnTo>
                <a:lnTo>
                  <a:pt x="62484" y="44196"/>
                </a:lnTo>
                <a:lnTo>
                  <a:pt x="62484" y="0"/>
                </a:lnTo>
                <a:close/>
              </a:path>
              <a:path w="607060" h="147955">
                <a:moveTo>
                  <a:pt x="131165" y="59436"/>
                </a:moveTo>
                <a:lnTo>
                  <a:pt x="109829" y="59436"/>
                </a:lnTo>
                <a:lnTo>
                  <a:pt x="109829" y="74777"/>
                </a:lnTo>
                <a:lnTo>
                  <a:pt x="109829" y="83921"/>
                </a:lnTo>
                <a:lnTo>
                  <a:pt x="109829" y="96113"/>
                </a:lnTo>
                <a:lnTo>
                  <a:pt x="109829" y="105257"/>
                </a:lnTo>
                <a:lnTo>
                  <a:pt x="36576" y="105257"/>
                </a:lnTo>
                <a:lnTo>
                  <a:pt x="36576" y="96113"/>
                </a:lnTo>
                <a:lnTo>
                  <a:pt x="109829" y="96113"/>
                </a:lnTo>
                <a:lnTo>
                  <a:pt x="109829" y="83921"/>
                </a:lnTo>
                <a:lnTo>
                  <a:pt x="36576" y="83921"/>
                </a:lnTo>
                <a:lnTo>
                  <a:pt x="36576" y="74777"/>
                </a:lnTo>
                <a:lnTo>
                  <a:pt x="109829" y="74777"/>
                </a:lnTo>
                <a:lnTo>
                  <a:pt x="109829" y="59436"/>
                </a:lnTo>
                <a:lnTo>
                  <a:pt x="16764" y="59436"/>
                </a:lnTo>
                <a:lnTo>
                  <a:pt x="16764" y="146405"/>
                </a:lnTo>
                <a:lnTo>
                  <a:pt x="36576" y="146405"/>
                </a:lnTo>
                <a:lnTo>
                  <a:pt x="36576" y="118973"/>
                </a:lnTo>
                <a:lnTo>
                  <a:pt x="109829" y="118973"/>
                </a:lnTo>
                <a:lnTo>
                  <a:pt x="109829" y="125069"/>
                </a:lnTo>
                <a:lnTo>
                  <a:pt x="106781" y="128117"/>
                </a:lnTo>
                <a:lnTo>
                  <a:pt x="102209" y="128117"/>
                </a:lnTo>
                <a:lnTo>
                  <a:pt x="93611" y="127876"/>
                </a:lnTo>
                <a:lnTo>
                  <a:pt x="79273" y="126822"/>
                </a:lnTo>
                <a:lnTo>
                  <a:pt x="73253" y="126593"/>
                </a:lnTo>
                <a:lnTo>
                  <a:pt x="73342" y="126822"/>
                </a:lnTo>
                <a:lnTo>
                  <a:pt x="76301" y="134213"/>
                </a:lnTo>
                <a:lnTo>
                  <a:pt x="77825" y="140309"/>
                </a:lnTo>
                <a:lnTo>
                  <a:pt x="77825" y="144856"/>
                </a:lnTo>
                <a:lnTo>
                  <a:pt x="92354" y="144856"/>
                </a:lnTo>
                <a:lnTo>
                  <a:pt x="103733" y="144691"/>
                </a:lnTo>
                <a:lnTo>
                  <a:pt x="111683" y="144233"/>
                </a:lnTo>
                <a:lnTo>
                  <a:pt x="115925" y="143357"/>
                </a:lnTo>
                <a:lnTo>
                  <a:pt x="120497" y="143357"/>
                </a:lnTo>
                <a:lnTo>
                  <a:pt x="129641" y="134213"/>
                </a:lnTo>
                <a:lnTo>
                  <a:pt x="131165" y="129641"/>
                </a:lnTo>
                <a:lnTo>
                  <a:pt x="131165" y="128117"/>
                </a:lnTo>
                <a:lnTo>
                  <a:pt x="131165" y="118973"/>
                </a:lnTo>
                <a:lnTo>
                  <a:pt x="131165" y="105257"/>
                </a:lnTo>
                <a:lnTo>
                  <a:pt x="131165" y="96113"/>
                </a:lnTo>
                <a:lnTo>
                  <a:pt x="131165" y="83921"/>
                </a:lnTo>
                <a:lnTo>
                  <a:pt x="131165" y="74777"/>
                </a:lnTo>
                <a:lnTo>
                  <a:pt x="131165" y="59436"/>
                </a:lnTo>
                <a:close/>
              </a:path>
              <a:path w="607060" h="147955">
                <a:moveTo>
                  <a:pt x="147929" y="28956"/>
                </a:moveTo>
                <a:lnTo>
                  <a:pt x="141833" y="25908"/>
                </a:lnTo>
                <a:lnTo>
                  <a:pt x="135737" y="24384"/>
                </a:lnTo>
                <a:lnTo>
                  <a:pt x="133451" y="22860"/>
                </a:lnTo>
                <a:lnTo>
                  <a:pt x="131165" y="21336"/>
                </a:lnTo>
                <a:lnTo>
                  <a:pt x="135737" y="21336"/>
                </a:lnTo>
                <a:lnTo>
                  <a:pt x="144881" y="18288"/>
                </a:lnTo>
                <a:lnTo>
                  <a:pt x="142798" y="13716"/>
                </a:lnTo>
                <a:lnTo>
                  <a:pt x="137261" y="1524"/>
                </a:lnTo>
                <a:lnTo>
                  <a:pt x="129641" y="4356"/>
                </a:lnTo>
                <a:lnTo>
                  <a:pt x="129641" y="22860"/>
                </a:lnTo>
                <a:lnTo>
                  <a:pt x="129641" y="28956"/>
                </a:lnTo>
                <a:lnTo>
                  <a:pt x="128117" y="33528"/>
                </a:lnTo>
                <a:lnTo>
                  <a:pt x="125069" y="36576"/>
                </a:lnTo>
                <a:lnTo>
                  <a:pt x="102209" y="36576"/>
                </a:lnTo>
                <a:lnTo>
                  <a:pt x="99161" y="35052"/>
                </a:lnTo>
                <a:lnTo>
                  <a:pt x="99161" y="28956"/>
                </a:lnTo>
                <a:lnTo>
                  <a:pt x="106921" y="27571"/>
                </a:lnTo>
                <a:lnTo>
                  <a:pt x="121881" y="24244"/>
                </a:lnTo>
                <a:lnTo>
                  <a:pt x="129641" y="22860"/>
                </a:lnTo>
                <a:lnTo>
                  <a:pt x="129641" y="4356"/>
                </a:lnTo>
                <a:lnTo>
                  <a:pt x="128092" y="4927"/>
                </a:lnTo>
                <a:lnTo>
                  <a:pt x="118783" y="8191"/>
                </a:lnTo>
                <a:lnTo>
                  <a:pt x="109181" y="11163"/>
                </a:lnTo>
                <a:lnTo>
                  <a:pt x="99161" y="13716"/>
                </a:lnTo>
                <a:lnTo>
                  <a:pt x="99161" y="0"/>
                </a:lnTo>
                <a:lnTo>
                  <a:pt x="79349" y="0"/>
                </a:lnTo>
                <a:lnTo>
                  <a:pt x="79349" y="33528"/>
                </a:lnTo>
                <a:lnTo>
                  <a:pt x="80759" y="42405"/>
                </a:lnTo>
                <a:lnTo>
                  <a:pt x="84874" y="48577"/>
                </a:lnTo>
                <a:lnTo>
                  <a:pt x="91567" y="52171"/>
                </a:lnTo>
                <a:lnTo>
                  <a:pt x="100685" y="53340"/>
                </a:lnTo>
                <a:lnTo>
                  <a:pt x="131165" y="53340"/>
                </a:lnTo>
                <a:lnTo>
                  <a:pt x="137261" y="51816"/>
                </a:lnTo>
                <a:lnTo>
                  <a:pt x="140309" y="48768"/>
                </a:lnTo>
                <a:lnTo>
                  <a:pt x="144881" y="45720"/>
                </a:lnTo>
                <a:lnTo>
                  <a:pt x="146405" y="38100"/>
                </a:lnTo>
                <a:lnTo>
                  <a:pt x="146659" y="36576"/>
                </a:lnTo>
                <a:lnTo>
                  <a:pt x="147929" y="28956"/>
                </a:lnTo>
                <a:close/>
              </a:path>
              <a:path w="607060" h="147955">
                <a:moveTo>
                  <a:pt x="202793" y="126593"/>
                </a:moveTo>
                <a:lnTo>
                  <a:pt x="193649" y="112877"/>
                </a:lnTo>
                <a:lnTo>
                  <a:pt x="183362" y="117424"/>
                </a:lnTo>
                <a:lnTo>
                  <a:pt x="173075" y="121831"/>
                </a:lnTo>
                <a:lnTo>
                  <a:pt x="162788" y="125945"/>
                </a:lnTo>
                <a:lnTo>
                  <a:pt x="152501" y="129641"/>
                </a:lnTo>
                <a:lnTo>
                  <a:pt x="157073" y="134213"/>
                </a:lnTo>
                <a:lnTo>
                  <a:pt x="160121" y="140309"/>
                </a:lnTo>
                <a:lnTo>
                  <a:pt x="163169" y="144881"/>
                </a:lnTo>
                <a:lnTo>
                  <a:pt x="172580" y="140309"/>
                </a:lnTo>
                <a:lnTo>
                  <a:pt x="182410" y="135737"/>
                </a:lnTo>
                <a:lnTo>
                  <a:pt x="202793" y="126593"/>
                </a:lnTo>
                <a:close/>
              </a:path>
              <a:path w="607060" h="147955">
                <a:moveTo>
                  <a:pt x="280619" y="79349"/>
                </a:moveTo>
                <a:lnTo>
                  <a:pt x="260807" y="79349"/>
                </a:lnTo>
                <a:lnTo>
                  <a:pt x="260807" y="91541"/>
                </a:lnTo>
                <a:lnTo>
                  <a:pt x="260807" y="99161"/>
                </a:lnTo>
                <a:lnTo>
                  <a:pt x="192125" y="99161"/>
                </a:lnTo>
                <a:lnTo>
                  <a:pt x="192125" y="91541"/>
                </a:lnTo>
                <a:lnTo>
                  <a:pt x="260807" y="91541"/>
                </a:lnTo>
                <a:lnTo>
                  <a:pt x="260807" y="79349"/>
                </a:lnTo>
                <a:lnTo>
                  <a:pt x="172313" y="79349"/>
                </a:lnTo>
                <a:lnTo>
                  <a:pt x="172313" y="111353"/>
                </a:lnTo>
                <a:lnTo>
                  <a:pt x="219659" y="111353"/>
                </a:lnTo>
                <a:lnTo>
                  <a:pt x="219659" y="126593"/>
                </a:lnTo>
                <a:lnTo>
                  <a:pt x="218135" y="128117"/>
                </a:lnTo>
                <a:lnTo>
                  <a:pt x="216611" y="128117"/>
                </a:lnTo>
                <a:lnTo>
                  <a:pt x="216611" y="129641"/>
                </a:lnTo>
                <a:lnTo>
                  <a:pt x="198221" y="129641"/>
                </a:lnTo>
                <a:lnTo>
                  <a:pt x="201269" y="135737"/>
                </a:lnTo>
                <a:lnTo>
                  <a:pt x="201269" y="141833"/>
                </a:lnTo>
                <a:lnTo>
                  <a:pt x="202793" y="146405"/>
                </a:lnTo>
                <a:lnTo>
                  <a:pt x="216611" y="146405"/>
                </a:lnTo>
                <a:lnTo>
                  <a:pt x="222707" y="144881"/>
                </a:lnTo>
                <a:lnTo>
                  <a:pt x="228803" y="144881"/>
                </a:lnTo>
                <a:lnTo>
                  <a:pt x="234899" y="141833"/>
                </a:lnTo>
                <a:lnTo>
                  <a:pt x="237947" y="138785"/>
                </a:lnTo>
                <a:lnTo>
                  <a:pt x="239471" y="134213"/>
                </a:lnTo>
                <a:lnTo>
                  <a:pt x="239471" y="111353"/>
                </a:lnTo>
                <a:lnTo>
                  <a:pt x="280619" y="111353"/>
                </a:lnTo>
                <a:lnTo>
                  <a:pt x="280619" y="99161"/>
                </a:lnTo>
                <a:lnTo>
                  <a:pt x="280619" y="91541"/>
                </a:lnTo>
                <a:lnTo>
                  <a:pt x="280619" y="79349"/>
                </a:lnTo>
                <a:close/>
              </a:path>
              <a:path w="607060" h="147955">
                <a:moveTo>
                  <a:pt x="298907" y="129641"/>
                </a:moveTo>
                <a:lnTo>
                  <a:pt x="288620" y="125323"/>
                </a:lnTo>
                <a:lnTo>
                  <a:pt x="278333" y="121450"/>
                </a:lnTo>
                <a:lnTo>
                  <a:pt x="268046" y="117843"/>
                </a:lnTo>
                <a:lnTo>
                  <a:pt x="257759" y="114401"/>
                </a:lnTo>
                <a:lnTo>
                  <a:pt x="248615" y="128117"/>
                </a:lnTo>
                <a:lnTo>
                  <a:pt x="260616" y="132664"/>
                </a:lnTo>
                <a:lnTo>
                  <a:pt x="271475" y="137071"/>
                </a:lnTo>
                <a:lnTo>
                  <a:pt x="289763" y="144881"/>
                </a:lnTo>
                <a:lnTo>
                  <a:pt x="298907" y="129641"/>
                </a:lnTo>
                <a:close/>
              </a:path>
              <a:path w="607060" h="147955">
                <a:moveTo>
                  <a:pt x="300431" y="57912"/>
                </a:moveTo>
                <a:lnTo>
                  <a:pt x="239471" y="57912"/>
                </a:lnTo>
                <a:lnTo>
                  <a:pt x="237947" y="51816"/>
                </a:lnTo>
                <a:lnTo>
                  <a:pt x="285191" y="51816"/>
                </a:lnTo>
                <a:lnTo>
                  <a:pt x="285191" y="39624"/>
                </a:lnTo>
                <a:lnTo>
                  <a:pt x="285191" y="33528"/>
                </a:lnTo>
                <a:lnTo>
                  <a:pt x="285191" y="22860"/>
                </a:lnTo>
                <a:lnTo>
                  <a:pt x="285191" y="16764"/>
                </a:lnTo>
                <a:lnTo>
                  <a:pt x="285191" y="4572"/>
                </a:lnTo>
                <a:lnTo>
                  <a:pt x="263855" y="4572"/>
                </a:lnTo>
                <a:lnTo>
                  <a:pt x="263855" y="16764"/>
                </a:lnTo>
                <a:lnTo>
                  <a:pt x="263855" y="22860"/>
                </a:lnTo>
                <a:lnTo>
                  <a:pt x="263855" y="33528"/>
                </a:lnTo>
                <a:lnTo>
                  <a:pt x="263855" y="39624"/>
                </a:lnTo>
                <a:lnTo>
                  <a:pt x="189077" y="39624"/>
                </a:lnTo>
                <a:lnTo>
                  <a:pt x="189077" y="33528"/>
                </a:lnTo>
                <a:lnTo>
                  <a:pt x="263855" y="33528"/>
                </a:lnTo>
                <a:lnTo>
                  <a:pt x="263855" y="22860"/>
                </a:lnTo>
                <a:lnTo>
                  <a:pt x="189077" y="22860"/>
                </a:lnTo>
                <a:lnTo>
                  <a:pt x="189077" y="16764"/>
                </a:lnTo>
                <a:lnTo>
                  <a:pt x="263855" y="16764"/>
                </a:lnTo>
                <a:lnTo>
                  <a:pt x="263855" y="4572"/>
                </a:lnTo>
                <a:lnTo>
                  <a:pt x="167741" y="4572"/>
                </a:lnTo>
                <a:lnTo>
                  <a:pt x="167741" y="51816"/>
                </a:lnTo>
                <a:lnTo>
                  <a:pt x="212039" y="51816"/>
                </a:lnTo>
                <a:lnTo>
                  <a:pt x="215087" y="57912"/>
                </a:lnTo>
                <a:lnTo>
                  <a:pt x="152501" y="57912"/>
                </a:lnTo>
                <a:lnTo>
                  <a:pt x="152501" y="73253"/>
                </a:lnTo>
                <a:lnTo>
                  <a:pt x="300431" y="73253"/>
                </a:lnTo>
                <a:lnTo>
                  <a:pt x="300431" y="57912"/>
                </a:lnTo>
                <a:close/>
              </a:path>
              <a:path w="607060" h="147955">
                <a:moveTo>
                  <a:pt x="452920" y="60960"/>
                </a:moveTo>
                <a:lnTo>
                  <a:pt x="390436" y="60960"/>
                </a:lnTo>
                <a:lnTo>
                  <a:pt x="390436" y="29210"/>
                </a:lnTo>
                <a:lnTo>
                  <a:pt x="442252" y="29210"/>
                </a:lnTo>
                <a:lnTo>
                  <a:pt x="442252" y="8890"/>
                </a:lnTo>
                <a:lnTo>
                  <a:pt x="315658" y="8890"/>
                </a:lnTo>
                <a:lnTo>
                  <a:pt x="315658" y="29210"/>
                </a:lnTo>
                <a:lnTo>
                  <a:pt x="367576" y="29210"/>
                </a:lnTo>
                <a:lnTo>
                  <a:pt x="367576" y="60960"/>
                </a:lnTo>
                <a:lnTo>
                  <a:pt x="304990" y="60960"/>
                </a:lnTo>
                <a:lnTo>
                  <a:pt x="304990" y="82550"/>
                </a:lnTo>
                <a:lnTo>
                  <a:pt x="367576" y="82550"/>
                </a:lnTo>
                <a:lnTo>
                  <a:pt x="367576" y="144780"/>
                </a:lnTo>
                <a:lnTo>
                  <a:pt x="390436" y="144780"/>
                </a:lnTo>
                <a:lnTo>
                  <a:pt x="390436" y="82550"/>
                </a:lnTo>
                <a:lnTo>
                  <a:pt x="452920" y="82550"/>
                </a:lnTo>
                <a:lnTo>
                  <a:pt x="452920" y="60960"/>
                </a:lnTo>
                <a:close/>
              </a:path>
              <a:path w="607060" h="147955">
                <a:moveTo>
                  <a:pt x="507873" y="65532"/>
                </a:moveTo>
                <a:lnTo>
                  <a:pt x="494068" y="68580"/>
                </a:lnTo>
                <a:lnTo>
                  <a:pt x="494068" y="44196"/>
                </a:lnTo>
                <a:lnTo>
                  <a:pt x="506349" y="44196"/>
                </a:lnTo>
                <a:lnTo>
                  <a:pt x="506349" y="25908"/>
                </a:lnTo>
                <a:lnTo>
                  <a:pt x="494068" y="25908"/>
                </a:lnTo>
                <a:lnTo>
                  <a:pt x="494068" y="0"/>
                </a:lnTo>
                <a:lnTo>
                  <a:pt x="474256" y="0"/>
                </a:lnTo>
                <a:lnTo>
                  <a:pt x="474256" y="25908"/>
                </a:lnTo>
                <a:lnTo>
                  <a:pt x="459016" y="25908"/>
                </a:lnTo>
                <a:lnTo>
                  <a:pt x="459016" y="44196"/>
                </a:lnTo>
                <a:lnTo>
                  <a:pt x="474256" y="44196"/>
                </a:lnTo>
                <a:lnTo>
                  <a:pt x="474256" y="71716"/>
                </a:lnTo>
                <a:lnTo>
                  <a:pt x="457492" y="76288"/>
                </a:lnTo>
                <a:lnTo>
                  <a:pt x="459016" y="97624"/>
                </a:lnTo>
                <a:lnTo>
                  <a:pt x="474256" y="93052"/>
                </a:lnTo>
                <a:lnTo>
                  <a:pt x="474256" y="123532"/>
                </a:lnTo>
                <a:lnTo>
                  <a:pt x="472732" y="126580"/>
                </a:lnTo>
                <a:lnTo>
                  <a:pt x="462064" y="126580"/>
                </a:lnTo>
                <a:lnTo>
                  <a:pt x="457492" y="125056"/>
                </a:lnTo>
                <a:lnTo>
                  <a:pt x="459016" y="131140"/>
                </a:lnTo>
                <a:lnTo>
                  <a:pt x="460540" y="138772"/>
                </a:lnTo>
                <a:lnTo>
                  <a:pt x="460540" y="144868"/>
                </a:lnTo>
                <a:lnTo>
                  <a:pt x="483400" y="144868"/>
                </a:lnTo>
                <a:lnTo>
                  <a:pt x="487972" y="143344"/>
                </a:lnTo>
                <a:lnTo>
                  <a:pt x="491020" y="140296"/>
                </a:lnTo>
                <a:lnTo>
                  <a:pt x="494068" y="134200"/>
                </a:lnTo>
                <a:lnTo>
                  <a:pt x="494068" y="126580"/>
                </a:lnTo>
                <a:lnTo>
                  <a:pt x="494068" y="93052"/>
                </a:lnTo>
                <a:lnTo>
                  <a:pt x="494068" y="88480"/>
                </a:lnTo>
                <a:lnTo>
                  <a:pt x="507873" y="85432"/>
                </a:lnTo>
                <a:lnTo>
                  <a:pt x="507873" y="68580"/>
                </a:lnTo>
                <a:lnTo>
                  <a:pt x="507873" y="65532"/>
                </a:lnTo>
                <a:close/>
              </a:path>
              <a:path w="607060" h="147955">
                <a:moveTo>
                  <a:pt x="596265" y="18288"/>
                </a:moveTo>
                <a:lnTo>
                  <a:pt x="568833" y="0"/>
                </a:lnTo>
                <a:lnTo>
                  <a:pt x="556641" y="13716"/>
                </a:lnTo>
                <a:lnTo>
                  <a:pt x="564337" y="19164"/>
                </a:lnTo>
                <a:lnTo>
                  <a:pt x="571309" y="24193"/>
                </a:lnTo>
                <a:lnTo>
                  <a:pt x="577430" y="28930"/>
                </a:lnTo>
                <a:lnTo>
                  <a:pt x="582549" y="33528"/>
                </a:lnTo>
                <a:lnTo>
                  <a:pt x="596265" y="18288"/>
                </a:lnTo>
                <a:close/>
              </a:path>
              <a:path w="607060" h="147955">
                <a:moveTo>
                  <a:pt x="606933" y="103720"/>
                </a:moveTo>
                <a:lnTo>
                  <a:pt x="600837" y="100672"/>
                </a:lnTo>
                <a:lnTo>
                  <a:pt x="594728" y="99148"/>
                </a:lnTo>
                <a:lnTo>
                  <a:pt x="588645" y="96100"/>
                </a:lnTo>
                <a:lnTo>
                  <a:pt x="587121" y="109816"/>
                </a:lnTo>
                <a:lnTo>
                  <a:pt x="585597" y="117436"/>
                </a:lnTo>
                <a:lnTo>
                  <a:pt x="585597" y="120484"/>
                </a:lnTo>
                <a:lnTo>
                  <a:pt x="584073" y="123532"/>
                </a:lnTo>
                <a:lnTo>
                  <a:pt x="582549" y="125056"/>
                </a:lnTo>
                <a:lnTo>
                  <a:pt x="574929" y="125056"/>
                </a:lnTo>
                <a:lnTo>
                  <a:pt x="573405" y="122008"/>
                </a:lnTo>
                <a:lnTo>
                  <a:pt x="573405" y="54864"/>
                </a:lnTo>
                <a:lnTo>
                  <a:pt x="602361" y="54864"/>
                </a:lnTo>
                <a:lnTo>
                  <a:pt x="602361" y="35052"/>
                </a:lnTo>
                <a:lnTo>
                  <a:pt x="547497" y="35052"/>
                </a:lnTo>
                <a:lnTo>
                  <a:pt x="547497" y="0"/>
                </a:lnTo>
                <a:lnTo>
                  <a:pt x="527685" y="0"/>
                </a:lnTo>
                <a:lnTo>
                  <a:pt x="527685" y="35052"/>
                </a:lnTo>
                <a:lnTo>
                  <a:pt x="509397" y="35052"/>
                </a:lnTo>
                <a:lnTo>
                  <a:pt x="509397" y="54864"/>
                </a:lnTo>
                <a:lnTo>
                  <a:pt x="527685" y="54864"/>
                </a:lnTo>
                <a:lnTo>
                  <a:pt x="525119" y="78587"/>
                </a:lnTo>
                <a:lnTo>
                  <a:pt x="519684" y="99148"/>
                </a:lnTo>
                <a:lnTo>
                  <a:pt x="511403" y="116255"/>
                </a:lnTo>
                <a:lnTo>
                  <a:pt x="500253" y="129628"/>
                </a:lnTo>
                <a:lnTo>
                  <a:pt x="504825" y="135724"/>
                </a:lnTo>
                <a:lnTo>
                  <a:pt x="510921" y="141820"/>
                </a:lnTo>
                <a:lnTo>
                  <a:pt x="515493" y="147916"/>
                </a:lnTo>
                <a:lnTo>
                  <a:pt x="528637" y="130175"/>
                </a:lnTo>
                <a:lnTo>
                  <a:pt x="538353" y="108864"/>
                </a:lnTo>
                <a:lnTo>
                  <a:pt x="544639" y="83807"/>
                </a:lnTo>
                <a:lnTo>
                  <a:pt x="547497" y="54864"/>
                </a:lnTo>
                <a:lnTo>
                  <a:pt x="553593" y="54864"/>
                </a:lnTo>
                <a:lnTo>
                  <a:pt x="553593" y="122008"/>
                </a:lnTo>
                <a:lnTo>
                  <a:pt x="554736" y="131140"/>
                </a:lnTo>
                <a:lnTo>
                  <a:pt x="558165" y="137820"/>
                </a:lnTo>
                <a:lnTo>
                  <a:pt x="563714" y="141820"/>
                </a:lnTo>
                <a:lnTo>
                  <a:pt x="563206" y="141820"/>
                </a:lnTo>
                <a:lnTo>
                  <a:pt x="571881" y="143344"/>
                </a:lnTo>
                <a:lnTo>
                  <a:pt x="588645" y="143344"/>
                </a:lnTo>
                <a:lnTo>
                  <a:pt x="591693" y="141820"/>
                </a:lnTo>
                <a:lnTo>
                  <a:pt x="596265" y="140296"/>
                </a:lnTo>
                <a:lnTo>
                  <a:pt x="605790" y="113157"/>
                </a:lnTo>
                <a:lnTo>
                  <a:pt x="606933" y="103720"/>
                </a:lnTo>
                <a:close/>
              </a:path>
            </a:pathLst>
          </a:custGeom>
          <a:solidFill>
            <a:srgbClr val="B8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2697" y="3342227"/>
            <a:ext cx="2173128" cy="12973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78885" y="3342227"/>
            <a:ext cx="1642395" cy="129730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012698" y="4079087"/>
            <a:ext cx="605790" cy="149860"/>
          </a:xfrm>
          <a:custGeom>
            <a:avLst/>
            <a:gdLst/>
            <a:ahLst/>
            <a:cxnLst/>
            <a:rect l="l" t="t" r="r" b="b"/>
            <a:pathLst>
              <a:path w="605790" h="149860">
                <a:moveTo>
                  <a:pt x="54864" y="39624"/>
                </a:moveTo>
                <a:lnTo>
                  <a:pt x="48615" y="33362"/>
                </a:lnTo>
                <a:lnTo>
                  <a:pt x="41529" y="26098"/>
                </a:lnTo>
                <a:lnTo>
                  <a:pt x="33858" y="17983"/>
                </a:lnTo>
                <a:lnTo>
                  <a:pt x="25908" y="9144"/>
                </a:lnTo>
                <a:lnTo>
                  <a:pt x="9144" y="21336"/>
                </a:lnTo>
                <a:lnTo>
                  <a:pt x="15138" y="28486"/>
                </a:lnTo>
                <a:lnTo>
                  <a:pt x="21717" y="36207"/>
                </a:lnTo>
                <a:lnTo>
                  <a:pt x="36576" y="53428"/>
                </a:lnTo>
                <a:lnTo>
                  <a:pt x="54864" y="39624"/>
                </a:lnTo>
                <a:close/>
              </a:path>
              <a:path w="605790" h="149860">
                <a:moveTo>
                  <a:pt x="140296" y="22860"/>
                </a:moveTo>
                <a:lnTo>
                  <a:pt x="120484" y="9144"/>
                </a:lnTo>
                <a:lnTo>
                  <a:pt x="113411" y="18859"/>
                </a:lnTo>
                <a:lnTo>
                  <a:pt x="106197" y="27432"/>
                </a:lnTo>
                <a:lnTo>
                  <a:pt x="99263" y="34861"/>
                </a:lnTo>
                <a:lnTo>
                  <a:pt x="93052" y="41148"/>
                </a:lnTo>
                <a:lnTo>
                  <a:pt x="109816" y="54952"/>
                </a:lnTo>
                <a:lnTo>
                  <a:pt x="115862" y="49479"/>
                </a:lnTo>
                <a:lnTo>
                  <a:pt x="122770" y="42303"/>
                </a:lnTo>
                <a:lnTo>
                  <a:pt x="130886" y="33362"/>
                </a:lnTo>
                <a:lnTo>
                  <a:pt x="140296" y="22860"/>
                </a:lnTo>
                <a:close/>
              </a:path>
              <a:path w="605790" h="149860">
                <a:moveTo>
                  <a:pt x="147916" y="97624"/>
                </a:moveTo>
                <a:lnTo>
                  <a:pt x="141820" y="96100"/>
                </a:lnTo>
                <a:lnTo>
                  <a:pt x="134200" y="93052"/>
                </a:lnTo>
                <a:lnTo>
                  <a:pt x="126580" y="91528"/>
                </a:lnTo>
                <a:lnTo>
                  <a:pt x="117436" y="125056"/>
                </a:lnTo>
                <a:lnTo>
                  <a:pt x="105244" y="125056"/>
                </a:lnTo>
                <a:lnTo>
                  <a:pt x="102196" y="122008"/>
                </a:lnTo>
                <a:lnTo>
                  <a:pt x="102196" y="79336"/>
                </a:lnTo>
                <a:lnTo>
                  <a:pt x="146392" y="79336"/>
                </a:lnTo>
                <a:lnTo>
                  <a:pt x="146392" y="58000"/>
                </a:lnTo>
                <a:lnTo>
                  <a:pt x="85432" y="58000"/>
                </a:lnTo>
                <a:lnTo>
                  <a:pt x="85432" y="1524"/>
                </a:lnTo>
                <a:lnTo>
                  <a:pt x="62484" y="1524"/>
                </a:lnTo>
                <a:lnTo>
                  <a:pt x="62484" y="58000"/>
                </a:lnTo>
                <a:lnTo>
                  <a:pt x="1524" y="58000"/>
                </a:lnTo>
                <a:lnTo>
                  <a:pt x="1524" y="79336"/>
                </a:lnTo>
                <a:lnTo>
                  <a:pt x="38100" y="79336"/>
                </a:lnTo>
                <a:lnTo>
                  <a:pt x="36436" y="96100"/>
                </a:lnTo>
                <a:lnTo>
                  <a:pt x="35699" y="97624"/>
                </a:lnTo>
                <a:lnTo>
                  <a:pt x="29337" y="110197"/>
                </a:lnTo>
                <a:lnTo>
                  <a:pt x="17094" y="121348"/>
                </a:lnTo>
                <a:lnTo>
                  <a:pt x="0" y="129628"/>
                </a:lnTo>
                <a:lnTo>
                  <a:pt x="10668" y="140296"/>
                </a:lnTo>
                <a:lnTo>
                  <a:pt x="50863" y="122770"/>
                </a:lnTo>
                <a:lnTo>
                  <a:pt x="62484" y="79336"/>
                </a:lnTo>
                <a:lnTo>
                  <a:pt x="79336" y="79336"/>
                </a:lnTo>
                <a:lnTo>
                  <a:pt x="79336" y="120484"/>
                </a:lnTo>
                <a:lnTo>
                  <a:pt x="81000" y="131368"/>
                </a:lnTo>
                <a:lnTo>
                  <a:pt x="85813" y="138963"/>
                </a:lnTo>
                <a:lnTo>
                  <a:pt x="93357" y="143344"/>
                </a:lnTo>
                <a:lnTo>
                  <a:pt x="92976" y="143344"/>
                </a:lnTo>
                <a:lnTo>
                  <a:pt x="103720" y="144868"/>
                </a:lnTo>
                <a:lnTo>
                  <a:pt x="126580" y="144868"/>
                </a:lnTo>
                <a:lnTo>
                  <a:pt x="145605" y="113055"/>
                </a:lnTo>
                <a:lnTo>
                  <a:pt x="147916" y="97624"/>
                </a:lnTo>
                <a:close/>
              </a:path>
              <a:path w="605790" h="149860">
                <a:moveTo>
                  <a:pt x="189064" y="115912"/>
                </a:moveTo>
                <a:lnTo>
                  <a:pt x="170776" y="106768"/>
                </a:lnTo>
                <a:lnTo>
                  <a:pt x="167055" y="115658"/>
                </a:lnTo>
                <a:lnTo>
                  <a:pt x="162775" y="124104"/>
                </a:lnTo>
                <a:lnTo>
                  <a:pt x="157911" y="132283"/>
                </a:lnTo>
                <a:lnTo>
                  <a:pt x="152488" y="140296"/>
                </a:lnTo>
                <a:lnTo>
                  <a:pt x="170776" y="149542"/>
                </a:lnTo>
                <a:lnTo>
                  <a:pt x="176199" y="140601"/>
                </a:lnTo>
                <a:lnTo>
                  <a:pt x="181063" y="132118"/>
                </a:lnTo>
                <a:lnTo>
                  <a:pt x="185343" y="123939"/>
                </a:lnTo>
                <a:lnTo>
                  <a:pt x="189064" y="115912"/>
                </a:lnTo>
                <a:close/>
              </a:path>
              <a:path w="605790" h="149860">
                <a:moveTo>
                  <a:pt x="213537" y="7620"/>
                </a:moveTo>
                <a:lnTo>
                  <a:pt x="195160" y="7620"/>
                </a:lnTo>
                <a:lnTo>
                  <a:pt x="195160" y="24384"/>
                </a:lnTo>
                <a:lnTo>
                  <a:pt x="195160" y="47244"/>
                </a:lnTo>
                <a:lnTo>
                  <a:pt x="195160" y="64096"/>
                </a:lnTo>
                <a:lnTo>
                  <a:pt x="195160" y="88480"/>
                </a:lnTo>
                <a:lnTo>
                  <a:pt x="178396" y="88480"/>
                </a:lnTo>
                <a:lnTo>
                  <a:pt x="178396" y="64096"/>
                </a:lnTo>
                <a:lnTo>
                  <a:pt x="195160" y="64096"/>
                </a:lnTo>
                <a:lnTo>
                  <a:pt x="195160" y="47244"/>
                </a:lnTo>
                <a:lnTo>
                  <a:pt x="178396" y="47244"/>
                </a:lnTo>
                <a:lnTo>
                  <a:pt x="178396" y="24384"/>
                </a:lnTo>
                <a:lnTo>
                  <a:pt x="195160" y="24384"/>
                </a:lnTo>
                <a:lnTo>
                  <a:pt x="195160" y="7620"/>
                </a:lnTo>
                <a:lnTo>
                  <a:pt x="160108" y="7620"/>
                </a:lnTo>
                <a:lnTo>
                  <a:pt x="160108" y="105244"/>
                </a:lnTo>
                <a:lnTo>
                  <a:pt x="213537" y="105244"/>
                </a:lnTo>
                <a:lnTo>
                  <a:pt x="213537" y="88480"/>
                </a:lnTo>
                <a:lnTo>
                  <a:pt x="213537" y="64096"/>
                </a:lnTo>
                <a:lnTo>
                  <a:pt x="213537" y="47244"/>
                </a:lnTo>
                <a:lnTo>
                  <a:pt x="213537" y="24384"/>
                </a:lnTo>
                <a:lnTo>
                  <a:pt x="213537" y="7620"/>
                </a:lnTo>
                <a:close/>
              </a:path>
              <a:path w="605790" h="149860">
                <a:moveTo>
                  <a:pt x="225729" y="140296"/>
                </a:moveTo>
                <a:lnTo>
                  <a:pt x="222542" y="133184"/>
                </a:lnTo>
                <a:lnTo>
                  <a:pt x="219633" y="125628"/>
                </a:lnTo>
                <a:lnTo>
                  <a:pt x="216738" y="117805"/>
                </a:lnTo>
                <a:lnTo>
                  <a:pt x="213537" y="109816"/>
                </a:lnTo>
                <a:lnTo>
                  <a:pt x="195160" y="115912"/>
                </a:lnTo>
                <a:lnTo>
                  <a:pt x="197446" y="122161"/>
                </a:lnTo>
                <a:lnTo>
                  <a:pt x="199783" y="129438"/>
                </a:lnTo>
                <a:lnTo>
                  <a:pt x="202018" y="136918"/>
                </a:lnTo>
                <a:lnTo>
                  <a:pt x="204304" y="144868"/>
                </a:lnTo>
                <a:lnTo>
                  <a:pt x="225729" y="140296"/>
                </a:lnTo>
                <a:close/>
              </a:path>
              <a:path w="605790" h="149860">
                <a:moveTo>
                  <a:pt x="260781" y="138772"/>
                </a:moveTo>
                <a:lnTo>
                  <a:pt x="257378" y="129971"/>
                </a:lnTo>
                <a:lnTo>
                  <a:pt x="254114" y="122008"/>
                </a:lnTo>
                <a:lnTo>
                  <a:pt x="251142" y="115201"/>
                </a:lnTo>
                <a:lnTo>
                  <a:pt x="248589" y="109816"/>
                </a:lnTo>
                <a:lnTo>
                  <a:pt x="230301" y="114388"/>
                </a:lnTo>
                <a:lnTo>
                  <a:pt x="232854" y="120637"/>
                </a:lnTo>
                <a:lnTo>
                  <a:pt x="235826" y="127723"/>
                </a:lnTo>
                <a:lnTo>
                  <a:pt x="242493" y="143344"/>
                </a:lnTo>
                <a:lnTo>
                  <a:pt x="260781" y="138772"/>
                </a:lnTo>
                <a:close/>
              </a:path>
              <a:path w="605790" h="149860">
                <a:moveTo>
                  <a:pt x="292785" y="61048"/>
                </a:moveTo>
                <a:lnTo>
                  <a:pt x="274497" y="61048"/>
                </a:lnTo>
                <a:lnTo>
                  <a:pt x="274497" y="77812"/>
                </a:lnTo>
                <a:lnTo>
                  <a:pt x="274497" y="91528"/>
                </a:lnTo>
                <a:lnTo>
                  <a:pt x="240969" y="91528"/>
                </a:lnTo>
                <a:lnTo>
                  <a:pt x="240969" y="77812"/>
                </a:lnTo>
                <a:lnTo>
                  <a:pt x="274497" y="77812"/>
                </a:lnTo>
                <a:lnTo>
                  <a:pt x="274497" y="61048"/>
                </a:lnTo>
                <a:lnTo>
                  <a:pt x="231825" y="61048"/>
                </a:lnTo>
                <a:lnTo>
                  <a:pt x="222681" y="61048"/>
                </a:lnTo>
                <a:lnTo>
                  <a:pt x="222681" y="106768"/>
                </a:lnTo>
                <a:lnTo>
                  <a:pt x="282117" y="106768"/>
                </a:lnTo>
                <a:lnTo>
                  <a:pt x="292785" y="106768"/>
                </a:lnTo>
                <a:lnTo>
                  <a:pt x="292785" y="91528"/>
                </a:lnTo>
                <a:lnTo>
                  <a:pt x="292785" y="77812"/>
                </a:lnTo>
                <a:lnTo>
                  <a:pt x="292785" y="61048"/>
                </a:lnTo>
                <a:close/>
              </a:path>
              <a:path w="605790" h="149860">
                <a:moveTo>
                  <a:pt x="295833" y="7620"/>
                </a:moveTo>
                <a:lnTo>
                  <a:pt x="221157" y="7620"/>
                </a:lnTo>
                <a:lnTo>
                  <a:pt x="221157" y="22860"/>
                </a:lnTo>
                <a:lnTo>
                  <a:pt x="234873" y="22860"/>
                </a:lnTo>
                <a:lnTo>
                  <a:pt x="232905" y="30937"/>
                </a:lnTo>
                <a:lnTo>
                  <a:pt x="229349" y="37147"/>
                </a:lnTo>
                <a:lnTo>
                  <a:pt x="224383" y="41935"/>
                </a:lnTo>
                <a:lnTo>
                  <a:pt x="218109" y="45720"/>
                </a:lnTo>
                <a:lnTo>
                  <a:pt x="224205" y="50292"/>
                </a:lnTo>
                <a:lnTo>
                  <a:pt x="228777" y="56476"/>
                </a:lnTo>
                <a:lnTo>
                  <a:pt x="231825" y="61048"/>
                </a:lnTo>
                <a:lnTo>
                  <a:pt x="240093" y="54444"/>
                </a:lnTo>
                <a:lnTo>
                  <a:pt x="253161" y="22860"/>
                </a:lnTo>
                <a:lnTo>
                  <a:pt x="276021" y="22860"/>
                </a:lnTo>
                <a:lnTo>
                  <a:pt x="276021" y="36576"/>
                </a:lnTo>
                <a:lnTo>
                  <a:pt x="274497" y="38100"/>
                </a:lnTo>
                <a:lnTo>
                  <a:pt x="274497" y="39624"/>
                </a:lnTo>
                <a:lnTo>
                  <a:pt x="272973" y="41148"/>
                </a:lnTo>
                <a:lnTo>
                  <a:pt x="259257" y="41148"/>
                </a:lnTo>
                <a:lnTo>
                  <a:pt x="251637" y="39624"/>
                </a:lnTo>
                <a:lnTo>
                  <a:pt x="253161" y="44196"/>
                </a:lnTo>
                <a:lnTo>
                  <a:pt x="256209" y="56476"/>
                </a:lnTo>
                <a:lnTo>
                  <a:pt x="280593" y="56476"/>
                </a:lnTo>
                <a:lnTo>
                  <a:pt x="283641" y="54952"/>
                </a:lnTo>
                <a:lnTo>
                  <a:pt x="288213" y="53428"/>
                </a:lnTo>
                <a:lnTo>
                  <a:pt x="291261" y="50292"/>
                </a:lnTo>
                <a:lnTo>
                  <a:pt x="292785" y="47244"/>
                </a:lnTo>
                <a:lnTo>
                  <a:pt x="294309" y="41148"/>
                </a:lnTo>
                <a:lnTo>
                  <a:pt x="294309" y="35052"/>
                </a:lnTo>
                <a:lnTo>
                  <a:pt x="295833" y="7620"/>
                </a:lnTo>
                <a:close/>
              </a:path>
              <a:path w="605790" h="149860">
                <a:moveTo>
                  <a:pt x="298881" y="140296"/>
                </a:moveTo>
                <a:lnTo>
                  <a:pt x="295198" y="131419"/>
                </a:lnTo>
                <a:lnTo>
                  <a:pt x="291071" y="122961"/>
                </a:lnTo>
                <a:lnTo>
                  <a:pt x="286677" y="114795"/>
                </a:lnTo>
                <a:lnTo>
                  <a:pt x="282117" y="106768"/>
                </a:lnTo>
                <a:lnTo>
                  <a:pt x="265353" y="114388"/>
                </a:lnTo>
                <a:lnTo>
                  <a:pt x="268808" y="121564"/>
                </a:lnTo>
                <a:lnTo>
                  <a:pt x="272402" y="129438"/>
                </a:lnTo>
                <a:lnTo>
                  <a:pt x="280593" y="147916"/>
                </a:lnTo>
                <a:lnTo>
                  <a:pt x="298881" y="140296"/>
                </a:lnTo>
                <a:close/>
              </a:path>
              <a:path w="605790" h="149860">
                <a:moveTo>
                  <a:pt x="350710" y="50292"/>
                </a:moveTo>
                <a:lnTo>
                  <a:pt x="338518" y="38100"/>
                </a:lnTo>
                <a:lnTo>
                  <a:pt x="330492" y="43827"/>
                </a:lnTo>
                <a:lnTo>
                  <a:pt x="322326" y="49580"/>
                </a:lnTo>
                <a:lnTo>
                  <a:pt x="313867" y="55321"/>
                </a:lnTo>
                <a:lnTo>
                  <a:pt x="304990" y="61061"/>
                </a:lnTo>
                <a:lnTo>
                  <a:pt x="308038" y="65633"/>
                </a:lnTo>
                <a:lnTo>
                  <a:pt x="312610" y="70205"/>
                </a:lnTo>
                <a:lnTo>
                  <a:pt x="312674" y="70345"/>
                </a:lnTo>
                <a:lnTo>
                  <a:pt x="315658" y="76301"/>
                </a:lnTo>
                <a:lnTo>
                  <a:pt x="324777" y="69672"/>
                </a:lnTo>
                <a:lnTo>
                  <a:pt x="333756" y="63334"/>
                </a:lnTo>
                <a:lnTo>
                  <a:pt x="342442" y="56972"/>
                </a:lnTo>
                <a:lnTo>
                  <a:pt x="350710" y="50292"/>
                </a:lnTo>
                <a:close/>
              </a:path>
              <a:path w="605790" h="149860">
                <a:moveTo>
                  <a:pt x="449859" y="18288"/>
                </a:moveTo>
                <a:lnTo>
                  <a:pt x="391947" y="18288"/>
                </a:lnTo>
                <a:lnTo>
                  <a:pt x="384327" y="0"/>
                </a:lnTo>
                <a:lnTo>
                  <a:pt x="362991" y="6096"/>
                </a:lnTo>
                <a:lnTo>
                  <a:pt x="367563" y="18288"/>
                </a:lnTo>
                <a:lnTo>
                  <a:pt x="308038" y="18288"/>
                </a:lnTo>
                <a:lnTo>
                  <a:pt x="308038" y="35052"/>
                </a:lnTo>
                <a:lnTo>
                  <a:pt x="352234" y="35052"/>
                </a:lnTo>
                <a:lnTo>
                  <a:pt x="352234" y="70205"/>
                </a:lnTo>
                <a:lnTo>
                  <a:pt x="370611" y="70205"/>
                </a:lnTo>
                <a:lnTo>
                  <a:pt x="370611" y="35052"/>
                </a:lnTo>
                <a:lnTo>
                  <a:pt x="387375" y="35052"/>
                </a:lnTo>
                <a:lnTo>
                  <a:pt x="387375" y="70205"/>
                </a:lnTo>
                <a:lnTo>
                  <a:pt x="405663" y="70205"/>
                </a:lnTo>
                <a:lnTo>
                  <a:pt x="405663" y="35052"/>
                </a:lnTo>
                <a:lnTo>
                  <a:pt x="449859" y="35052"/>
                </a:lnTo>
                <a:lnTo>
                  <a:pt x="449859" y="18288"/>
                </a:lnTo>
                <a:close/>
              </a:path>
              <a:path w="605790" h="149860">
                <a:moveTo>
                  <a:pt x="452907" y="125069"/>
                </a:moveTo>
                <a:lnTo>
                  <a:pt x="438594" y="124510"/>
                </a:lnTo>
                <a:lnTo>
                  <a:pt x="425284" y="122974"/>
                </a:lnTo>
                <a:lnTo>
                  <a:pt x="412826" y="120561"/>
                </a:lnTo>
                <a:lnTo>
                  <a:pt x="401091" y="117449"/>
                </a:lnTo>
                <a:lnTo>
                  <a:pt x="409663" y="111442"/>
                </a:lnTo>
                <a:lnTo>
                  <a:pt x="413219" y="108305"/>
                </a:lnTo>
                <a:lnTo>
                  <a:pt x="417093" y="104876"/>
                </a:lnTo>
                <a:lnTo>
                  <a:pt x="423379" y="97726"/>
                </a:lnTo>
                <a:lnTo>
                  <a:pt x="428523" y="90017"/>
                </a:lnTo>
                <a:lnTo>
                  <a:pt x="428523" y="73253"/>
                </a:lnTo>
                <a:lnTo>
                  <a:pt x="405663" y="73253"/>
                </a:lnTo>
                <a:lnTo>
                  <a:pt x="405663" y="91541"/>
                </a:lnTo>
                <a:lnTo>
                  <a:pt x="399681" y="96088"/>
                </a:lnTo>
                <a:lnTo>
                  <a:pt x="393280" y="100495"/>
                </a:lnTo>
                <a:lnTo>
                  <a:pt x="386588" y="104609"/>
                </a:lnTo>
                <a:lnTo>
                  <a:pt x="379755" y="108305"/>
                </a:lnTo>
                <a:lnTo>
                  <a:pt x="373164" y="104609"/>
                </a:lnTo>
                <a:lnTo>
                  <a:pt x="366979" y="100495"/>
                </a:lnTo>
                <a:lnTo>
                  <a:pt x="361073" y="96088"/>
                </a:lnTo>
                <a:lnTo>
                  <a:pt x="355282" y="91541"/>
                </a:lnTo>
                <a:lnTo>
                  <a:pt x="405663" y="91541"/>
                </a:lnTo>
                <a:lnTo>
                  <a:pt x="405663" y="73253"/>
                </a:lnTo>
                <a:lnTo>
                  <a:pt x="324802" y="73253"/>
                </a:lnTo>
                <a:lnTo>
                  <a:pt x="324802" y="91541"/>
                </a:lnTo>
                <a:lnTo>
                  <a:pt x="333946" y="91541"/>
                </a:lnTo>
                <a:lnTo>
                  <a:pt x="339674" y="98374"/>
                </a:lnTo>
                <a:lnTo>
                  <a:pt x="345567" y="105067"/>
                </a:lnTo>
                <a:lnTo>
                  <a:pt x="351739" y="111442"/>
                </a:lnTo>
                <a:lnTo>
                  <a:pt x="358419" y="117449"/>
                </a:lnTo>
                <a:lnTo>
                  <a:pt x="346392" y="121488"/>
                </a:lnTo>
                <a:lnTo>
                  <a:pt x="333375" y="124688"/>
                </a:lnTo>
                <a:lnTo>
                  <a:pt x="319532" y="127304"/>
                </a:lnTo>
                <a:lnTo>
                  <a:pt x="304990" y="129641"/>
                </a:lnTo>
                <a:lnTo>
                  <a:pt x="309562" y="135737"/>
                </a:lnTo>
                <a:lnTo>
                  <a:pt x="312610" y="141833"/>
                </a:lnTo>
                <a:lnTo>
                  <a:pt x="315658" y="149542"/>
                </a:lnTo>
                <a:lnTo>
                  <a:pt x="333387" y="145770"/>
                </a:lnTo>
                <a:lnTo>
                  <a:pt x="349986" y="141452"/>
                </a:lnTo>
                <a:lnTo>
                  <a:pt x="365518" y="136563"/>
                </a:lnTo>
                <a:lnTo>
                  <a:pt x="379755" y="131165"/>
                </a:lnTo>
                <a:lnTo>
                  <a:pt x="393166" y="136563"/>
                </a:lnTo>
                <a:lnTo>
                  <a:pt x="408139" y="141262"/>
                </a:lnTo>
                <a:lnTo>
                  <a:pt x="424548" y="145084"/>
                </a:lnTo>
                <a:lnTo>
                  <a:pt x="442239" y="147929"/>
                </a:lnTo>
                <a:lnTo>
                  <a:pt x="446811" y="135737"/>
                </a:lnTo>
                <a:lnTo>
                  <a:pt x="449554" y="131165"/>
                </a:lnTo>
                <a:lnTo>
                  <a:pt x="451383" y="128117"/>
                </a:lnTo>
                <a:lnTo>
                  <a:pt x="452907" y="125069"/>
                </a:lnTo>
                <a:close/>
              </a:path>
              <a:path w="605790" h="149860">
                <a:moveTo>
                  <a:pt x="452907" y="61061"/>
                </a:moveTo>
                <a:lnTo>
                  <a:pt x="444030" y="55321"/>
                </a:lnTo>
                <a:lnTo>
                  <a:pt x="435571" y="49580"/>
                </a:lnTo>
                <a:lnTo>
                  <a:pt x="427405" y="43827"/>
                </a:lnTo>
                <a:lnTo>
                  <a:pt x="419379" y="38100"/>
                </a:lnTo>
                <a:lnTo>
                  <a:pt x="407187" y="51917"/>
                </a:lnTo>
                <a:lnTo>
                  <a:pt x="416064" y="57861"/>
                </a:lnTo>
                <a:lnTo>
                  <a:pt x="424522" y="64109"/>
                </a:lnTo>
                <a:lnTo>
                  <a:pt x="432689" y="70345"/>
                </a:lnTo>
                <a:lnTo>
                  <a:pt x="440715" y="76301"/>
                </a:lnTo>
                <a:lnTo>
                  <a:pt x="452907" y="61061"/>
                </a:lnTo>
                <a:close/>
              </a:path>
              <a:path w="605790" h="149860">
                <a:moveTo>
                  <a:pt x="513969" y="7620"/>
                </a:moveTo>
                <a:lnTo>
                  <a:pt x="494055" y="1524"/>
                </a:lnTo>
                <a:lnTo>
                  <a:pt x="486625" y="19507"/>
                </a:lnTo>
                <a:lnTo>
                  <a:pt x="478053" y="36779"/>
                </a:lnTo>
                <a:lnTo>
                  <a:pt x="468337" y="53213"/>
                </a:lnTo>
                <a:lnTo>
                  <a:pt x="457479" y="68668"/>
                </a:lnTo>
                <a:lnTo>
                  <a:pt x="458647" y="74650"/>
                </a:lnTo>
                <a:lnTo>
                  <a:pt x="459955" y="81051"/>
                </a:lnTo>
                <a:lnTo>
                  <a:pt x="461556" y="87744"/>
                </a:lnTo>
                <a:lnTo>
                  <a:pt x="463575" y="94576"/>
                </a:lnTo>
                <a:lnTo>
                  <a:pt x="472719" y="82384"/>
                </a:lnTo>
                <a:lnTo>
                  <a:pt x="477291" y="74777"/>
                </a:lnTo>
                <a:lnTo>
                  <a:pt x="477291" y="146392"/>
                </a:lnTo>
                <a:lnTo>
                  <a:pt x="500253" y="146392"/>
                </a:lnTo>
                <a:lnTo>
                  <a:pt x="500253" y="90004"/>
                </a:lnTo>
                <a:lnTo>
                  <a:pt x="500253" y="74650"/>
                </a:lnTo>
                <a:lnTo>
                  <a:pt x="500253" y="41148"/>
                </a:lnTo>
                <a:lnTo>
                  <a:pt x="503682" y="33121"/>
                </a:lnTo>
                <a:lnTo>
                  <a:pt x="507111" y="24955"/>
                </a:lnTo>
                <a:lnTo>
                  <a:pt x="510540" y="16497"/>
                </a:lnTo>
                <a:lnTo>
                  <a:pt x="513969" y="7620"/>
                </a:lnTo>
                <a:close/>
              </a:path>
              <a:path w="605790" h="149860">
                <a:moveTo>
                  <a:pt x="605409" y="96100"/>
                </a:moveTo>
                <a:lnTo>
                  <a:pt x="597789" y="94576"/>
                </a:lnTo>
                <a:lnTo>
                  <a:pt x="590169" y="91528"/>
                </a:lnTo>
                <a:lnTo>
                  <a:pt x="582549" y="90004"/>
                </a:lnTo>
                <a:lnTo>
                  <a:pt x="581634" y="100533"/>
                </a:lnTo>
                <a:lnTo>
                  <a:pt x="581520" y="102196"/>
                </a:lnTo>
                <a:lnTo>
                  <a:pt x="581406" y="103720"/>
                </a:lnTo>
                <a:lnTo>
                  <a:pt x="581291" y="105244"/>
                </a:lnTo>
                <a:lnTo>
                  <a:pt x="581253" y="105803"/>
                </a:lnTo>
                <a:lnTo>
                  <a:pt x="581025" y="109054"/>
                </a:lnTo>
                <a:lnTo>
                  <a:pt x="580948" y="109816"/>
                </a:lnTo>
                <a:lnTo>
                  <a:pt x="580402" y="115303"/>
                </a:lnTo>
                <a:lnTo>
                  <a:pt x="579501" y="118960"/>
                </a:lnTo>
                <a:lnTo>
                  <a:pt x="577977" y="122008"/>
                </a:lnTo>
                <a:lnTo>
                  <a:pt x="573405" y="123532"/>
                </a:lnTo>
                <a:lnTo>
                  <a:pt x="556641" y="123532"/>
                </a:lnTo>
                <a:lnTo>
                  <a:pt x="553593" y="120484"/>
                </a:lnTo>
                <a:lnTo>
                  <a:pt x="553593" y="97624"/>
                </a:lnTo>
                <a:lnTo>
                  <a:pt x="553593" y="82384"/>
                </a:lnTo>
                <a:lnTo>
                  <a:pt x="567016" y="71602"/>
                </a:lnTo>
                <a:lnTo>
                  <a:pt x="579882" y="60096"/>
                </a:lnTo>
                <a:lnTo>
                  <a:pt x="586790" y="53428"/>
                </a:lnTo>
                <a:lnTo>
                  <a:pt x="592162" y="48272"/>
                </a:lnTo>
                <a:lnTo>
                  <a:pt x="603885" y="36576"/>
                </a:lnTo>
                <a:lnTo>
                  <a:pt x="585597" y="21336"/>
                </a:lnTo>
                <a:lnTo>
                  <a:pt x="577596" y="30200"/>
                </a:lnTo>
                <a:lnTo>
                  <a:pt x="569595" y="38493"/>
                </a:lnTo>
                <a:lnTo>
                  <a:pt x="561594" y="46240"/>
                </a:lnTo>
                <a:lnTo>
                  <a:pt x="553593" y="53428"/>
                </a:lnTo>
                <a:lnTo>
                  <a:pt x="553593" y="1524"/>
                </a:lnTo>
                <a:lnTo>
                  <a:pt x="530733" y="1524"/>
                </a:lnTo>
                <a:lnTo>
                  <a:pt x="530733" y="71602"/>
                </a:lnTo>
                <a:lnTo>
                  <a:pt x="530910" y="71602"/>
                </a:lnTo>
                <a:lnTo>
                  <a:pt x="523608" y="76288"/>
                </a:lnTo>
                <a:lnTo>
                  <a:pt x="516064" y="80860"/>
                </a:lnTo>
                <a:lnTo>
                  <a:pt x="508228" y="85432"/>
                </a:lnTo>
                <a:lnTo>
                  <a:pt x="500253" y="90004"/>
                </a:lnTo>
                <a:lnTo>
                  <a:pt x="504825" y="97624"/>
                </a:lnTo>
                <a:lnTo>
                  <a:pt x="509397" y="103720"/>
                </a:lnTo>
                <a:lnTo>
                  <a:pt x="512445" y="109816"/>
                </a:lnTo>
                <a:lnTo>
                  <a:pt x="518541" y="105244"/>
                </a:lnTo>
                <a:lnTo>
                  <a:pt x="524637" y="102196"/>
                </a:lnTo>
                <a:lnTo>
                  <a:pt x="530733" y="97624"/>
                </a:lnTo>
                <a:lnTo>
                  <a:pt x="530733" y="118960"/>
                </a:lnTo>
                <a:lnTo>
                  <a:pt x="532447" y="130086"/>
                </a:lnTo>
                <a:lnTo>
                  <a:pt x="537591" y="138201"/>
                </a:lnTo>
                <a:lnTo>
                  <a:pt x="546163" y="143179"/>
                </a:lnTo>
                <a:lnTo>
                  <a:pt x="558165" y="144868"/>
                </a:lnTo>
                <a:lnTo>
                  <a:pt x="579501" y="144868"/>
                </a:lnTo>
                <a:lnTo>
                  <a:pt x="601472" y="123532"/>
                </a:lnTo>
                <a:lnTo>
                  <a:pt x="601980" y="121183"/>
                </a:lnTo>
                <a:lnTo>
                  <a:pt x="602081" y="120484"/>
                </a:lnTo>
                <a:lnTo>
                  <a:pt x="603123" y="114198"/>
                </a:lnTo>
                <a:lnTo>
                  <a:pt x="604329" y="105244"/>
                </a:lnTo>
                <a:lnTo>
                  <a:pt x="605409" y="96100"/>
                </a:lnTo>
                <a:close/>
              </a:path>
            </a:pathLst>
          </a:custGeom>
          <a:solidFill>
            <a:srgbClr val="C1410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5745" y="4333875"/>
            <a:ext cx="301942" cy="129635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12271" y="4332351"/>
            <a:ext cx="1105566" cy="131159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2624613" y="4343019"/>
            <a:ext cx="248920" cy="104139"/>
            <a:chOff x="2624613" y="4343019"/>
            <a:chExt cx="248920" cy="104139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24613" y="4343019"/>
              <a:ext cx="161639" cy="10372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09113" y="4344542"/>
              <a:ext cx="64103" cy="100679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2928073" y="4333875"/>
            <a:ext cx="831215" cy="130175"/>
          </a:xfrm>
          <a:custGeom>
            <a:avLst/>
            <a:gdLst/>
            <a:ahLst/>
            <a:cxnLst/>
            <a:rect l="l" t="t" r="r" b="b"/>
            <a:pathLst>
              <a:path w="831214" h="130175">
                <a:moveTo>
                  <a:pt x="79349" y="77736"/>
                </a:moveTo>
                <a:lnTo>
                  <a:pt x="69075" y="75704"/>
                </a:lnTo>
                <a:lnTo>
                  <a:pt x="58966" y="74117"/>
                </a:lnTo>
                <a:lnTo>
                  <a:pt x="39725" y="71640"/>
                </a:lnTo>
                <a:lnTo>
                  <a:pt x="36677" y="79260"/>
                </a:lnTo>
                <a:lnTo>
                  <a:pt x="46748" y="81305"/>
                </a:lnTo>
                <a:lnTo>
                  <a:pt x="66890" y="84823"/>
                </a:lnTo>
                <a:lnTo>
                  <a:pt x="77825" y="86880"/>
                </a:lnTo>
                <a:lnTo>
                  <a:pt x="79349" y="77736"/>
                </a:lnTo>
                <a:close/>
              </a:path>
              <a:path w="831214" h="130175">
                <a:moveTo>
                  <a:pt x="88493" y="97637"/>
                </a:moveTo>
                <a:lnTo>
                  <a:pt x="26009" y="88404"/>
                </a:lnTo>
                <a:lnTo>
                  <a:pt x="22860" y="97637"/>
                </a:lnTo>
                <a:lnTo>
                  <a:pt x="39535" y="99949"/>
                </a:lnTo>
                <a:lnTo>
                  <a:pt x="55333" y="102400"/>
                </a:lnTo>
                <a:lnTo>
                  <a:pt x="70535" y="105143"/>
                </a:lnTo>
                <a:lnTo>
                  <a:pt x="85445" y="108305"/>
                </a:lnTo>
                <a:lnTo>
                  <a:pt x="88493" y="97637"/>
                </a:lnTo>
                <a:close/>
              </a:path>
              <a:path w="831214" h="130175">
                <a:moveTo>
                  <a:pt x="102209" y="64020"/>
                </a:moveTo>
                <a:lnTo>
                  <a:pt x="87503" y="60972"/>
                </a:lnTo>
                <a:lnTo>
                  <a:pt x="83731" y="60210"/>
                </a:lnTo>
                <a:lnTo>
                  <a:pt x="75844" y="58445"/>
                </a:lnTo>
                <a:lnTo>
                  <a:pt x="68681" y="56400"/>
                </a:lnTo>
                <a:lnTo>
                  <a:pt x="75120" y="51828"/>
                </a:lnTo>
                <a:lnTo>
                  <a:pt x="75488" y="51562"/>
                </a:lnTo>
                <a:lnTo>
                  <a:pt x="82016" y="46304"/>
                </a:lnTo>
                <a:lnTo>
                  <a:pt x="87960" y="40754"/>
                </a:lnTo>
                <a:lnTo>
                  <a:pt x="93065" y="35064"/>
                </a:lnTo>
                <a:lnTo>
                  <a:pt x="93065" y="27444"/>
                </a:lnTo>
                <a:lnTo>
                  <a:pt x="79349" y="27444"/>
                </a:lnTo>
                <a:lnTo>
                  <a:pt x="79349" y="35064"/>
                </a:lnTo>
                <a:lnTo>
                  <a:pt x="75361" y="39611"/>
                </a:lnTo>
                <a:lnTo>
                  <a:pt x="70396" y="44018"/>
                </a:lnTo>
                <a:lnTo>
                  <a:pt x="64554" y="48133"/>
                </a:lnTo>
                <a:lnTo>
                  <a:pt x="58013" y="51828"/>
                </a:lnTo>
                <a:lnTo>
                  <a:pt x="50393" y="47256"/>
                </a:lnTo>
                <a:lnTo>
                  <a:pt x="44297" y="42684"/>
                </a:lnTo>
                <a:lnTo>
                  <a:pt x="43154" y="41160"/>
                </a:lnTo>
                <a:lnTo>
                  <a:pt x="39725" y="36588"/>
                </a:lnTo>
                <a:lnTo>
                  <a:pt x="39725" y="35064"/>
                </a:lnTo>
                <a:lnTo>
                  <a:pt x="79349" y="35064"/>
                </a:lnTo>
                <a:lnTo>
                  <a:pt x="79349" y="27444"/>
                </a:lnTo>
                <a:lnTo>
                  <a:pt x="47345" y="27444"/>
                </a:lnTo>
                <a:lnTo>
                  <a:pt x="48869" y="25920"/>
                </a:lnTo>
                <a:lnTo>
                  <a:pt x="51917" y="19824"/>
                </a:lnTo>
                <a:lnTo>
                  <a:pt x="42773" y="16776"/>
                </a:lnTo>
                <a:lnTo>
                  <a:pt x="36741" y="24752"/>
                </a:lnTo>
                <a:lnTo>
                  <a:pt x="29997" y="32588"/>
                </a:lnTo>
                <a:lnTo>
                  <a:pt x="22364" y="40132"/>
                </a:lnTo>
                <a:lnTo>
                  <a:pt x="13716" y="47256"/>
                </a:lnTo>
                <a:lnTo>
                  <a:pt x="16764" y="48780"/>
                </a:lnTo>
                <a:lnTo>
                  <a:pt x="18288" y="51828"/>
                </a:lnTo>
                <a:lnTo>
                  <a:pt x="19812" y="53352"/>
                </a:lnTo>
                <a:lnTo>
                  <a:pt x="26009" y="48780"/>
                </a:lnTo>
                <a:lnTo>
                  <a:pt x="30581" y="45732"/>
                </a:lnTo>
                <a:lnTo>
                  <a:pt x="33629" y="41160"/>
                </a:lnTo>
                <a:lnTo>
                  <a:pt x="38201" y="47256"/>
                </a:lnTo>
                <a:lnTo>
                  <a:pt x="50393" y="56400"/>
                </a:lnTo>
                <a:lnTo>
                  <a:pt x="33045" y="61734"/>
                </a:lnTo>
                <a:lnTo>
                  <a:pt x="23126" y="64541"/>
                </a:lnTo>
                <a:lnTo>
                  <a:pt x="12192" y="67068"/>
                </a:lnTo>
                <a:lnTo>
                  <a:pt x="13716" y="70116"/>
                </a:lnTo>
                <a:lnTo>
                  <a:pt x="15240" y="71640"/>
                </a:lnTo>
                <a:lnTo>
                  <a:pt x="16764" y="74688"/>
                </a:lnTo>
                <a:lnTo>
                  <a:pt x="29057" y="71259"/>
                </a:lnTo>
                <a:lnTo>
                  <a:pt x="40474" y="67830"/>
                </a:lnTo>
                <a:lnTo>
                  <a:pt x="50774" y="64376"/>
                </a:lnTo>
                <a:lnTo>
                  <a:pt x="59537" y="60972"/>
                </a:lnTo>
                <a:lnTo>
                  <a:pt x="67195" y="64376"/>
                </a:lnTo>
                <a:lnTo>
                  <a:pt x="76301" y="67640"/>
                </a:lnTo>
                <a:lnTo>
                  <a:pt x="86537" y="70612"/>
                </a:lnTo>
                <a:lnTo>
                  <a:pt x="97637" y="73164"/>
                </a:lnTo>
                <a:lnTo>
                  <a:pt x="102209" y="64020"/>
                </a:lnTo>
                <a:close/>
              </a:path>
              <a:path w="831214" h="130175">
                <a:moveTo>
                  <a:pt x="114401" y="6108"/>
                </a:moveTo>
                <a:lnTo>
                  <a:pt x="105257" y="6108"/>
                </a:lnTo>
                <a:lnTo>
                  <a:pt x="105257" y="15252"/>
                </a:lnTo>
                <a:lnTo>
                  <a:pt x="105257" y="112877"/>
                </a:lnTo>
                <a:lnTo>
                  <a:pt x="9144" y="112877"/>
                </a:lnTo>
                <a:lnTo>
                  <a:pt x="9144" y="15252"/>
                </a:lnTo>
                <a:lnTo>
                  <a:pt x="105257" y="15252"/>
                </a:lnTo>
                <a:lnTo>
                  <a:pt x="105257" y="6108"/>
                </a:lnTo>
                <a:lnTo>
                  <a:pt x="0" y="6108"/>
                </a:lnTo>
                <a:lnTo>
                  <a:pt x="0" y="128117"/>
                </a:lnTo>
                <a:lnTo>
                  <a:pt x="9144" y="128117"/>
                </a:lnTo>
                <a:lnTo>
                  <a:pt x="9144" y="122021"/>
                </a:lnTo>
                <a:lnTo>
                  <a:pt x="105257" y="122021"/>
                </a:lnTo>
                <a:lnTo>
                  <a:pt x="105257" y="128117"/>
                </a:lnTo>
                <a:lnTo>
                  <a:pt x="114401" y="128117"/>
                </a:lnTo>
                <a:lnTo>
                  <a:pt x="114401" y="122021"/>
                </a:lnTo>
                <a:lnTo>
                  <a:pt x="114401" y="112877"/>
                </a:lnTo>
                <a:lnTo>
                  <a:pt x="114401" y="15252"/>
                </a:lnTo>
                <a:lnTo>
                  <a:pt x="114401" y="6108"/>
                </a:lnTo>
                <a:close/>
              </a:path>
              <a:path w="831214" h="130175">
                <a:moveTo>
                  <a:pt x="163156" y="3048"/>
                </a:moveTo>
                <a:lnTo>
                  <a:pt x="154012" y="0"/>
                </a:lnTo>
                <a:lnTo>
                  <a:pt x="148018" y="17716"/>
                </a:lnTo>
                <a:lnTo>
                  <a:pt x="141439" y="34290"/>
                </a:lnTo>
                <a:lnTo>
                  <a:pt x="134302" y="49720"/>
                </a:lnTo>
                <a:lnTo>
                  <a:pt x="126580" y="64008"/>
                </a:lnTo>
                <a:lnTo>
                  <a:pt x="128104" y="67056"/>
                </a:lnTo>
                <a:lnTo>
                  <a:pt x="128104" y="70104"/>
                </a:lnTo>
                <a:lnTo>
                  <a:pt x="129628" y="74676"/>
                </a:lnTo>
                <a:lnTo>
                  <a:pt x="134200" y="68580"/>
                </a:lnTo>
                <a:lnTo>
                  <a:pt x="137248" y="62484"/>
                </a:lnTo>
                <a:lnTo>
                  <a:pt x="141820" y="54864"/>
                </a:lnTo>
                <a:lnTo>
                  <a:pt x="141820" y="128117"/>
                </a:lnTo>
                <a:lnTo>
                  <a:pt x="150964" y="128117"/>
                </a:lnTo>
                <a:lnTo>
                  <a:pt x="150964" y="54864"/>
                </a:lnTo>
                <a:lnTo>
                  <a:pt x="150964" y="36576"/>
                </a:lnTo>
                <a:lnTo>
                  <a:pt x="154381" y="28562"/>
                </a:lnTo>
                <a:lnTo>
                  <a:pt x="157632" y="20383"/>
                </a:lnTo>
                <a:lnTo>
                  <a:pt x="160616" y="11938"/>
                </a:lnTo>
                <a:lnTo>
                  <a:pt x="163156" y="3048"/>
                </a:lnTo>
                <a:close/>
              </a:path>
              <a:path w="831214" h="130175">
                <a:moveTo>
                  <a:pt x="256222" y="111353"/>
                </a:moveTo>
                <a:lnTo>
                  <a:pt x="247916" y="105092"/>
                </a:lnTo>
                <a:lnTo>
                  <a:pt x="241173" y="97815"/>
                </a:lnTo>
                <a:lnTo>
                  <a:pt x="241058" y="97637"/>
                </a:lnTo>
                <a:lnTo>
                  <a:pt x="235864" y="89662"/>
                </a:lnTo>
                <a:lnTo>
                  <a:pt x="233908" y="85344"/>
                </a:lnTo>
                <a:lnTo>
                  <a:pt x="231838" y="80772"/>
                </a:lnTo>
                <a:lnTo>
                  <a:pt x="237934" y="77724"/>
                </a:lnTo>
                <a:lnTo>
                  <a:pt x="242506" y="73152"/>
                </a:lnTo>
                <a:lnTo>
                  <a:pt x="248602" y="70104"/>
                </a:lnTo>
                <a:lnTo>
                  <a:pt x="242506" y="62484"/>
                </a:lnTo>
                <a:lnTo>
                  <a:pt x="236499" y="67056"/>
                </a:lnTo>
                <a:lnTo>
                  <a:pt x="229933" y="71628"/>
                </a:lnTo>
                <a:lnTo>
                  <a:pt x="222783" y="76200"/>
                </a:lnTo>
                <a:lnTo>
                  <a:pt x="215074" y="80772"/>
                </a:lnTo>
                <a:lnTo>
                  <a:pt x="214464" y="79248"/>
                </a:lnTo>
                <a:lnTo>
                  <a:pt x="212026" y="73152"/>
                </a:lnTo>
                <a:lnTo>
                  <a:pt x="208978" y="67056"/>
                </a:lnTo>
                <a:lnTo>
                  <a:pt x="202882" y="60960"/>
                </a:lnTo>
                <a:lnTo>
                  <a:pt x="204406" y="60960"/>
                </a:lnTo>
                <a:lnTo>
                  <a:pt x="204406" y="59436"/>
                </a:lnTo>
                <a:lnTo>
                  <a:pt x="247078" y="59436"/>
                </a:lnTo>
                <a:lnTo>
                  <a:pt x="247078" y="50292"/>
                </a:lnTo>
                <a:lnTo>
                  <a:pt x="247078" y="38100"/>
                </a:lnTo>
                <a:lnTo>
                  <a:pt x="247078" y="36576"/>
                </a:lnTo>
                <a:lnTo>
                  <a:pt x="247078" y="30480"/>
                </a:lnTo>
                <a:lnTo>
                  <a:pt x="237934" y="30480"/>
                </a:lnTo>
                <a:lnTo>
                  <a:pt x="237934" y="38100"/>
                </a:lnTo>
                <a:lnTo>
                  <a:pt x="237934" y="50292"/>
                </a:lnTo>
                <a:lnTo>
                  <a:pt x="210502" y="50292"/>
                </a:lnTo>
                <a:lnTo>
                  <a:pt x="212026" y="47244"/>
                </a:lnTo>
                <a:lnTo>
                  <a:pt x="213550" y="42672"/>
                </a:lnTo>
                <a:lnTo>
                  <a:pt x="213550" y="38100"/>
                </a:lnTo>
                <a:lnTo>
                  <a:pt x="237934" y="38100"/>
                </a:lnTo>
                <a:lnTo>
                  <a:pt x="237934" y="30480"/>
                </a:lnTo>
                <a:lnTo>
                  <a:pt x="219646" y="30480"/>
                </a:lnTo>
                <a:lnTo>
                  <a:pt x="230314" y="18288"/>
                </a:lnTo>
                <a:lnTo>
                  <a:pt x="230314" y="10668"/>
                </a:lnTo>
                <a:lnTo>
                  <a:pt x="218122" y="10668"/>
                </a:lnTo>
                <a:lnTo>
                  <a:pt x="218122" y="18288"/>
                </a:lnTo>
                <a:lnTo>
                  <a:pt x="207454" y="30480"/>
                </a:lnTo>
                <a:lnTo>
                  <a:pt x="204406" y="30480"/>
                </a:lnTo>
                <a:lnTo>
                  <a:pt x="204406" y="38100"/>
                </a:lnTo>
                <a:lnTo>
                  <a:pt x="204406" y="42672"/>
                </a:lnTo>
                <a:lnTo>
                  <a:pt x="202882" y="47244"/>
                </a:lnTo>
                <a:lnTo>
                  <a:pt x="199834" y="50292"/>
                </a:lnTo>
                <a:lnTo>
                  <a:pt x="178498" y="50292"/>
                </a:lnTo>
                <a:lnTo>
                  <a:pt x="178498" y="38100"/>
                </a:lnTo>
                <a:lnTo>
                  <a:pt x="204406" y="38100"/>
                </a:lnTo>
                <a:lnTo>
                  <a:pt x="204406" y="30480"/>
                </a:lnTo>
                <a:lnTo>
                  <a:pt x="176974" y="30480"/>
                </a:lnTo>
                <a:lnTo>
                  <a:pt x="180022" y="25908"/>
                </a:lnTo>
                <a:lnTo>
                  <a:pt x="184594" y="22860"/>
                </a:lnTo>
                <a:lnTo>
                  <a:pt x="187642" y="18288"/>
                </a:lnTo>
                <a:lnTo>
                  <a:pt x="218122" y="18288"/>
                </a:lnTo>
                <a:lnTo>
                  <a:pt x="218122" y="10668"/>
                </a:lnTo>
                <a:lnTo>
                  <a:pt x="193738" y="10668"/>
                </a:lnTo>
                <a:lnTo>
                  <a:pt x="199834" y="4572"/>
                </a:lnTo>
                <a:lnTo>
                  <a:pt x="201358" y="0"/>
                </a:lnTo>
                <a:lnTo>
                  <a:pt x="190690" y="0"/>
                </a:lnTo>
                <a:lnTo>
                  <a:pt x="183527" y="9766"/>
                </a:lnTo>
                <a:lnTo>
                  <a:pt x="175628" y="18669"/>
                </a:lnTo>
                <a:lnTo>
                  <a:pt x="166865" y="27012"/>
                </a:lnTo>
                <a:lnTo>
                  <a:pt x="157060" y="35052"/>
                </a:lnTo>
                <a:lnTo>
                  <a:pt x="160108" y="38100"/>
                </a:lnTo>
                <a:lnTo>
                  <a:pt x="161632" y="41148"/>
                </a:lnTo>
                <a:lnTo>
                  <a:pt x="161632" y="42672"/>
                </a:lnTo>
                <a:lnTo>
                  <a:pt x="164680" y="41148"/>
                </a:lnTo>
                <a:lnTo>
                  <a:pt x="167728" y="38100"/>
                </a:lnTo>
                <a:lnTo>
                  <a:pt x="169354" y="36576"/>
                </a:lnTo>
                <a:lnTo>
                  <a:pt x="169354" y="60960"/>
                </a:lnTo>
                <a:lnTo>
                  <a:pt x="178498" y="60960"/>
                </a:lnTo>
                <a:lnTo>
                  <a:pt x="178498" y="59436"/>
                </a:lnTo>
                <a:lnTo>
                  <a:pt x="193738" y="59436"/>
                </a:lnTo>
                <a:lnTo>
                  <a:pt x="187159" y="64008"/>
                </a:lnTo>
                <a:lnTo>
                  <a:pt x="178866" y="68580"/>
                </a:lnTo>
                <a:lnTo>
                  <a:pt x="168833" y="73152"/>
                </a:lnTo>
                <a:lnTo>
                  <a:pt x="157060" y="77724"/>
                </a:lnTo>
                <a:lnTo>
                  <a:pt x="158584" y="80772"/>
                </a:lnTo>
                <a:lnTo>
                  <a:pt x="163156" y="85344"/>
                </a:lnTo>
                <a:lnTo>
                  <a:pt x="173177" y="80772"/>
                </a:lnTo>
                <a:lnTo>
                  <a:pt x="182295" y="76200"/>
                </a:lnTo>
                <a:lnTo>
                  <a:pt x="190258" y="71628"/>
                </a:lnTo>
                <a:lnTo>
                  <a:pt x="196786" y="67056"/>
                </a:lnTo>
                <a:lnTo>
                  <a:pt x="201358" y="71628"/>
                </a:lnTo>
                <a:lnTo>
                  <a:pt x="191668" y="79984"/>
                </a:lnTo>
                <a:lnTo>
                  <a:pt x="181178" y="86791"/>
                </a:lnTo>
                <a:lnTo>
                  <a:pt x="169379" y="92722"/>
                </a:lnTo>
                <a:lnTo>
                  <a:pt x="157060" y="97637"/>
                </a:lnTo>
                <a:lnTo>
                  <a:pt x="160108" y="99161"/>
                </a:lnTo>
                <a:lnTo>
                  <a:pt x="163156" y="105257"/>
                </a:lnTo>
                <a:lnTo>
                  <a:pt x="175221" y="99491"/>
                </a:lnTo>
                <a:lnTo>
                  <a:pt x="186105" y="93433"/>
                </a:lnTo>
                <a:lnTo>
                  <a:pt x="195834" y="86791"/>
                </a:lnTo>
                <a:lnTo>
                  <a:pt x="204406" y="79248"/>
                </a:lnTo>
                <a:lnTo>
                  <a:pt x="205930" y="80772"/>
                </a:lnTo>
                <a:lnTo>
                  <a:pt x="207454" y="83820"/>
                </a:lnTo>
                <a:lnTo>
                  <a:pt x="207454" y="86791"/>
                </a:lnTo>
                <a:lnTo>
                  <a:pt x="172910" y="109893"/>
                </a:lnTo>
                <a:lnTo>
                  <a:pt x="158584" y="115925"/>
                </a:lnTo>
                <a:lnTo>
                  <a:pt x="160108" y="118973"/>
                </a:lnTo>
                <a:lnTo>
                  <a:pt x="201637" y="102323"/>
                </a:lnTo>
                <a:lnTo>
                  <a:pt x="210502" y="94589"/>
                </a:lnTo>
                <a:lnTo>
                  <a:pt x="210502" y="114401"/>
                </a:lnTo>
                <a:lnTo>
                  <a:pt x="207454" y="118973"/>
                </a:lnTo>
                <a:lnTo>
                  <a:pt x="199834" y="117449"/>
                </a:lnTo>
                <a:lnTo>
                  <a:pt x="184594" y="117449"/>
                </a:lnTo>
                <a:lnTo>
                  <a:pt x="186118" y="120497"/>
                </a:lnTo>
                <a:lnTo>
                  <a:pt x="186118" y="123545"/>
                </a:lnTo>
                <a:lnTo>
                  <a:pt x="187642" y="126593"/>
                </a:lnTo>
                <a:lnTo>
                  <a:pt x="199834" y="126593"/>
                </a:lnTo>
                <a:lnTo>
                  <a:pt x="208711" y="125399"/>
                </a:lnTo>
                <a:lnTo>
                  <a:pt x="214884" y="121640"/>
                </a:lnTo>
                <a:lnTo>
                  <a:pt x="216331" y="118973"/>
                </a:lnTo>
                <a:lnTo>
                  <a:pt x="218478" y="115023"/>
                </a:lnTo>
                <a:lnTo>
                  <a:pt x="218554" y="114401"/>
                </a:lnTo>
                <a:lnTo>
                  <a:pt x="219646" y="105257"/>
                </a:lnTo>
                <a:lnTo>
                  <a:pt x="219646" y="94589"/>
                </a:lnTo>
                <a:lnTo>
                  <a:pt x="219532" y="92722"/>
                </a:lnTo>
                <a:lnTo>
                  <a:pt x="218122" y="88392"/>
                </a:lnTo>
                <a:lnTo>
                  <a:pt x="219824" y="86791"/>
                </a:lnTo>
                <a:lnTo>
                  <a:pt x="222694" y="85344"/>
                </a:lnTo>
                <a:lnTo>
                  <a:pt x="224218" y="85344"/>
                </a:lnTo>
                <a:lnTo>
                  <a:pt x="228219" y="95148"/>
                </a:lnTo>
                <a:lnTo>
                  <a:pt x="233362" y="103911"/>
                </a:lnTo>
                <a:lnTo>
                  <a:pt x="239649" y="111798"/>
                </a:lnTo>
                <a:lnTo>
                  <a:pt x="247078" y="118973"/>
                </a:lnTo>
                <a:lnTo>
                  <a:pt x="250126" y="115925"/>
                </a:lnTo>
                <a:lnTo>
                  <a:pt x="253174" y="114401"/>
                </a:lnTo>
                <a:lnTo>
                  <a:pt x="256222" y="111353"/>
                </a:lnTo>
                <a:close/>
              </a:path>
              <a:path w="831214" h="130175">
                <a:moveTo>
                  <a:pt x="385864" y="32016"/>
                </a:moveTo>
                <a:lnTo>
                  <a:pt x="341668" y="32016"/>
                </a:lnTo>
                <a:lnTo>
                  <a:pt x="341668" y="18300"/>
                </a:lnTo>
                <a:lnTo>
                  <a:pt x="331000" y="18300"/>
                </a:lnTo>
                <a:lnTo>
                  <a:pt x="331000" y="32016"/>
                </a:lnTo>
                <a:lnTo>
                  <a:pt x="288226" y="32016"/>
                </a:lnTo>
                <a:lnTo>
                  <a:pt x="288226" y="41160"/>
                </a:lnTo>
                <a:lnTo>
                  <a:pt x="331000" y="41160"/>
                </a:lnTo>
                <a:lnTo>
                  <a:pt x="331000" y="56400"/>
                </a:lnTo>
                <a:lnTo>
                  <a:pt x="295846" y="56400"/>
                </a:lnTo>
                <a:lnTo>
                  <a:pt x="295846" y="102209"/>
                </a:lnTo>
                <a:lnTo>
                  <a:pt x="306514" y="102209"/>
                </a:lnTo>
                <a:lnTo>
                  <a:pt x="306514" y="65544"/>
                </a:lnTo>
                <a:lnTo>
                  <a:pt x="366052" y="65544"/>
                </a:lnTo>
                <a:lnTo>
                  <a:pt x="366052" y="102209"/>
                </a:lnTo>
                <a:lnTo>
                  <a:pt x="376720" y="102209"/>
                </a:lnTo>
                <a:lnTo>
                  <a:pt x="376720" y="65544"/>
                </a:lnTo>
                <a:lnTo>
                  <a:pt x="376720" y="56400"/>
                </a:lnTo>
                <a:lnTo>
                  <a:pt x="341668" y="56400"/>
                </a:lnTo>
                <a:lnTo>
                  <a:pt x="341668" y="41160"/>
                </a:lnTo>
                <a:lnTo>
                  <a:pt x="385864" y="41160"/>
                </a:lnTo>
                <a:lnTo>
                  <a:pt x="385864" y="32016"/>
                </a:lnTo>
                <a:close/>
              </a:path>
              <a:path w="831214" h="130175">
                <a:moveTo>
                  <a:pt x="385864" y="13728"/>
                </a:moveTo>
                <a:lnTo>
                  <a:pt x="382816" y="3060"/>
                </a:lnTo>
                <a:lnTo>
                  <a:pt x="357949" y="5054"/>
                </a:lnTo>
                <a:lnTo>
                  <a:pt x="331368" y="6489"/>
                </a:lnTo>
                <a:lnTo>
                  <a:pt x="303047" y="7340"/>
                </a:lnTo>
                <a:lnTo>
                  <a:pt x="272986" y="7632"/>
                </a:lnTo>
                <a:lnTo>
                  <a:pt x="272986" y="57924"/>
                </a:lnTo>
                <a:lnTo>
                  <a:pt x="272110" y="79057"/>
                </a:lnTo>
                <a:lnTo>
                  <a:pt x="269367" y="96634"/>
                </a:lnTo>
                <a:lnTo>
                  <a:pt x="264629" y="110502"/>
                </a:lnTo>
                <a:lnTo>
                  <a:pt x="257746" y="120497"/>
                </a:lnTo>
                <a:lnTo>
                  <a:pt x="266890" y="129641"/>
                </a:lnTo>
                <a:lnTo>
                  <a:pt x="282536" y="81165"/>
                </a:lnTo>
                <a:lnTo>
                  <a:pt x="283654" y="57924"/>
                </a:lnTo>
                <a:lnTo>
                  <a:pt x="283654" y="16776"/>
                </a:lnTo>
                <a:lnTo>
                  <a:pt x="309956" y="16510"/>
                </a:lnTo>
                <a:lnTo>
                  <a:pt x="335940" y="15824"/>
                </a:lnTo>
                <a:lnTo>
                  <a:pt x="385864" y="13728"/>
                </a:lnTo>
                <a:close/>
              </a:path>
              <a:path w="831214" h="130175">
                <a:moveTo>
                  <a:pt x="388912" y="118973"/>
                </a:moveTo>
                <a:lnTo>
                  <a:pt x="363956" y="107543"/>
                </a:lnTo>
                <a:lnTo>
                  <a:pt x="359105" y="105257"/>
                </a:lnTo>
                <a:lnTo>
                  <a:pt x="351828" y="101828"/>
                </a:lnTo>
                <a:lnTo>
                  <a:pt x="340144" y="96113"/>
                </a:lnTo>
                <a:lnTo>
                  <a:pt x="340144" y="91541"/>
                </a:lnTo>
                <a:lnTo>
                  <a:pt x="341668" y="83832"/>
                </a:lnTo>
                <a:lnTo>
                  <a:pt x="341668" y="71640"/>
                </a:lnTo>
                <a:lnTo>
                  <a:pt x="331000" y="71640"/>
                </a:lnTo>
                <a:lnTo>
                  <a:pt x="330733" y="81965"/>
                </a:lnTo>
                <a:lnTo>
                  <a:pt x="330047" y="90157"/>
                </a:lnTo>
                <a:lnTo>
                  <a:pt x="298373" y="116738"/>
                </a:lnTo>
                <a:lnTo>
                  <a:pt x="280606" y="120497"/>
                </a:lnTo>
                <a:lnTo>
                  <a:pt x="285178" y="129641"/>
                </a:lnTo>
                <a:lnTo>
                  <a:pt x="303771" y="125615"/>
                </a:lnTo>
                <a:lnTo>
                  <a:pt x="318376" y="120307"/>
                </a:lnTo>
                <a:lnTo>
                  <a:pt x="328980" y="113563"/>
                </a:lnTo>
                <a:lnTo>
                  <a:pt x="335572" y="105257"/>
                </a:lnTo>
                <a:lnTo>
                  <a:pt x="358330" y="116738"/>
                </a:lnTo>
                <a:lnTo>
                  <a:pt x="370497" y="123050"/>
                </a:lnTo>
                <a:lnTo>
                  <a:pt x="382816" y="129641"/>
                </a:lnTo>
                <a:lnTo>
                  <a:pt x="388912" y="118973"/>
                </a:lnTo>
                <a:close/>
              </a:path>
              <a:path w="831214" h="130175">
                <a:moveTo>
                  <a:pt x="501777" y="5689"/>
                </a:moveTo>
                <a:lnTo>
                  <a:pt x="414820" y="5689"/>
                </a:lnTo>
                <a:lnTo>
                  <a:pt x="414820" y="12039"/>
                </a:lnTo>
                <a:lnTo>
                  <a:pt x="414820" y="19659"/>
                </a:lnTo>
                <a:lnTo>
                  <a:pt x="414820" y="26009"/>
                </a:lnTo>
                <a:lnTo>
                  <a:pt x="414820" y="32359"/>
                </a:lnTo>
                <a:lnTo>
                  <a:pt x="414820" y="39979"/>
                </a:lnTo>
                <a:lnTo>
                  <a:pt x="414820" y="42519"/>
                </a:lnTo>
                <a:lnTo>
                  <a:pt x="423964" y="42519"/>
                </a:lnTo>
                <a:lnTo>
                  <a:pt x="423964" y="39979"/>
                </a:lnTo>
                <a:lnTo>
                  <a:pt x="492633" y="39979"/>
                </a:lnTo>
                <a:lnTo>
                  <a:pt x="492633" y="42672"/>
                </a:lnTo>
                <a:lnTo>
                  <a:pt x="501777" y="42672"/>
                </a:lnTo>
                <a:lnTo>
                  <a:pt x="501777" y="39979"/>
                </a:lnTo>
                <a:lnTo>
                  <a:pt x="501777" y="39624"/>
                </a:lnTo>
                <a:lnTo>
                  <a:pt x="501777" y="32359"/>
                </a:lnTo>
                <a:lnTo>
                  <a:pt x="423964" y="32359"/>
                </a:lnTo>
                <a:lnTo>
                  <a:pt x="423964" y="26009"/>
                </a:lnTo>
                <a:lnTo>
                  <a:pt x="492633" y="26009"/>
                </a:lnTo>
                <a:lnTo>
                  <a:pt x="492633" y="32004"/>
                </a:lnTo>
                <a:lnTo>
                  <a:pt x="501777" y="32004"/>
                </a:lnTo>
                <a:lnTo>
                  <a:pt x="501777" y="12192"/>
                </a:lnTo>
                <a:lnTo>
                  <a:pt x="492633" y="12192"/>
                </a:lnTo>
                <a:lnTo>
                  <a:pt x="492633" y="19659"/>
                </a:lnTo>
                <a:lnTo>
                  <a:pt x="423964" y="19659"/>
                </a:lnTo>
                <a:lnTo>
                  <a:pt x="423964" y="12039"/>
                </a:lnTo>
                <a:lnTo>
                  <a:pt x="501777" y="12039"/>
                </a:lnTo>
                <a:lnTo>
                  <a:pt x="501777" y="5689"/>
                </a:lnTo>
                <a:close/>
              </a:path>
              <a:path w="831214" h="130175">
                <a:moveTo>
                  <a:pt x="503301" y="96113"/>
                </a:moveTo>
                <a:lnTo>
                  <a:pt x="494157" y="96113"/>
                </a:lnTo>
                <a:lnTo>
                  <a:pt x="494157" y="99161"/>
                </a:lnTo>
                <a:lnTo>
                  <a:pt x="503301" y="99161"/>
                </a:lnTo>
                <a:lnTo>
                  <a:pt x="503301" y="96113"/>
                </a:lnTo>
                <a:close/>
              </a:path>
              <a:path w="831214" h="130175">
                <a:moveTo>
                  <a:pt x="503301" y="59029"/>
                </a:moveTo>
                <a:lnTo>
                  <a:pt x="413296" y="59029"/>
                </a:lnTo>
                <a:lnTo>
                  <a:pt x="413296" y="65379"/>
                </a:lnTo>
                <a:lnTo>
                  <a:pt x="413296" y="72999"/>
                </a:lnTo>
                <a:lnTo>
                  <a:pt x="413296" y="80619"/>
                </a:lnTo>
                <a:lnTo>
                  <a:pt x="413296" y="88239"/>
                </a:lnTo>
                <a:lnTo>
                  <a:pt x="413296" y="95859"/>
                </a:lnTo>
                <a:lnTo>
                  <a:pt x="413296" y="99669"/>
                </a:lnTo>
                <a:lnTo>
                  <a:pt x="422440" y="99669"/>
                </a:lnTo>
                <a:lnTo>
                  <a:pt x="422440" y="95859"/>
                </a:lnTo>
                <a:lnTo>
                  <a:pt x="503301" y="95859"/>
                </a:lnTo>
                <a:lnTo>
                  <a:pt x="503301" y="88392"/>
                </a:lnTo>
                <a:lnTo>
                  <a:pt x="503301" y="88239"/>
                </a:lnTo>
                <a:lnTo>
                  <a:pt x="503301" y="80772"/>
                </a:lnTo>
                <a:lnTo>
                  <a:pt x="494157" y="80772"/>
                </a:lnTo>
                <a:lnTo>
                  <a:pt x="494157" y="88239"/>
                </a:lnTo>
                <a:lnTo>
                  <a:pt x="462153" y="88239"/>
                </a:lnTo>
                <a:lnTo>
                  <a:pt x="462153" y="80772"/>
                </a:lnTo>
                <a:lnTo>
                  <a:pt x="452920" y="80772"/>
                </a:lnTo>
                <a:lnTo>
                  <a:pt x="452920" y="88239"/>
                </a:lnTo>
                <a:lnTo>
                  <a:pt x="422440" y="88239"/>
                </a:lnTo>
                <a:lnTo>
                  <a:pt x="422440" y="80619"/>
                </a:lnTo>
                <a:lnTo>
                  <a:pt x="503301" y="80619"/>
                </a:lnTo>
                <a:lnTo>
                  <a:pt x="503301" y="73152"/>
                </a:lnTo>
                <a:lnTo>
                  <a:pt x="503301" y="72999"/>
                </a:lnTo>
                <a:lnTo>
                  <a:pt x="503301" y="65532"/>
                </a:lnTo>
                <a:lnTo>
                  <a:pt x="494157" y="65532"/>
                </a:lnTo>
                <a:lnTo>
                  <a:pt x="494157" y="72999"/>
                </a:lnTo>
                <a:lnTo>
                  <a:pt x="462153" y="72999"/>
                </a:lnTo>
                <a:lnTo>
                  <a:pt x="462153" y="65532"/>
                </a:lnTo>
                <a:lnTo>
                  <a:pt x="452920" y="65532"/>
                </a:lnTo>
                <a:lnTo>
                  <a:pt x="452920" y="72999"/>
                </a:lnTo>
                <a:lnTo>
                  <a:pt x="422440" y="72999"/>
                </a:lnTo>
                <a:lnTo>
                  <a:pt x="422440" y="65379"/>
                </a:lnTo>
                <a:lnTo>
                  <a:pt x="503301" y="65379"/>
                </a:lnTo>
                <a:lnTo>
                  <a:pt x="503301" y="59029"/>
                </a:lnTo>
                <a:close/>
              </a:path>
              <a:path w="831214" h="130175">
                <a:moveTo>
                  <a:pt x="521589" y="117449"/>
                </a:moveTo>
                <a:lnTo>
                  <a:pt x="462153" y="117449"/>
                </a:lnTo>
                <a:lnTo>
                  <a:pt x="462153" y="109829"/>
                </a:lnTo>
                <a:lnTo>
                  <a:pt x="515493" y="109829"/>
                </a:lnTo>
                <a:lnTo>
                  <a:pt x="515493" y="102209"/>
                </a:lnTo>
                <a:lnTo>
                  <a:pt x="462153" y="102209"/>
                </a:lnTo>
                <a:lnTo>
                  <a:pt x="462153" y="96113"/>
                </a:lnTo>
                <a:lnTo>
                  <a:pt x="452920" y="96113"/>
                </a:lnTo>
                <a:lnTo>
                  <a:pt x="452920" y="102209"/>
                </a:lnTo>
                <a:lnTo>
                  <a:pt x="401104" y="102209"/>
                </a:lnTo>
                <a:lnTo>
                  <a:pt x="401104" y="109829"/>
                </a:lnTo>
                <a:lnTo>
                  <a:pt x="452920" y="109829"/>
                </a:lnTo>
                <a:lnTo>
                  <a:pt x="452920" y="117449"/>
                </a:lnTo>
                <a:lnTo>
                  <a:pt x="393484" y="117449"/>
                </a:lnTo>
                <a:lnTo>
                  <a:pt x="393484" y="123545"/>
                </a:lnTo>
                <a:lnTo>
                  <a:pt x="521589" y="123545"/>
                </a:lnTo>
                <a:lnTo>
                  <a:pt x="521589" y="117449"/>
                </a:lnTo>
                <a:close/>
              </a:path>
              <a:path w="831214" h="130175">
                <a:moveTo>
                  <a:pt x="521589" y="45720"/>
                </a:moveTo>
                <a:lnTo>
                  <a:pt x="395008" y="45720"/>
                </a:lnTo>
                <a:lnTo>
                  <a:pt x="395008" y="51816"/>
                </a:lnTo>
                <a:lnTo>
                  <a:pt x="521589" y="51816"/>
                </a:lnTo>
                <a:lnTo>
                  <a:pt x="521589" y="45720"/>
                </a:lnTo>
                <a:close/>
              </a:path>
              <a:path w="831214" h="130175">
                <a:moveTo>
                  <a:pt x="654265" y="10668"/>
                </a:moveTo>
                <a:lnTo>
                  <a:pt x="527685" y="10668"/>
                </a:lnTo>
                <a:lnTo>
                  <a:pt x="527685" y="21336"/>
                </a:lnTo>
                <a:lnTo>
                  <a:pt x="579501" y="21336"/>
                </a:lnTo>
                <a:lnTo>
                  <a:pt x="579501" y="128117"/>
                </a:lnTo>
                <a:lnTo>
                  <a:pt x="591693" y="128117"/>
                </a:lnTo>
                <a:lnTo>
                  <a:pt x="591693" y="51816"/>
                </a:lnTo>
                <a:lnTo>
                  <a:pt x="605129" y="59817"/>
                </a:lnTo>
                <a:lnTo>
                  <a:pt x="617689" y="67818"/>
                </a:lnTo>
                <a:lnTo>
                  <a:pt x="629081" y="75819"/>
                </a:lnTo>
                <a:lnTo>
                  <a:pt x="639025" y="83820"/>
                </a:lnTo>
                <a:lnTo>
                  <a:pt x="646645" y="73152"/>
                </a:lnTo>
                <a:lnTo>
                  <a:pt x="636676" y="66014"/>
                </a:lnTo>
                <a:lnTo>
                  <a:pt x="625119" y="58293"/>
                </a:lnTo>
                <a:lnTo>
                  <a:pt x="612101" y="50012"/>
                </a:lnTo>
                <a:lnTo>
                  <a:pt x="597789" y="41148"/>
                </a:lnTo>
                <a:lnTo>
                  <a:pt x="591693" y="50292"/>
                </a:lnTo>
                <a:lnTo>
                  <a:pt x="591693" y="21336"/>
                </a:lnTo>
                <a:lnTo>
                  <a:pt x="654265" y="21336"/>
                </a:lnTo>
                <a:lnTo>
                  <a:pt x="654265" y="10668"/>
                </a:lnTo>
                <a:close/>
              </a:path>
              <a:path w="831214" h="130175">
                <a:moveTo>
                  <a:pt x="704570" y="9144"/>
                </a:moveTo>
                <a:lnTo>
                  <a:pt x="666470" y="9144"/>
                </a:lnTo>
                <a:lnTo>
                  <a:pt x="666470" y="128117"/>
                </a:lnTo>
                <a:lnTo>
                  <a:pt x="675614" y="128117"/>
                </a:lnTo>
                <a:lnTo>
                  <a:pt x="675614" y="18288"/>
                </a:lnTo>
                <a:lnTo>
                  <a:pt x="693902" y="18288"/>
                </a:lnTo>
                <a:lnTo>
                  <a:pt x="691222" y="26771"/>
                </a:lnTo>
                <a:lnTo>
                  <a:pt x="688378" y="35267"/>
                </a:lnTo>
                <a:lnTo>
                  <a:pt x="685749" y="43586"/>
                </a:lnTo>
                <a:lnTo>
                  <a:pt x="683234" y="53340"/>
                </a:lnTo>
                <a:lnTo>
                  <a:pt x="689330" y="59436"/>
                </a:lnTo>
                <a:lnTo>
                  <a:pt x="692378" y="67056"/>
                </a:lnTo>
                <a:lnTo>
                  <a:pt x="693902" y="76200"/>
                </a:lnTo>
                <a:lnTo>
                  <a:pt x="695426" y="86868"/>
                </a:lnTo>
                <a:lnTo>
                  <a:pt x="695312" y="87401"/>
                </a:lnTo>
                <a:lnTo>
                  <a:pt x="693902" y="94589"/>
                </a:lnTo>
                <a:lnTo>
                  <a:pt x="677138" y="94589"/>
                </a:lnTo>
                <a:lnTo>
                  <a:pt x="678662" y="97637"/>
                </a:lnTo>
                <a:lnTo>
                  <a:pt x="678662" y="100685"/>
                </a:lnTo>
                <a:lnTo>
                  <a:pt x="680186" y="103733"/>
                </a:lnTo>
                <a:lnTo>
                  <a:pt x="684758" y="105257"/>
                </a:lnTo>
                <a:lnTo>
                  <a:pt x="687806" y="105257"/>
                </a:lnTo>
                <a:lnTo>
                  <a:pt x="690854" y="103733"/>
                </a:lnTo>
                <a:lnTo>
                  <a:pt x="697687" y="101155"/>
                </a:lnTo>
                <a:lnTo>
                  <a:pt x="702094" y="95719"/>
                </a:lnTo>
                <a:lnTo>
                  <a:pt x="703922" y="87401"/>
                </a:lnTo>
                <a:lnTo>
                  <a:pt x="703884" y="86868"/>
                </a:lnTo>
                <a:lnTo>
                  <a:pt x="693902" y="50292"/>
                </a:lnTo>
                <a:lnTo>
                  <a:pt x="697369" y="39344"/>
                </a:lnTo>
                <a:lnTo>
                  <a:pt x="700544" y="29718"/>
                </a:lnTo>
                <a:lnTo>
                  <a:pt x="704570" y="18288"/>
                </a:lnTo>
                <a:lnTo>
                  <a:pt x="704570" y="9144"/>
                </a:lnTo>
                <a:close/>
              </a:path>
              <a:path w="831214" h="130175">
                <a:moveTo>
                  <a:pt x="785431" y="68580"/>
                </a:moveTo>
                <a:lnTo>
                  <a:pt x="753427" y="68580"/>
                </a:lnTo>
                <a:lnTo>
                  <a:pt x="753427" y="56388"/>
                </a:lnTo>
                <a:lnTo>
                  <a:pt x="744194" y="56388"/>
                </a:lnTo>
                <a:lnTo>
                  <a:pt x="744194" y="68580"/>
                </a:lnTo>
                <a:lnTo>
                  <a:pt x="710666" y="68580"/>
                </a:lnTo>
                <a:lnTo>
                  <a:pt x="710666" y="77724"/>
                </a:lnTo>
                <a:lnTo>
                  <a:pt x="744194" y="77724"/>
                </a:lnTo>
                <a:lnTo>
                  <a:pt x="744194" y="99161"/>
                </a:lnTo>
                <a:lnTo>
                  <a:pt x="718286" y="99161"/>
                </a:lnTo>
                <a:lnTo>
                  <a:pt x="724382" y="80772"/>
                </a:lnTo>
                <a:lnTo>
                  <a:pt x="713714" y="80772"/>
                </a:lnTo>
                <a:lnTo>
                  <a:pt x="709142" y="97637"/>
                </a:lnTo>
                <a:lnTo>
                  <a:pt x="709142" y="108305"/>
                </a:lnTo>
                <a:lnTo>
                  <a:pt x="744194" y="108305"/>
                </a:lnTo>
                <a:lnTo>
                  <a:pt x="744194" y="128117"/>
                </a:lnTo>
                <a:lnTo>
                  <a:pt x="753427" y="128117"/>
                </a:lnTo>
                <a:lnTo>
                  <a:pt x="753427" y="108305"/>
                </a:lnTo>
                <a:lnTo>
                  <a:pt x="785431" y="108305"/>
                </a:lnTo>
                <a:lnTo>
                  <a:pt x="785431" y="99161"/>
                </a:lnTo>
                <a:lnTo>
                  <a:pt x="753427" y="99161"/>
                </a:lnTo>
                <a:lnTo>
                  <a:pt x="753427" y="77724"/>
                </a:lnTo>
                <a:lnTo>
                  <a:pt x="785431" y="77724"/>
                </a:lnTo>
                <a:lnTo>
                  <a:pt x="785431" y="68580"/>
                </a:lnTo>
                <a:close/>
              </a:path>
              <a:path w="831214" h="130175">
                <a:moveTo>
                  <a:pt x="790003" y="53340"/>
                </a:moveTo>
                <a:lnTo>
                  <a:pt x="779411" y="51054"/>
                </a:lnTo>
                <a:lnTo>
                  <a:pt x="776401" y="50292"/>
                </a:lnTo>
                <a:lnTo>
                  <a:pt x="770382" y="48768"/>
                </a:lnTo>
                <a:lnTo>
                  <a:pt x="762787" y="46482"/>
                </a:lnTo>
                <a:lnTo>
                  <a:pt x="756475" y="44196"/>
                </a:lnTo>
                <a:lnTo>
                  <a:pt x="762660" y="39624"/>
                </a:lnTo>
                <a:lnTo>
                  <a:pt x="763054" y="39344"/>
                </a:lnTo>
                <a:lnTo>
                  <a:pt x="769048" y="33909"/>
                </a:lnTo>
                <a:lnTo>
                  <a:pt x="774484" y="27914"/>
                </a:lnTo>
                <a:lnTo>
                  <a:pt x="779335" y="21336"/>
                </a:lnTo>
                <a:lnTo>
                  <a:pt x="779335" y="12192"/>
                </a:lnTo>
                <a:lnTo>
                  <a:pt x="767143" y="12192"/>
                </a:lnTo>
                <a:lnTo>
                  <a:pt x="767143" y="21336"/>
                </a:lnTo>
                <a:lnTo>
                  <a:pt x="763193" y="26555"/>
                </a:lnTo>
                <a:lnTo>
                  <a:pt x="758380" y="31051"/>
                </a:lnTo>
                <a:lnTo>
                  <a:pt x="752995" y="35267"/>
                </a:lnTo>
                <a:lnTo>
                  <a:pt x="747331" y="39624"/>
                </a:lnTo>
                <a:lnTo>
                  <a:pt x="742708" y="35915"/>
                </a:lnTo>
                <a:lnTo>
                  <a:pt x="738098" y="31623"/>
                </a:lnTo>
                <a:lnTo>
                  <a:pt x="735584" y="28956"/>
                </a:lnTo>
                <a:lnTo>
                  <a:pt x="733526" y="26771"/>
                </a:lnTo>
                <a:lnTo>
                  <a:pt x="728954" y="21336"/>
                </a:lnTo>
                <a:lnTo>
                  <a:pt x="767143" y="21336"/>
                </a:lnTo>
                <a:lnTo>
                  <a:pt x="767143" y="12192"/>
                </a:lnTo>
                <a:lnTo>
                  <a:pt x="735050" y="12192"/>
                </a:lnTo>
                <a:lnTo>
                  <a:pt x="736574" y="10668"/>
                </a:lnTo>
                <a:lnTo>
                  <a:pt x="739622" y="4572"/>
                </a:lnTo>
                <a:lnTo>
                  <a:pt x="730478" y="0"/>
                </a:lnTo>
                <a:lnTo>
                  <a:pt x="725347" y="9982"/>
                </a:lnTo>
                <a:lnTo>
                  <a:pt x="719239" y="19240"/>
                </a:lnTo>
                <a:lnTo>
                  <a:pt x="712254" y="27647"/>
                </a:lnTo>
                <a:lnTo>
                  <a:pt x="704570" y="35052"/>
                </a:lnTo>
                <a:lnTo>
                  <a:pt x="707618" y="38100"/>
                </a:lnTo>
                <a:lnTo>
                  <a:pt x="710666" y="39624"/>
                </a:lnTo>
                <a:lnTo>
                  <a:pt x="712190" y="42672"/>
                </a:lnTo>
                <a:lnTo>
                  <a:pt x="716762" y="38100"/>
                </a:lnTo>
                <a:lnTo>
                  <a:pt x="719810" y="33528"/>
                </a:lnTo>
                <a:lnTo>
                  <a:pt x="724382" y="28956"/>
                </a:lnTo>
                <a:lnTo>
                  <a:pt x="727430" y="35052"/>
                </a:lnTo>
                <a:lnTo>
                  <a:pt x="732002" y="39624"/>
                </a:lnTo>
                <a:lnTo>
                  <a:pt x="703046" y="54864"/>
                </a:lnTo>
                <a:lnTo>
                  <a:pt x="706094" y="57912"/>
                </a:lnTo>
                <a:lnTo>
                  <a:pt x="709142" y="64008"/>
                </a:lnTo>
                <a:lnTo>
                  <a:pt x="719378" y="61442"/>
                </a:lnTo>
                <a:lnTo>
                  <a:pt x="729335" y="58293"/>
                </a:lnTo>
                <a:lnTo>
                  <a:pt x="738746" y="54584"/>
                </a:lnTo>
                <a:lnTo>
                  <a:pt x="747331" y="50292"/>
                </a:lnTo>
                <a:lnTo>
                  <a:pt x="754786" y="53708"/>
                </a:lnTo>
                <a:lnTo>
                  <a:pt x="763397" y="56921"/>
                </a:lnTo>
                <a:lnTo>
                  <a:pt x="773696" y="59944"/>
                </a:lnTo>
                <a:lnTo>
                  <a:pt x="785431" y="62484"/>
                </a:lnTo>
                <a:lnTo>
                  <a:pt x="790003" y="53340"/>
                </a:lnTo>
                <a:close/>
              </a:path>
              <a:path w="831214" h="130175">
                <a:moveTo>
                  <a:pt x="831151" y="94589"/>
                </a:moveTo>
                <a:lnTo>
                  <a:pt x="818959" y="94589"/>
                </a:lnTo>
                <a:lnTo>
                  <a:pt x="811339" y="129641"/>
                </a:lnTo>
                <a:lnTo>
                  <a:pt x="820483" y="129641"/>
                </a:lnTo>
                <a:lnTo>
                  <a:pt x="831151" y="94589"/>
                </a:lnTo>
                <a:close/>
              </a:path>
            </a:pathLst>
          </a:custGeom>
          <a:solidFill>
            <a:srgbClr val="E9570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855339" y="4333875"/>
            <a:ext cx="1062894" cy="12963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11173" y="4523041"/>
            <a:ext cx="173831" cy="131159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1012698" y="5261330"/>
            <a:ext cx="605790" cy="149860"/>
          </a:xfrm>
          <a:custGeom>
            <a:avLst/>
            <a:gdLst/>
            <a:ahLst/>
            <a:cxnLst/>
            <a:rect l="l" t="t" r="r" b="b"/>
            <a:pathLst>
              <a:path w="605790" h="149860">
                <a:moveTo>
                  <a:pt x="39624" y="28956"/>
                </a:moveTo>
                <a:lnTo>
                  <a:pt x="35661" y="22072"/>
                </a:lnTo>
                <a:lnTo>
                  <a:pt x="30861" y="15049"/>
                </a:lnTo>
                <a:lnTo>
                  <a:pt x="19812" y="0"/>
                </a:lnTo>
                <a:lnTo>
                  <a:pt x="4572" y="10668"/>
                </a:lnTo>
                <a:lnTo>
                  <a:pt x="9118" y="17767"/>
                </a:lnTo>
                <a:lnTo>
                  <a:pt x="13525" y="25158"/>
                </a:lnTo>
                <a:lnTo>
                  <a:pt x="17640" y="32562"/>
                </a:lnTo>
                <a:lnTo>
                  <a:pt x="21336" y="39712"/>
                </a:lnTo>
                <a:lnTo>
                  <a:pt x="39624" y="28956"/>
                </a:lnTo>
                <a:close/>
              </a:path>
              <a:path w="605790" h="149860">
                <a:moveTo>
                  <a:pt x="80886" y="96012"/>
                </a:moveTo>
                <a:lnTo>
                  <a:pt x="80568" y="96012"/>
                </a:lnTo>
                <a:lnTo>
                  <a:pt x="67056" y="91528"/>
                </a:lnTo>
                <a:lnTo>
                  <a:pt x="64744" y="99250"/>
                </a:lnTo>
                <a:lnTo>
                  <a:pt x="62293" y="106387"/>
                </a:lnTo>
                <a:lnTo>
                  <a:pt x="59588" y="112864"/>
                </a:lnTo>
                <a:lnTo>
                  <a:pt x="56388" y="118960"/>
                </a:lnTo>
                <a:lnTo>
                  <a:pt x="71716" y="125056"/>
                </a:lnTo>
                <a:lnTo>
                  <a:pt x="74002" y="118186"/>
                </a:lnTo>
                <a:lnTo>
                  <a:pt x="76288" y="111150"/>
                </a:lnTo>
                <a:lnTo>
                  <a:pt x="78574" y="103847"/>
                </a:lnTo>
                <a:lnTo>
                  <a:pt x="80886" y="96012"/>
                </a:lnTo>
                <a:close/>
              </a:path>
              <a:path w="605790" h="149860">
                <a:moveTo>
                  <a:pt x="103720" y="120484"/>
                </a:moveTo>
                <a:lnTo>
                  <a:pt x="102336" y="113868"/>
                </a:lnTo>
                <a:lnTo>
                  <a:pt x="99009" y="101206"/>
                </a:lnTo>
                <a:lnTo>
                  <a:pt x="97624" y="94576"/>
                </a:lnTo>
                <a:lnTo>
                  <a:pt x="83337" y="96012"/>
                </a:lnTo>
                <a:lnTo>
                  <a:pt x="82359" y="96012"/>
                </a:lnTo>
                <a:lnTo>
                  <a:pt x="83591" y="101434"/>
                </a:lnTo>
                <a:lnTo>
                  <a:pt x="84861" y="107530"/>
                </a:lnTo>
                <a:lnTo>
                  <a:pt x="86499" y="115150"/>
                </a:lnTo>
                <a:lnTo>
                  <a:pt x="88480" y="123532"/>
                </a:lnTo>
                <a:lnTo>
                  <a:pt x="103720" y="120484"/>
                </a:lnTo>
                <a:close/>
              </a:path>
              <a:path w="605790" h="149860">
                <a:moveTo>
                  <a:pt x="125056" y="118960"/>
                </a:moveTo>
                <a:lnTo>
                  <a:pt x="122796" y="112128"/>
                </a:lnTo>
                <a:lnTo>
                  <a:pt x="120675" y="105435"/>
                </a:lnTo>
                <a:lnTo>
                  <a:pt x="118846" y="99034"/>
                </a:lnTo>
                <a:lnTo>
                  <a:pt x="117436" y="93052"/>
                </a:lnTo>
                <a:lnTo>
                  <a:pt x="104152" y="96012"/>
                </a:lnTo>
                <a:lnTo>
                  <a:pt x="103695" y="96012"/>
                </a:lnTo>
                <a:lnTo>
                  <a:pt x="105105" y="102946"/>
                </a:lnTo>
                <a:lnTo>
                  <a:pt x="106514" y="108610"/>
                </a:lnTo>
                <a:lnTo>
                  <a:pt x="108432" y="116039"/>
                </a:lnTo>
                <a:lnTo>
                  <a:pt x="109816" y="122008"/>
                </a:lnTo>
                <a:lnTo>
                  <a:pt x="125056" y="118960"/>
                </a:lnTo>
                <a:close/>
              </a:path>
              <a:path w="605790" h="149860">
                <a:moveTo>
                  <a:pt x="144868" y="44284"/>
                </a:moveTo>
                <a:lnTo>
                  <a:pt x="131152" y="44284"/>
                </a:lnTo>
                <a:lnTo>
                  <a:pt x="131152" y="33528"/>
                </a:lnTo>
                <a:lnTo>
                  <a:pt x="112864" y="33528"/>
                </a:lnTo>
                <a:lnTo>
                  <a:pt x="112864" y="44284"/>
                </a:lnTo>
                <a:lnTo>
                  <a:pt x="112864" y="59524"/>
                </a:lnTo>
                <a:lnTo>
                  <a:pt x="112864" y="73240"/>
                </a:lnTo>
                <a:lnTo>
                  <a:pt x="93052" y="73240"/>
                </a:lnTo>
                <a:lnTo>
                  <a:pt x="93052" y="59524"/>
                </a:lnTo>
                <a:lnTo>
                  <a:pt x="112864" y="59524"/>
                </a:lnTo>
                <a:lnTo>
                  <a:pt x="112864" y="44284"/>
                </a:lnTo>
                <a:lnTo>
                  <a:pt x="93052" y="44284"/>
                </a:lnTo>
                <a:lnTo>
                  <a:pt x="93052" y="33528"/>
                </a:lnTo>
                <a:lnTo>
                  <a:pt x="74764" y="33528"/>
                </a:lnTo>
                <a:lnTo>
                  <a:pt x="74764" y="44284"/>
                </a:lnTo>
                <a:lnTo>
                  <a:pt x="65532" y="44284"/>
                </a:lnTo>
                <a:lnTo>
                  <a:pt x="65532" y="59524"/>
                </a:lnTo>
                <a:lnTo>
                  <a:pt x="74764" y="59524"/>
                </a:lnTo>
                <a:lnTo>
                  <a:pt x="74764" y="86956"/>
                </a:lnTo>
                <a:lnTo>
                  <a:pt x="131152" y="86956"/>
                </a:lnTo>
                <a:lnTo>
                  <a:pt x="131152" y="73240"/>
                </a:lnTo>
                <a:lnTo>
                  <a:pt x="131152" y="59524"/>
                </a:lnTo>
                <a:lnTo>
                  <a:pt x="144868" y="59524"/>
                </a:lnTo>
                <a:lnTo>
                  <a:pt x="144868" y="44284"/>
                </a:lnTo>
                <a:close/>
              </a:path>
              <a:path w="605790" h="149860">
                <a:moveTo>
                  <a:pt x="146392" y="13716"/>
                </a:moveTo>
                <a:lnTo>
                  <a:pt x="112864" y="13716"/>
                </a:lnTo>
                <a:lnTo>
                  <a:pt x="108292" y="4572"/>
                </a:lnTo>
                <a:lnTo>
                  <a:pt x="105244" y="0"/>
                </a:lnTo>
                <a:lnTo>
                  <a:pt x="85432" y="4572"/>
                </a:lnTo>
                <a:lnTo>
                  <a:pt x="90004" y="13716"/>
                </a:lnTo>
                <a:lnTo>
                  <a:pt x="44196" y="13716"/>
                </a:lnTo>
                <a:lnTo>
                  <a:pt x="44132" y="59524"/>
                </a:lnTo>
                <a:lnTo>
                  <a:pt x="38404" y="98082"/>
                </a:lnTo>
                <a:lnTo>
                  <a:pt x="33528" y="108292"/>
                </a:lnTo>
                <a:lnTo>
                  <a:pt x="38100" y="112864"/>
                </a:lnTo>
                <a:lnTo>
                  <a:pt x="44196" y="117436"/>
                </a:lnTo>
                <a:lnTo>
                  <a:pt x="48768" y="122008"/>
                </a:lnTo>
                <a:lnTo>
                  <a:pt x="54762" y="108610"/>
                </a:lnTo>
                <a:lnTo>
                  <a:pt x="54851" y="108292"/>
                </a:lnTo>
                <a:lnTo>
                  <a:pt x="59055" y="93624"/>
                </a:lnTo>
                <a:lnTo>
                  <a:pt x="59143" y="93052"/>
                </a:lnTo>
                <a:lnTo>
                  <a:pt x="61620" y="77228"/>
                </a:lnTo>
                <a:lnTo>
                  <a:pt x="62484" y="59524"/>
                </a:lnTo>
                <a:lnTo>
                  <a:pt x="62484" y="30480"/>
                </a:lnTo>
                <a:lnTo>
                  <a:pt x="146392" y="30480"/>
                </a:lnTo>
                <a:lnTo>
                  <a:pt x="146392" y="13716"/>
                </a:lnTo>
                <a:close/>
              </a:path>
              <a:path w="605790" h="149860">
                <a:moveTo>
                  <a:pt x="147916" y="126580"/>
                </a:moveTo>
                <a:lnTo>
                  <a:pt x="64008" y="126580"/>
                </a:lnTo>
                <a:lnTo>
                  <a:pt x="53670" y="125755"/>
                </a:lnTo>
                <a:lnTo>
                  <a:pt x="45339" y="123342"/>
                </a:lnTo>
                <a:lnTo>
                  <a:pt x="38709" y="119519"/>
                </a:lnTo>
                <a:lnTo>
                  <a:pt x="33528" y="114388"/>
                </a:lnTo>
                <a:lnTo>
                  <a:pt x="33528" y="108292"/>
                </a:lnTo>
                <a:lnTo>
                  <a:pt x="33528" y="53428"/>
                </a:lnTo>
                <a:lnTo>
                  <a:pt x="1524" y="53428"/>
                </a:lnTo>
                <a:lnTo>
                  <a:pt x="1524" y="71716"/>
                </a:lnTo>
                <a:lnTo>
                  <a:pt x="13716" y="71716"/>
                </a:lnTo>
                <a:lnTo>
                  <a:pt x="13716" y="112864"/>
                </a:lnTo>
                <a:lnTo>
                  <a:pt x="4572" y="122008"/>
                </a:lnTo>
                <a:lnTo>
                  <a:pt x="0" y="125056"/>
                </a:lnTo>
                <a:lnTo>
                  <a:pt x="7620" y="148018"/>
                </a:lnTo>
                <a:lnTo>
                  <a:pt x="15240" y="140398"/>
                </a:lnTo>
                <a:lnTo>
                  <a:pt x="19812" y="134302"/>
                </a:lnTo>
                <a:lnTo>
                  <a:pt x="24384" y="129628"/>
                </a:lnTo>
                <a:lnTo>
                  <a:pt x="67132" y="144322"/>
                </a:lnTo>
                <a:lnTo>
                  <a:pt x="110020" y="144945"/>
                </a:lnTo>
                <a:lnTo>
                  <a:pt x="140309" y="144945"/>
                </a:lnTo>
                <a:lnTo>
                  <a:pt x="140423" y="144780"/>
                </a:lnTo>
                <a:lnTo>
                  <a:pt x="143344" y="140398"/>
                </a:lnTo>
                <a:lnTo>
                  <a:pt x="143446" y="140004"/>
                </a:lnTo>
                <a:lnTo>
                  <a:pt x="144868" y="134302"/>
                </a:lnTo>
                <a:lnTo>
                  <a:pt x="146710" y="129628"/>
                </a:lnTo>
                <a:lnTo>
                  <a:pt x="147916" y="126580"/>
                </a:lnTo>
                <a:close/>
              </a:path>
              <a:path w="605790" h="149860">
                <a:moveTo>
                  <a:pt x="147916" y="117436"/>
                </a:moveTo>
                <a:lnTo>
                  <a:pt x="144716" y="109626"/>
                </a:lnTo>
                <a:lnTo>
                  <a:pt x="142011" y="102577"/>
                </a:lnTo>
                <a:lnTo>
                  <a:pt x="139560" y="96012"/>
                </a:lnTo>
                <a:lnTo>
                  <a:pt x="137248" y="90004"/>
                </a:lnTo>
                <a:lnTo>
                  <a:pt x="123532" y="94576"/>
                </a:lnTo>
                <a:lnTo>
                  <a:pt x="125793" y="101434"/>
                </a:lnTo>
                <a:lnTo>
                  <a:pt x="128003" y="108610"/>
                </a:lnTo>
                <a:lnTo>
                  <a:pt x="129743" y="115150"/>
                </a:lnTo>
                <a:lnTo>
                  <a:pt x="131152" y="122008"/>
                </a:lnTo>
                <a:lnTo>
                  <a:pt x="147916" y="117436"/>
                </a:lnTo>
                <a:close/>
              </a:path>
              <a:path w="605790" h="149860">
                <a:moveTo>
                  <a:pt x="201256" y="65633"/>
                </a:moveTo>
                <a:lnTo>
                  <a:pt x="187540" y="70205"/>
                </a:lnTo>
                <a:lnTo>
                  <a:pt x="187540" y="45821"/>
                </a:lnTo>
                <a:lnTo>
                  <a:pt x="199732" y="45821"/>
                </a:lnTo>
                <a:lnTo>
                  <a:pt x="199732" y="27432"/>
                </a:lnTo>
                <a:lnTo>
                  <a:pt x="187540" y="27432"/>
                </a:lnTo>
                <a:lnTo>
                  <a:pt x="187540" y="1524"/>
                </a:lnTo>
                <a:lnTo>
                  <a:pt x="167728" y="1524"/>
                </a:lnTo>
                <a:lnTo>
                  <a:pt x="167728" y="27432"/>
                </a:lnTo>
                <a:lnTo>
                  <a:pt x="154012" y="27432"/>
                </a:lnTo>
                <a:lnTo>
                  <a:pt x="154012" y="45821"/>
                </a:lnTo>
                <a:lnTo>
                  <a:pt x="167728" y="45821"/>
                </a:lnTo>
                <a:lnTo>
                  <a:pt x="167728" y="74777"/>
                </a:lnTo>
                <a:lnTo>
                  <a:pt x="152488" y="79349"/>
                </a:lnTo>
                <a:lnTo>
                  <a:pt x="155536" y="100685"/>
                </a:lnTo>
                <a:lnTo>
                  <a:pt x="167728" y="96113"/>
                </a:lnTo>
                <a:lnTo>
                  <a:pt x="167728" y="125069"/>
                </a:lnTo>
                <a:lnTo>
                  <a:pt x="166204" y="126593"/>
                </a:lnTo>
                <a:lnTo>
                  <a:pt x="163156" y="128117"/>
                </a:lnTo>
                <a:lnTo>
                  <a:pt x="152488" y="128117"/>
                </a:lnTo>
                <a:lnTo>
                  <a:pt x="155536" y="143446"/>
                </a:lnTo>
                <a:lnTo>
                  <a:pt x="157060" y="148018"/>
                </a:lnTo>
                <a:lnTo>
                  <a:pt x="166255" y="147739"/>
                </a:lnTo>
                <a:lnTo>
                  <a:pt x="173443" y="146875"/>
                </a:lnTo>
                <a:lnTo>
                  <a:pt x="178917" y="145453"/>
                </a:lnTo>
                <a:lnTo>
                  <a:pt x="182968" y="143446"/>
                </a:lnTo>
                <a:lnTo>
                  <a:pt x="186016" y="138874"/>
                </a:lnTo>
                <a:lnTo>
                  <a:pt x="187540" y="134302"/>
                </a:lnTo>
                <a:lnTo>
                  <a:pt x="187540" y="96113"/>
                </a:lnTo>
                <a:lnTo>
                  <a:pt x="187540" y="90017"/>
                </a:lnTo>
                <a:lnTo>
                  <a:pt x="201256" y="85445"/>
                </a:lnTo>
                <a:lnTo>
                  <a:pt x="201256" y="70205"/>
                </a:lnTo>
                <a:lnTo>
                  <a:pt x="201256" y="65633"/>
                </a:lnTo>
                <a:close/>
              </a:path>
              <a:path w="605790" h="149860">
                <a:moveTo>
                  <a:pt x="233349" y="33528"/>
                </a:moveTo>
                <a:lnTo>
                  <a:pt x="223253" y="20955"/>
                </a:lnTo>
                <a:lnTo>
                  <a:pt x="217716" y="13817"/>
                </a:lnTo>
                <a:lnTo>
                  <a:pt x="212013" y="6096"/>
                </a:lnTo>
                <a:lnTo>
                  <a:pt x="198208" y="16764"/>
                </a:lnTo>
                <a:lnTo>
                  <a:pt x="203034" y="23622"/>
                </a:lnTo>
                <a:lnTo>
                  <a:pt x="213296" y="37376"/>
                </a:lnTo>
                <a:lnTo>
                  <a:pt x="218109" y="44297"/>
                </a:lnTo>
                <a:lnTo>
                  <a:pt x="233349" y="33528"/>
                </a:lnTo>
                <a:close/>
              </a:path>
              <a:path w="605790" h="149860">
                <a:moveTo>
                  <a:pt x="294309" y="47345"/>
                </a:moveTo>
                <a:lnTo>
                  <a:pt x="256209" y="47345"/>
                </a:lnTo>
                <a:lnTo>
                  <a:pt x="256209" y="1524"/>
                </a:lnTo>
                <a:lnTo>
                  <a:pt x="236397" y="1524"/>
                </a:lnTo>
                <a:lnTo>
                  <a:pt x="236397" y="47345"/>
                </a:lnTo>
                <a:lnTo>
                  <a:pt x="204304" y="47345"/>
                </a:lnTo>
                <a:lnTo>
                  <a:pt x="204304" y="65633"/>
                </a:lnTo>
                <a:lnTo>
                  <a:pt x="274497" y="65633"/>
                </a:lnTo>
                <a:lnTo>
                  <a:pt x="274497" y="83921"/>
                </a:lnTo>
                <a:lnTo>
                  <a:pt x="207352" y="83921"/>
                </a:lnTo>
                <a:lnTo>
                  <a:pt x="207352" y="102209"/>
                </a:lnTo>
                <a:lnTo>
                  <a:pt x="274497" y="102209"/>
                </a:lnTo>
                <a:lnTo>
                  <a:pt x="274497" y="120497"/>
                </a:lnTo>
                <a:lnTo>
                  <a:pt x="198208" y="120497"/>
                </a:lnTo>
                <a:lnTo>
                  <a:pt x="198208" y="138874"/>
                </a:lnTo>
                <a:lnTo>
                  <a:pt x="274497" y="138874"/>
                </a:lnTo>
                <a:lnTo>
                  <a:pt x="274497" y="146494"/>
                </a:lnTo>
                <a:lnTo>
                  <a:pt x="294309" y="146494"/>
                </a:lnTo>
                <a:lnTo>
                  <a:pt x="294309" y="47345"/>
                </a:lnTo>
                <a:close/>
              </a:path>
              <a:path w="605790" h="149860">
                <a:moveTo>
                  <a:pt x="297357" y="16764"/>
                </a:moveTo>
                <a:lnTo>
                  <a:pt x="280593" y="6096"/>
                </a:lnTo>
                <a:lnTo>
                  <a:pt x="275780" y="13817"/>
                </a:lnTo>
                <a:lnTo>
                  <a:pt x="270497" y="21145"/>
                </a:lnTo>
                <a:lnTo>
                  <a:pt x="264960" y="28168"/>
                </a:lnTo>
                <a:lnTo>
                  <a:pt x="259257" y="35052"/>
                </a:lnTo>
                <a:lnTo>
                  <a:pt x="272973" y="45821"/>
                </a:lnTo>
                <a:lnTo>
                  <a:pt x="279793" y="38023"/>
                </a:lnTo>
                <a:lnTo>
                  <a:pt x="286308" y="30683"/>
                </a:lnTo>
                <a:lnTo>
                  <a:pt x="292290" y="23622"/>
                </a:lnTo>
                <a:lnTo>
                  <a:pt x="297357" y="16764"/>
                </a:lnTo>
                <a:close/>
              </a:path>
              <a:path w="605790" h="149860">
                <a:moveTo>
                  <a:pt x="332409" y="21336"/>
                </a:moveTo>
                <a:lnTo>
                  <a:pt x="311073" y="21336"/>
                </a:lnTo>
                <a:lnTo>
                  <a:pt x="311073" y="144970"/>
                </a:lnTo>
                <a:lnTo>
                  <a:pt x="332409" y="144970"/>
                </a:lnTo>
                <a:lnTo>
                  <a:pt x="332409" y="21336"/>
                </a:lnTo>
                <a:close/>
              </a:path>
              <a:path w="605790" h="149860">
                <a:moveTo>
                  <a:pt x="366039" y="30480"/>
                </a:moveTo>
                <a:lnTo>
                  <a:pt x="362331" y="22504"/>
                </a:lnTo>
                <a:lnTo>
                  <a:pt x="358178" y="14668"/>
                </a:lnTo>
                <a:lnTo>
                  <a:pt x="353745" y="7124"/>
                </a:lnTo>
                <a:lnTo>
                  <a:pt x="349173" y="0"/>
                </a:lnTo>
                <a:lnTo>
                  <a:pt x="330885" y="6096"/>
                </a:lnTo>
                <a:lnTo>
                  <a:pt x="335203" y="14097"/>
                </a:lnTo>
                <a:lnTo>
                  <a:pt x="339077" y="22110"/>
                </a:lnTo>
                <a:lnTo>
                  <a:pt x="342684" y="30137"/>
                </a:lnTo>
                <a:lnTo>
                  <a:pt x="346125" y="38201"/>
                </a:lnTo>
                <a:lnTo>
                  <a:pt x="366039" y="30480"/>
                </a:lnTo>
                <a:close/>
              </a:path>
              <a:path w="605790" h="149860">
                <a:moveTo>
                  <a:pt x="410235" y="45821"/>
                </a:moveTo>
                <a:lnTo>
                  <a:pt x="391947" y="45821"/>
                </a:lnTo>
                <a:lnTo>
                  <a:pt x="391947" y="65633"/>
                </a:lnTo>
                <a:lnTo>
                  <a:pt x="391947" y="91541"/>
                </a:lnTo>
                <a:lnTo>
                  <a:pt x="366039" y="91541"/>
                </a:lnTo>
                <a:lnTo>
                  <a:pt x="366039" y="65633"/>
                </a:lnTo>
                <a:lnTo>
                  <a:pt x="391947" y="65633"/>
                </a:lnTo>
                <a:lnTo>
                  <a:pt x="391947" y="45821"/>
                </a:lnTo>
                <a:lnTo>
                  <a:pt x="347649" y="45821"/>
                </a:lnTo>
                <a:lnTo>
                  <a:pt x="347649" y="118973"/>
                </a:lnTo>
                <a:lnTo>
                  <a:pt x="366039" y="118973"/>
                </a:lnTo>
                <a:lnTo>
                  <a:pt x="366039" y="109829"/>
                </a:lnTo>
                <a:lnTo>
                  <a:pt x="410235" y="109829"/>
                </a:lnTo>
                <a:lnTo>
                  <a:pt x="410235" y="91541"/>
                </a:lnTo>
                <a:lnTo>
                  <a:pt x="410235" y="65633"/>
                </a:lnTo>
                <a:lnTo>
                  <a:pt x="410235" y="45821"/>
                </a:lnTo>
                <a:close/>
              </a:path>
              <a:path w="605790" h="149860">
                <a:moveTo>
                  <a:pt x="446811" y="10668"/>
                </a:moveTo>
                <a:lnTo>
                  <a:pt x="370611" y="10668"/>
                </a:lnTo>
                <a:lnTo>
                  <a:pt x="370611" y="30480"/>
                </a:lnTo>
                <a:lnTo>
                  <a:pt x="423951" y="30480"/>
                </a:lnTo>
                <a:lnTo>
                  <a:pt x="423951" y="122021"/>
                </a:lnTo>
                <a:lnTo>
                  <a:pt x="419379" y="126593"/>
                </a:lnTo>
                <a:lnTo>
                  <a:pt x="410235" y="126593"/>
                </a:lnTo>
                <a:lnTo>
                  <a:pt x="406184" y="126352"/>
                </a:lnTo>
                <a:lnTo>
                  <a:pt x="400710" y="125831"/>
                </a:lnTo>
                <a:lnTo>
                  <a:pt x="393522" y="125298"/>
                </a:lnTo>
                <a:lnTo>
                  <a:pt x="384327" y="125069"/>
                </a:lnTo>
                <a:lnTo>
                  <a:pt x="384441" y="125298"/>
                </a:lnTo>
                <a:lnTo>
                  <a:pt x="387375" y="131165"/>
                </a:lnTo>
                <a:lnTo>
                  <a:pt x="390423" y="146469"/>
                </a:lnTo>
                <a:lnTo>
                  <a:pt x="402120" y="146469"/>
                </a:lnTo>
                <a:lnTo>
                  <a:pt x="411949" y="146304"/>
                </a:lnTo>
                <a:lnTo>
                  <a:pt x="419785" y="145846"/>
                </a:lnTo>
                <a:lnTo>
                  <a:pt x="425475" y="144970"/>
                </a:lnTo>
                <a:lnTo>
                  <a:pt x="433095" y="144970"/>
                </a:lnTo>
                <a:lnTo>
                  <a:pt x="437667" y="141922"/>
                </a:lnTo>
                <a:lnTo>
                  <a:pt x="440715" y="137350"/>
                </a:lnTo>
                <a:lnTo>
                  <a:pt x="443763" y="132689"/>
                </a:lnTo>
                <a:lnTo>
                  <a:pt x="446811" y="126593"/>
                </a:lnTo>
                <a:lnTo>
                  <a:pt x="446811" y="10668"/>
                </a:lnTo>
                <a:close/>
              </a:path>
              <a:path w="605790" h="149860">
                <a:moveTo>
                  <a:pt x="523100" y="6096"/>
                </a:moveTo>
                <a:lnTo>
                  <a:pt x="506336" y="6096"/>
                </a:lnTo>
                <a:lnTo>
                  <a:pt x="506336" y="19812"/>
                </a:lnTo>
                <a:lnTo>
                  <a:pt x="506336" y="28956"/>
                </a:lnTo>
                <a:lnTo>
                  <a:pt x="506336" y="41249"/>
                </a:lnTo>
                <a:lnTo>
                  <a:pt x="506336" y="50393"/>
                </a:lnTo>
                <a:lnTo>
                  <a:pt x="481863" y="50393"/>
                </a:lnTo>
                <a:lnTo>
                  <a:pt x="481863" y="41249"/>
                </a:lnTo>
                <a:lnTo>
                  <a:pt x="506336" y="41249"/>
                </a:lnTo>
                <a:lnTo>
                  <a:pt x="506336" y="28956"/>
                </a:lnTo>
                <a:lnTo>
                  <a:pt x="481863" y="28956"/>
                </a:lnTo>
                <a:lnTo>
                  <a:pt x="481863" y="19812"/>
                </a:lnTo>
                <a:lnTo>
                  <a:pt x="506336" y="19812"/>
                </a:lnTo>
                <a:lnTo>
                  <a:pt x="506336" y="6096"/>
                </a:lnTo>
                <a:lnTo>
                  <a:pt x="465099" y="6096"/>
                </a:lnTo>
                <a:lnTo>
                  <a:pt x="465099" y="64109"/>
                </a:lnTo>
                <a:lnTo>
                  <a:pt x="523100" y="64109"/>
                </a:lnTo>
                <a:lnTo>
                  <a:pt x="523100" y="50393"/>
                </a:lnTo>
                <a:lnTo>
                  <a:pt x="523100" y="41249"/>
                </a:lnTo>
                <a:lnTo>
                  <a:pt x="523100" y="28956"/>
                </a:lnTo>
                <a:lnTo>
                  <a:pt x="523100" y="19812"/>
                </a:lnTo>
                <a:lnTo>
                  <a:pt x="523100" y="6096"/>
                </a:lnTo>
                <a:close/>
              </a:path>
              <a:path w="605790" h="149860">
                <a:moveTo>
                  <a:pt x="602348" y="6096"/>
                </a:moveTo>
                <a:lnTo>
                  <a:pt x="529196" y="6096"/>
                </a:lnTo>
                <a:lnTo>
                  <a:pt x="529196" y="21336"/>
                </a:lnTo>
                <a:lnTo>
                  <a:pt x="553580" y="21336"/>
                </a:lnTo>
                <a:lnTo>
                  <a:pt x="552056" y="24384"/>
                </a:lnTo>
                <a:lnTo>
                  <a:pt x="552056" y="33528"/>
                </a:lnTo>
                <a:lnTo>
                  <a:pt x="532244" y="33528"/>
                </a:lnTo>
                <a:lnTo>
                  <a:pt x="532244" y="94589"/>
                </a:lnTo>
                <a:lnTo>
                  <a:pt x="549008" y="94589"/>
                </a:lnTo>
                <a:lnTo>
                  <a:pt x="549008" y="47345"/>
                </a:lnTo>
                <a:lnTo>
                  <a:pt x="581012" y="47345"/>
                </a:lnTo>
                <a:lnTo>
                  <a:pt x="581012" y="96113"/>
                </a:lnTo>
                <a:lnTo>
                  <a:pt x="597776" y="96113"/>
                </a:lnTo>
                <a:lnTo>
                  <a:pt x="597776" y="47345"/>
                </a:lnTo>
                <a:lnTo>
                  <a:pt x="597776" y="33528"/>
                </a:lnTo>
                <a:lnTo>
                  <a:pt x="570344" y="33528"/>
                </a:lnTo>
                <a:lnTo>
                  <a:pt x="570344" y="28956"/>
                </a:lnTo>
                <a:lnTo>
                  <a:pt x="571868" y="25908"/>
                </a:lnTo>
                <a:lnTo>
                  <a:pt x="571868" y="21336"/>
                </a:lnTo>
                <a:lnTo>
                  <a:pt x="602348" y="21336"/>
                </a:lnTo>
                <a:lnTo>
                  <a:pt x="602348" y="6096"/>
                </a:lnTo>
                <a:close/>
              </a:path>
              <a:path w="605790" h="149860">
                <a:moveTo>
                  <a:pt x="605421" y="126504"/>
                </a:moveTo>
                <a:lnTo>
                  <a:pt x="594791" y="126504"/>
                </a:lnTo>
                <a:lnTo>
                  <a:pt x="605396" y="112877"/>
                </a:lnTo>
                <a:lnTo>
                  <a:pt x="597357" y="108013"/>
                </a:lnTo>
                <a:lnTo>
                  <a:pt x="593115" y="105257"/>
                </a:lnTo>
                <a:lnTo>
                  <a:pt x="591591" y="104267"/>
                </a:lnTo>
                <a:lnTo>
                  <a:pt x="591591" y="126504"/>
                </a:lnTo>
                <a:lnTo>
                  <a:pt x="536994" y="126504"/>
                </a:lnTo>
                <a:lnTo>
                  <a:pt x="545376" y="122605"/>
                </a:lnTo>
                <a:lnTo>
                  <a:pt x="552627" y="117640"/>
                </a:lnTo>
                <a:lnTo>
                  <a:pt x="558469" y="111798"/>
                </a:lnTo>
                <a:lnTo>
                  <a:pt x="562724" y="105257"/>
                </a:lnTo>
                <a:lnTo>
                  <a:pt x="577773" y="115925"/>
                </a:lnTo>
                <a:lnTo>
                  <a:pt x="584809" y="121107"/>
                </a:lnTo>
                <a:lnTo>
                  <a:pt x="591591" y="126504"/>
                </a:lnTo>
                <a:lnTo>
                  <a:pt x="591591" y="104267"/>
                </a:lnTo>
                <a:lnTo>
                  <a:pt x="589013" y="102590"/>
                </a:lnTo>
                <a:lnTo>
                  <a:pt x="570344" y="90017"/>
                </a:lnTo>
                <a:lnTo>
                  <a:pt x="571868" y="83921"/>
                </a:lnTo>
                <a:lnTo>
                  <a:pt x="573392" y="76301"/>
                </a:lnTo>
                <a:lnTo>
                  <a:pt x="573392" y="54965"/>
                </a:lnTo>
                <a:lnTo>
                  <a:pt x="556628" y="54965"/>
                </a:lnTo>
                <a:lnTo>
                  <a:pt x="556628" y="67157"/>
                </a:lnTo>
                <a:lnTo>
                  <a:pt x="556044" y="77508"/>
                </a:lnTo>
                <a:lnTo>
                  <a:pt x="527748" y="110299"/>
                </a:lnTo>
                <a:lnTo>
                  <a:pt x="520052" y="112877"/>
                </a:lnTo>
                <a:lnTo>
                  <a:pt x="523100" y="117449"/>
                </a:lnTo>
                <a:lnTo>
                  <a:pt x="527672" y="122021"/>
                </a:lnTo>
                <a:lnTo>
                  <a:pt x="530669" y="126504"/>
                </a:lnTo>
                <a:lnTo>
                  <a:pt x="521182" y="126504"/>
                </a:lnTo>
                <a:lnTo>
                  <a:pt x="506336" y="123545"/>
                </a:lnTo>
                <a:lnTo>
                  <a:pt x="506336" y="114401"/>
                </a:lnTo>
                <a:lnTo>
                  <a:pt x="506336" y="109829"/>
                </a:lnTo>
                <a:lnTo>
                  <a:pt x="524624" y="109829"/>
                </a:lnTo>
                <a:lnTo>
                  <a:pt x="524624" y="94589"/>
                </a:lnTo>
                <a:lnTo>
                  <a:pt x="506336" y="94589"/>
                </a:lnTo>
                <a:lnTo>
                  <a:pt x="506336" y="85445"/>
                </a:lnTo>
                <a:lnTo>
                  <a:pt x="526148" y="85445"/>
                </a:lnTo>
                <a:lnTo>
                  <a:pt x="526148" y="70205"/>
                </a:lnTo>
                <a:lnTo>
                  <a:pt x="459003" y="70205"/>
                </a:lnTo>
                <a:lnTo>
                  <a:pt x="459003" y="85445"/>
                </a:lnTo>
                <a:lnTo>
                  <a:pt x="487959" y="85445"/>
                </a:lnTo>
                <a:lnTo>
                  <a:pt x="487959" y="114401"/>
                </a:lnTo>
                <a:lnTo>
                  <a:pt x="486435" y="111353"/>
                </a:lnTo>
                <a:lnTo>
                  <a:pt x="483387" y="109829"/>
                </a:lnTo>
                <a:lnTo>
                  <a:pt x="481863" y="108305"/>
                </a:lnTo>
                <a:lnTo>
                  <a:pt x="481863" y="91541"/>
                </a:lnTo>
                <a:lnTo>
                  <a:pt x="465099" y="91541"/>
                </a:lnTo>
                <a:lnTo>
                  <a:pt x="464972" y="94589"/>
                </a:lnTo>
                <a:lnTo>
                  <a:pt x="464921" y="96113"/>
                </a:lnTo>
                <a:lnTo>
                  <a:pt x="464794" y="99161"/>
                </a:lnTo>
                <a:lnTo>
                  <a:pt x="464553" y="105257"/>
                </a:lnTo>
                <a:lnTo>
                  <a:pt x="463003" y="116878"/>
                </a:lnTo>
                <a:lnTo>
                  <a:pt x="460603" y="126504"/>
                </a:lnTo>
                <a:lnTo>
                  <a:pt x="457479" y="134302"/>
                </a:lnTo>
                <a:lnTo>
                  <a:pt x="463575" y="138874"/>
                </a:lnTo>
                <a:lnTo>
                  <a:pt x="468147" y="144970"/>
                </a:lnTo>
                <a:lnTo>
                  <a:pt x="471195" y="149542"/>
                </a:lnTo>
                <a:lnTo>
                  <a:pt x="475767" y="143421"/>
                </a:lnTo>
                <a:lnTo>
                  <a:pt x="475894" y="142798"/>
                </a:lnTo>
                <a:lnTo>
                  <a:pt x="477291" y="135826"/>
                </a:lnTo>
                <a:lnTo>
                  <a:pt x="478815" y="126593"/>
                </a:lnTo>
                <a:lnTo>
                  <a:pt x="483387" y="129641"/>
                </a:lnTo>
                <a:lnTo>
                  <a:pt x="489483" y="132689"/>
                </a:lnTo>
                <a:lnTo>
                  <a:pt x="494055" y="135826"/>
                </a:lnTo>
                <a:lnTo>
                  <a:pt x="500240" y="138874"/>
                </a:lnTo>
                <a:lnTo>
                  <a:pt x="532130" y="143421"/>
                </a:lnTo>
                <a:lnTo>
                  <a:pt x="600837" y="143421"/>
                </a:lnTo>
                <a:lnTo>
                  <a:pt x="600875" y="143256"/>
                </a:lnTo>
                <a:lnTo>
                  <a:pt x="600989" y="142798"/>
                </a:lnTo>
                <a:lnTo>
                  <a:pt x="602348" y="137350"/>
                </a:lnTo>
                <a:lnTo>
                  <a:pt x="603872" y="132689"/>
                </a:lnTo>
                <a:lnTo>
                  <a:pt x="605421" y="126504"/>
                </a:lnTo>
                <a:close/>
              </a:path>
            </a:pathLst>
          </a:custGeom>
          <a:solidFill>
            <a:srgbClr val="A1620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11174" y="5514594"/>
            <a:ext cx="2441543" cy="13115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545776" y="5516117"/>
            <a:ext cx="1242822" cy="129635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201203" y="7288720"/>
            <a:ext cx="175045" cy="747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61821"/>
            <a:ext cx="846455" cy="276225"/>
          </a:xfrm>
          <a:custGeom>
            <a:avLst/>
            <a:gdLst/>
            <a:ahLst/>
            <a:cxnLst/>
            <a:rect l="l" t="t" r="r" b="b"/>
            <a:pathLst>
              <a:path w="846455" h="276225">
                <a:moveTo>
                  <a:pt x="169252" y="1524"/>
                </a:moveTo>
                <a:lnTo>
                  <a:pt x="134200" y="1524"/>
                </a:lnTo>
                <a:lnTo>
                  <a:pt x="134200" y="96113"/>
                </a:lnTo>
                <a:lnTo>
                  <a:pt x="130276" y="82092"/>
                </a:lnTo>
                <a:lnTo>
                  <a:pt x="125628" y="67487"/>
                </a:lnTo>
                <a:lnTo>
                  <a:pt x="120561" y="51816"/>
                </a:lnTo>
                <a:lnTo>
                  <a:pt x="115912" y="36576"/>
                </a:lnTo>
                <a:lnTo>
                  <a:pt x="88392" y="47244"/>
                </a:lnTo>
                <a:lnTo>
                  <a:pt x="89763" y="51816"/>
                </a:lnTo>
                <a:lnTo>
                  <a:pt x="68580" y="51816"/>
                </a:lnTo>
                <a:lnTo>
                  <a:pt x="68580" y="1524"/>
                </a:lnTo>
                <a:lnTo>
                  <a:pt x="30480" y="1524"/>
                </a:lnTo>
                <a:lnTo>
                  <a:pt x="30480" y="51816"/>
                </a:lnTo>
                <a:lnTo>
                  <a:pt x="3048" y="51816"/>
                </a:lnTo>
                <a:lnTo>
                  <a:pt x="3048" y="85445"/>
                </a:lnTo>
                <a:lnTo>
                  <a:pt x="30480" y="85445"/>
                </a:lnTo>
                <a:lnTo>
                  <a:pt x="30480" y="132689"/>
                </a:lnTo>
                <a:lnTo>
                  <a:pt x="0" y="143357"/>
                </a:lnTo>
                <a:lnTo>
                  <a:pt x="7620" y="183070"/>
                </a:lnTo>
                <a:lnTo>
                  <a:pt x="30480" y="173926"/>
                </a:lnTo>
                <a:lnTo>
                  <a:pt x="30480" y="231838"/>
                </a:lnTo>
                <a:lnTo>
                  <a:pt x="28956" y="233362"/>
                </a:lnTo>
                <a:lnTo>
                  <a:pt x="27432" y="236410"/>
                </a:lnTo>
                <a:lnTo>
                  <a:pt x="25908" y="236410"/>
                </a:lnTo>
                <a:lnTo>
                  <a:pt x="24384" y="237934"/>
                </a:lnTo>
                <a:lnTo>
                  <a:pt x="0" y="237934"/>
                </a:lnTo>
                <a:lnTo>
                  <a:pt x="2260" y="247078"/>
                </a:lnTo>
                <a:lnTo>
                  <a:pt x="4381" y="256082"/>
                </a:lnTo>
                <a:lnTo>
                  <a:pt x="6210" y="264807"/>
                </a:lnTo>
                <a:lnTo>
                  <a:pt x="7620" y="273062"/>
                </a:lnTo>
                <a:lnTo>
                  <a:pt x="19329" y="273062"/>
                </a:lnTo>
                <a:lnTo>
                  <a:pt x="59436" y="266992"/>
                </a:lnTo>
                <a:lnTo>
                  <a:pt x="68580" y="247078"/>
                </a:lnTo>
                <a:lnTo>
                  <a:pt x="68580" y="173926"/>
                </a:lnTo>
                <a:lnTo>
                  <a:pt x="68580" y="158597"/>
                </a:lnTo>
                <a:lnTo>
                  <a:pt x="91440" y="149453"/>
                </a:lnTo>
                <a:lnTo>
                  <a:pt x="90297" y="141147"/>
                </a:lnTo>
                <a:lnTo>
                  <a:pt x="89052" y="131267"/>
                </a:lnTo>
                <a:lnTo>
                  <a:pt x="88011" y="122237"/>
                </a:lnTo>
                <a:lnTo>
                  <a:pt x="87668" y="118973"/>
                </a:lnTo>
                <a:lnTo>
                  <a:pt x="86868" y="111353"/>
                </a:lnTo>
                <a:lnTo>
                  <a:pt x="68580" y="118973"/>
                </a:lnTo>
                <a:lnTo>
                  <a:pt x="68580" y="85445"/>
                </a:lnTo>
                <a:lnTo>
                  <a:pt x="89916" y="85445"/>
                </a:lnTo>
                <a:lnTo>
                  <a:pt x="89916" y="52298"/>
                </a:lnTo>
                <a:lnTo>
                  <a:pt x="92989" y="62471"/>
                </a:lnTo>
                <a:lnTo>
                  <a:pt x="97726" y="78384"/>
                </a:lnTo>
                <a:lnTo>
                  <a:pt x="102755" y="95135"/>
                </a:lnTo>
                <a:lnTo>
                  <a:pt x="108204" y="112877"/>
                </a:lnTo>
                <a:lnTo>
                  <a:pt x="134200" y="103733"/>
                </a:lnTo>
                <a:lnTo>
                  <a:pt x="134200" y="118973"/>
                </a:lnTo>
                <a:lnTo>
                  <a:pt x="121335" y="131267"/>
                </a:lnTo>
                <a:lnTo>
                  <a:pt x="107873" y="142989"/>
                </a:lnTo>
                <a:lnTo>
                  <a:pt x="93992" y="154038"/>
                </a:lnTo>
                <a:lnTo>
                  <a:pt x="79248" y="164782"/>
                </a:lnTo>
                <a:lnTo>
                  <a:pt x="102108" y="195262"/>
                </a:lnTo>
                <a:lnTo>
                  <a:pt x="134200" y="163258"/>
                </a:lnTo>
                <a:lnTo>
                  <a:pt x="129324" y="190982"/>
                </a:lnTo>
                <a:lnTo>
                  <a:pt x="119151" y="214693"/>
                </a:lnTo>
                <a:lnTo>
                  <a:pt x="103517" y="234416"/>
                </a:lnTo>
                <a:lnTo>
                  <a:pt x="82296" y="250126"/>
                </a:lnTo>
                <a:lnTo>
                  <a:pt x="92036" y="257670"/>
                </a:lnTo>
                <a:lnTo>
                  <a:pt x="108699" y="270370"/>
                </a:lnTo>
                <a:lnTo>
                  <a:pt x="115912" y="276136"/>
                </a:lnTo>
                <a:lnTo>
                  <a:pt x="126758" y="267550"/>
                </a:lnTo>
                <a:lnTo>
                  <a:pt x="150964" y="234886"/>
                </a:lnTo>
                <a:lnTo>
                  <a:pt x="165112" y="192455"/>
                </a:lnTo>
                <a:lnTo>
                  <a:pt x="168262" y="163258"/>
                </a:lnTo>
                <a:lnTo>
                  <a:pt x="168617" y="154038"/>
                </a:lnTo>
                <a:lnTo>
                  <a:pt x="168668" y="149453"/>
                </a:lnTo>
                <a:lnTo>
                  <a:pt x="168770" y="141147"/>
                </a:lnTo>
                <a:lnTo>
                  <a:pt x="168884" y="132118"/>
                </a:lnTo>
                <a:lnTo>
                  <a:pt x="169011" y="122237"/>
                </a:lnTo>
                <a:lnTo>
                  <a:pt x="169113" y="103733"/>
                </a:lnTo>
                <a:lnTo>
                  <a:pt x="169138" y="96113"/>
                </a:lnTo>
                <a:lnTo>
                  <a:pt x="169252" y="1524"/>
                </a:lnTo>
                <a:close/>
              </a:path>
              <a:path w="846455" h="276225">
                <a:moveTo>
                  <a:pt x="277558" y="53340"/>
                </a:moveTo>
                <a:lnTo>
                  <a:pt x="245452" y="36576"/>
                </a:lnTo>
                <a:lnTo>
                  <a:pt x="239737" y="49149"/>
                </a:lnTo>
                <a:lnTo>
                  <a:pt x="234022" y="61582"/>
                </a:lnTo>
                <a:lnTo>
                  <a:pt x="228307" y="73736"/>
                </a:lnTo>
                <a:lnTo>
                  <a:pt x="222592" y="85445"/>
                </a:lnTo>
                <a:lnTo>
                  <a:pt x="222592" y="1524"/>
                </a:lnTo>
                <a:lnTo>
                  <a:pt x="187540" y="1524"/>
                </a:lnTo>
                <a:lnTo>
                  <a:pt x="187540" y="230314"/>
                </a:lnTo>
                <a:lnTo>
                  <a:pt x="189547" y="247497"/>
                </a:lnTo>
                <a:lnTo>
                  <a:pt x="195541" y="259930"/>
                </a:lnTo>
                <a:lnTo>
                  <a:pt x="205549" y="267487"/>
                </a:lnTo>
                <a:lnTo>
                  <a:pt x="219544" y="270040"/>
                </a:lnTo>
                <a:lnTo>
                  <a:pt x="243928" y="270040"/>
                </a:lnTo>
                <a:lnTo>
                  <a:pt x="251548" y="268516"/>
                </a:lnTo>
                <a:lnTo>
                  <a:pt x="256120" y="265468"/>
                </a:lnTo>
                <a:lnTo>
                  <a:pt x="262318" y="262420"/>
                </a:lnTo>
                <a:lnTo>
                  <a:pt x="276148" y="220586"/>
                </a:lnTo>
                <a:lnTo>
                  <a:pt x="277558" y="202882"/>
                </a:lnTo>
                <a:lnTo>
                  <a:pt x="248500" y="192214"/>
                </a:lnTo>
                <a:lnTo>
                  <a:pt x="248246" y="203885"/>
                </a:lnTo>
                <a:lnTo>
                  <a:pt x="247548" y="213550"/>
                </a:lnTo>
                <a:lnTo>
                  <a:pt x="246583" y="220941"/>
                </a:lnTo>
                <a:lnTo>
                  <a:pt x="245452" y="225742"/>
                </a:lnTo>
                <a:lnTo>
                  <a:pt x="243928" y="231838"/>
                </a:lnTo>
                <a:lnTo>
                  <a:pt x="240880" y="234886"/>
                </a:lnTo>
                <a:lnTo>
                  <a:pt x="225640" y="234886"/>
                </a:lnTo>
                <a:lnTo>
                  <a:pt x="222592" y="231838"/>
                </a:lnTo>
                <a:lnTo>
                  <a:pt x="222592" y="155549"/>
                </a:lnTo>
                <a:lnTo>
                  <a:pt x="232600" y="163372"/>
                </a:lnTo>
                <a:lnTo>
                  <a:pt x="242036" y="170878"/>
                </a:lnTo>
                <a:lnTo>
                  <a:pt x="250926" y="178358"/>
                </a:lnTo>
                <a:lnTo>
                  <a:pt x="259270" y="186118"/>
                </a:lnTo>
                <a:lnTo>
                  <a:pt x="277558" y="157073"/>
                </a:lnTo>
                <a:lnTo>
                  <a:pt x="275551" y="155549"/>
                </a:lnTo>
                <a:lnTo>
                  <a:pt x="262077" y="145313"/>
                </a:lnTo>
                <a:lnTo>
                  <a:pt x="247751" y="134975"/>
                </a:lnTo>
                <a:lnTo>
                  <a:pt x="222592" y="117449"/>
                </a:lnTo>
                <a:lnTo>
                  <a:pt x="222592" y="99161"/>
                </a:lnTo>
                <a:lnTo>
                  <a:pt x="243928" y="111353"/>
                </a:lnTo>
                <a:lnTo>
                  <a:pt x="251409" y="99161"/>
                </a:lnTo>
                <a:lnTo>
                  <a:pt x="251980" y="98234"/>
                </a:lnTo>
                <a:lnTo>
                  <a:pt x="259397" y="85445"/>
                </a:lnTo>
                <a:lnTo>
                  <a:pt x="260172" y="84099"/>
                </a:lnTo>
                <a:lnTo>
                  <a:pt x="277558" y="53340"/>
                </a:lnTo>
                <a:close/>
              </a:path>
              <a:path w="846455" h="276225">
                <a:moveTo>
                  <a:pt x="549021" y="36576"/>
                </a:moveTo>
                <a:lnTo>
                  <a:pt x="537794" y="26822"/>
                </a:lnTo>
                <a:lnTo>
                  <a:pt x="527024" y="17907"/>
                </a:lnTo>
                <a:lnTo>
                  <a:pt x="516559" y="9575"/>
                </a:lnTo>
                <a:lnTo>
                  <a:pt x="506247" y="1524"/>
                </a:lnTo>
                <a:lnTo>
                  <a:pt x="484911" y="24384"/>
                </a:lnTo>
                <a:lnTo>
                  <a:pt x="495185" y="33528"/>
                </a:lnTo>
                <a:lnTo>
                  <a:pt x="505294" y="42672"/>
                </a:lnTo>
                <a:lnTo>
                  <a:pt x="515137" y="51816"/>
                </a:lnTo>
                <a:lnTo>
                  <a:pt x="524535" y="60960"/>
                </a:lnTo>
                <a:lnTo>
                  <a:pt x="549021" y="36576"/>
                </a:lnTo>
                <a:close/>
              </a:path>
              <a:path w="846455" h="276225">
                <a:moveTo>
                  <a:pt x="565785" y="195262"/>
                </a:moveTo>
                <a:lnTo>
                  <a:pt x="534847" y="182626"/>
                </a:lnTo>
                <a:lnTo>
                  <a:pt x="529107" y="180022"/>
                </a:lnTo>
                <a:lnTo>
                  <a:pt x="528993" y="185928"/>
                </a:lnTo>
                <a:lnTo>
                  <a:pt x="524535" y="227266"/>
                </a:lnTo>
                <a:lnTo>
                  <a:pt x="521487" y="231838"/>
                </a:lnTo>
                <a:lnTo>
                  <a:pt x="515391" y="231838"/>
                </a:lnTo>
                <a:lnTo>
                  <a:pt x="512343" y="228790"/>
                </a:lnTo>
                <a:lnTo>
                  <a:pt x="508469" y="221170"/>
                </a:lnTo>
                <a:lnTo>
                  <a:pt x="507720" y="219646"/>
                </a:lnTo>
                <a:lnTo>
                  <a:pt x="504723" y="213550"/>
                </a:lnTo>
                <a:lnTo>
                  <a:pt x="503415" y="210502"/>
                </a:lnTo>
                <a:lnTo>
                  <a:pt x="500773" y="204368"/>
                </a:lnTo>
                <a:lnTo>
                  <a:pt x="497103" y="193738"/>
                </a:lnTo>
                <a:lnTo>
                  <a:pt x="513727" y="178295"/>
                </a:lnTo>
                <a:lnTo>
                  <a:pt x="529501" y="161696"/>
                </a:lnTo>
                <a:lnTo>
                  <a:pt x="534771" y="155549"/>
                </a:lnTo>
                <a:lnTo>
                  <a:pt x="544728" y="143941"/>
                </a:lnTo>
                <a:lnTo>
                  <a:pt x="559689" y="125069"/>
                </a:lnTo>
                <a:lnTo>
                  <a:pt x="527583" y="103733"/>
                </a:lnTo>
                <a:lnTo>
                  <a:pt x="518210" y="118262"/>
                </a:lnTo>
                <a:lnTo>
                  <a:pt x="508533" y="131927"/>
                </a:lnTo>
                <a:lnTo>
                  <a:pt x="498868" y="144449"/>
                </a:lnTo>
                <a:lnTo>
                  <a:pt x="489483" y="155549"/>
                </a:lnTo>
                <a:lnTo>
                  <a:pt x="487464" y="143598"/>
                </a:lnTo>
                <a:lnTo>
                  <a:pt x="485863" y="130784"/>
                </a:lnTo>
                <a:lnTo>
                  <a:pt x="484555" y="117398"/>
                </a:lnTo>
                <a:lnTo>
                  <a:pt x="483781" y="108305"/>
                </a:lnTo>
                <a:lnTo>
                  <a:pt x="483387" y="103733"/>
                </a:lnTo>
                <a:lnTo>
                  <a:pt x="559689" y="93065"/>
                </a:lnTo>
                <a:lnTo>
                  <a:pt x="557618" y="70205"/>
                </a:lnTo>
                <a:lnTo>
                  <a:pt x="556641" y="59436"/>
                </a:lnTo>
                <a:lnTo>
                  <a:pt x="481863" y="70205"/>
                </a:lnTo>
                <a:lnTo>
                  <a:pt x="478815" y="0"/>
                </a:lnTo>
                <a:lnTo>
                  <a:pt x="439191" y="0"/>
                </a:lnTo>
                <a:lnTo>
                  <a:pt x="439293" y="1524"/>
                </a:lnTo>
                <a:lnTo>
                  <a:pt x="440334" y="18554"/>
                </a:lnTo>
                <a:lnTo>
                  <a:pt x="441477" y="37541"/>
                </a:lnTo>
                <a:lnTo>
                  <a:pt x="443763" y="76301"/>
                </a:lnTo>
                <a:lnTo>
                  <a:pt x="405663" y="80873"/>
                </a:lnTo>
                <a:lnTo>
                  <a:pt x="411759" y="114401"/>
                </a:lnTo>
                <a:lnTo>
                  <a:pt x="445287" y="108305"/>
                </a:lnTo>
                <a:lnTo>
                  <a:pt x="447598" y="130937"/>
                </a:lnTo>
                <a:lnTo>
                  <a:pt x="447725" y="131927"/>
                </a:lnTo>
                <a:lnTo>
                  <a:pt x="450049" y="151028"/>
                </a:lnTo>
                <a:lnTo>
                  <a:pt x="452793" y="168821"/>
                </a:lnTo>
                <a:lnTo>
                  <a:pt x="455955" y="184594"/>
                </a:lnTo>
                <a:lnTo>
                  <a:pt x="446557" y="191439"/>
                </a:lnTo>
                <a:lnTo>
                  <a:pt x="436714" y="198120"/>
                </a:lnTo>
                <a:lnTo>
                  <a:pt x="426605" y="204533"/>
                </a:lnTo>
                <a:lnTo>
                  <a:pt x="416331" y="210502"/>
                </a:lnTo>
                <a:lnTo>
                  <a:pt x="416331" y="158597"/>
                </a:lnTo>
                <a:lnTo>
                  <a:pt x="416331" y="126593"/>
                </a:lnTo>
                <a:lnTo>
                  <a:pt x="379666" y="126593"/>
                </a:lnTo>
                <a:lnTo>
                  <a:pt x="379666" y="158597"/>
                </a:lnTo>
                <a:lnTo>
                  <a:pt x="379666" y="219646"/>
                </a:lnTo>
                <a:lnTo>
                  <a:pt x="332422" y="219646"/>
                </a:lnTo>
                <a:lnTo>
                  <a:pt x="332422" y="158597"/>
                </a:lnTo>
                <a:lnTo>
                  <a:pt x="379666" y="158597"/>
                </a:lnTo>
                <a:lnTo>
                  <a:pt x="379666" y="126593"/>
                </a:lnTo>
                <a:lnTo>
                  <a:pt x="368998" y="126593"/>
                </a:lnTo>
                <a:lnTo>
                  <a:pt x="368998" y="76301"/>
                </a:lnTo>
                <a:lnTo>
                  <a:pt x="422427" y="76301"/>
                </a:lnTo>
                <a:lnTo>
                  <a:pt x="422427" y="42672"/>
                </a:lnTo>
                <a:lnTo>
                  <a:pt x="368998" y="42672"/>
                </a:lnTo>
                <a:lnTo>
                  <a:pt x="368998" y="0"/>
                </a:lnTo>
                <a:lnTo>
                  <a:pt x="330898" y="0"/>
                </a:lnTo>
                <a:lnTo>
                  <a:pt x="330898" y="126593"/>
                </a:lnTo>
                <a:lnTo>
                  <a:pt x="297370" y="126593"/>
                </a:lnTo>
                <a:lnTo>
                  <a:pt x="297370" y="268516"/>
                </a:lnTo>
                <a:lnTo>
                  <a:pt x="332422" y="268516"/>
                </a:lnTo>
                <a:lnTo>
                  <a:pt x="332422" y="251650"/>
                </a:lnTo>
                <a:lnTo>
                  <a:pt x="379666" y="251650"/>
                </a:lnTo>
                <a:lnTo>
                  <a:pt x="379666" y="265468"/>
                </a:lnTo>
                <a:lnTo>
                  <a:pt x="416331" y="265468"/>
                </a:lnTo>
                <a:lnTo>
                  <a:pt x="416331" y="251650"/>
                </a:lnTo>
                <a:lnTo>
                  <a:pt x="416331" y="228790"/>
                </a:lnTo>
                <a:lnTo>
                  <a:pt x="425475" y="240982"/>
                </a:lnTo>
                <a:lnTo>
                  <a:pt x="428523" y="245554"/>
                </a:lnTo>
                <a:lnTo>
                  <a:pt x="438556" y="239826"/>
                </a:lnTo>
                <a:lnTo>
                  <a:pt x="448144" y="233934"/>
                </a:lnTo>
                <a:lnTo>
                  <a:pt x="455917" y="228790"/>
                </a:lnTo>
                <a:lnTo>
                  <a:pt x="457466" y="227774"/>
                </a:lnTo>
                <a:lnTo>
                  <a:pt x="466623" y="221170"/>
                </a:lnTo>
                <a:lnTo>
                  <a:pt x="476897" y="245237"/>
                </a:lnTo>
                <a:lnTo>
                  <a:pt x="489292" y="262407"/>
                </a:lnTo>
                <a:lnTo>
                  <a:pt x="503707" y="272707"/>
                </a:lnTo>
                <a:lnTo>
                  <a:pt x="519963" y="276136"/>
                </a:lnTo>
                <a:lnTo>
                  <a:pt x="528332" y="275297"/>
                </a:lnTo>
                <a:lnTo>
                  <a:pt x="556641" y="240461"/>
                </a:lnTo>
                <a:lnTo>
                  <a:pt x="558596" y="231838"/>
                </a:lnTo>
                <a:lnTo>
                  <a:pt x="561213" y="220357"/>
                </a:lnTo>
                <a:lnTo>
                  <a:pt x="565785" y="195262"/>
                </a:lnTo>
                <a:close/>
              </a:path>
              <a:path w="846455" h="276225">
                <a:moveTo>
                  <a:pt x="824953" y="30480"/>
                </a:moveTo>
                <a:lnTo>
                  <a:pt x="597789" y="30480"/>
                </a:lnTo>
                <a:lnTo>
                  <a:pt x="597789" y="71729"/>
                </a:lnTo>
                <a:lnTo>
                  <a:pt x="824953" y="71729"/>
                </a:lnTo>
                <a:lnTo>
                  <a:pt x="824953" y="30480"/>
                </a:lnTo>
                <a:close/>
              </a:path>
              <a:path w="846455" h="276225">
                <a:moveTo>
                  <a:pt x="846391" y="202882"/>
                </a:moveTo>
                <a:lnTo>
                  <a:pt x="576453" y="202882"/>
                </a:lnTo>
                <a:lnTo>
                  <a:pt x="576453" y="245554"/>
                </a:lnTo>
                <a:lnTo>
                  <a:pt x="846391" y="245554"/>
                </a:lnTo>
                <a:lnTo>
                  <a:pt x="846391" y="202882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23358" y="942689"/>
            <a:ext cx="52069" cy="160655"/>
          </a:xfrm>
          <a:custGeom>
            <a:avLst/>
            <a:gdLst/>
            <a:ahLst/>
            <a:cxnLst/>
            <a:rect l="l" t="t" r="r" b="b"/>
            <a:pathLst>
              <a:path w="52069" h="160655">
                <a:moveTo>
                  <a:pt x="32004" y="45720"/>
                </a:moveTo>
                <a:lnTo>
                  <a:pt x="18288" y="45720"/>
                </a:lnTo>
                <a:lnTo>
                  <a:pt x="12192" y="44196"/>
                </a:lnTo>
                <a:lnTo>
                  <a:pt x="3048" y="35052"/>
                </a:lnTo>
                <a:lnTo>
                  <a:pt x="0" y="28956"/>
                </a:lnTo>
                <a:lnTo>
                  <a:pt x="0" y="16764"/>
                </a:lnTo>
                <a:lnTo>
                  <a:pt x="3048" y="10668"/>
                </a:lnTo>
                <a:lnTo>
                  <a:pt x="12192" y="1524"/>
                </a:lnTo>
                <a:lnTo>
                  <a:pt x="18288" y="0"/>
                </a:lnTo>
                <a:lnTo>
                  <a:pt x="32004" y="0"/>
                </a:lnTo>
                <a:lnTo>
                  <a:pt x="38100" y="1524"/>
                </a:lnTo>
                <a:lnTo>
                  <a:pt x="44196" y="6096"/>
                </a:lnTo>
                <a:lnTo>
                  <a:pt x="48768" y="10668"/>
                </a:lnTo>
                <a:lnTo>
                  <a:pt x="51816" y="16764"/>
                </a:lnTo>
                <a:lnTo>
                  <a:pt x="51816" y="28956"/>
                </a:lnTo>
                <a:lnTo>
                  <a:pt x="48768" y="35052"/>
                </a:lnTo>
                <a:lnTo>
                  <a:pt x="44196" y="39624"/>
                </a:lnTo>
                <a:lnTo>
                  <a:pt x="38100" y="44196"/>
                </a:lnTo>
                <a:lnTo>
                  <a:pt x="32004" y="45720"/>
                </a:lnTo>
                <a:close/>
              </a:path>
              <a:path w="52069" h="160655">
                <a:moveTo>
                  <a:pt x="32004" y="160115"/>
                </a:moveTo>
                <a:lnTo>
                  <a:pt x="18288" y="160115"/>
                </a:lnTo>
                <a:lnTo>
                  <a:pt x="12192" y="158591"/>
                </a:lnTo>
                <a:lnTo>
                  <a:pt x="3048" y="149447"/>
                </a:lnTo>
                <a:lnTo>
                  <a:pt x="0" y="143351"/>
                </a:lnTo>
                <a:lnTo>
                  <a:pt x="0" y="131159"/>
                </a:lnTo>
                <a:lnTo>
                  <a:pt x="3048" y="125063"/>
                </a:lnTo>
                <a:lnTo>
                  <a:pt x="12192" y="115919"/>
                </a:lnTo>
                <a:lnTo>
                  <a:pt x="18288" y="114395"/>
                </a:lnTo>
                <a:lnTo>
                  <a:pt x="32004" y="114395"/>
                </a:lnTo>
                <a:lnTo>
                  <a:pt x="38100" y="115919"/>
                </a:lnTo>
                <a:lnTo>
                  <a:pt x="44196" y="120491"/>
                </a:lnTo>
                <a:lnTo>
                  <a:pt x="48768" y="125063"/>
                </a:lnTo>
                <a:lnTo>
                  <a:pt x="51816" y="131159"/>
                </a:lnTo>
                <a:lnTo>
                  <a:pt x="51816" y="143351"/>
                </a:lnTo>
                <a:lnTo>
                  <a:pt x="48768" y="149447"/>
                </a:lnTo>
                <a:lnTo>
                  <a:pt x="44196" y="154019"/>
                </a:lnTo>
                <a:lnTo>
                  <a:pt x="38100" y="158591"/>
                </a:lnTo>
                <a:lnTo>
                  <a:pt x="32004" y="160115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8912" y="860297"/>
            <a:ext cx="1692687" cy="27917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474993" y="935069"/>
            <a:ext cx="294640" cy="108585"/>
            <a:chOff x="9474993" y="935069"/>
            <a:chExt cx="294640" cy="108585"/>
          </a:xfrm>
        </p:grpSpPr>
        <p:sp>
          <p:nvSpPr>
            <p:cNvPr id="6" name="object 6"/>
            <p:cNvSpPr/>
            <p:nvPr/>
          </p:nvSpPr>
          <p:spPr>
            <a:xfrm>
              <a:off x="9474987" y="935735"/>
              <a:ext cx="92710" cy="107950"/>
            </a:xfrm>
            <a:custGeom>
              <a:avLst/>
              <a:gdLst/>
              <a:ahLst/>
              <a:cxnLst/>
              <a:rect l="l" t="t" r="r" b="b"/>
              <a:pathLst>
                <a:path w="92709" h="107950">
                  <a:moveTo>
                    <a:pt x="62484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5240" y="37439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8956" y="14579"/>
                  </a:lnTo>
                  <a:lnTo>
                    <a:pt x="44196" y="14579"/>
                  </a:lnTo>
                  <a:lnTo>
                    <a:pt x="51816" y="17627"/>
                  </a:lnTo>
                  <a:lnTo>
                    <a:pt x="57912" y="22199"/>
                  </a:lnTo>
                  <a:lnTo>
                    <a:pt x="57912" y="6959"/>
                  </a:lnTo>
                  <a:lnTo>
                    <a:pt x="53340" y="5435"/>
                  </a:lnTo>
                  <a:lnTo>
                    <a:pt x="45720" y="3911"/>
                  </a:lnTo>
                  <a:lnTo>
                    <a:pt x="35052" y="3911"/>
                  </a:lnTo>
                  <a:lnTo>
                    <a:pt x="28244" y="4241"/>
                  </a:lnTo>
                  <a:lnTo>
                    <a:pt x="21717" y="5435"/>
                  </a:lnTo>
                  <a:lnTo>
                    <a:pt x="15760" y="7772"/>
                  </a:lnTo>
                  <a:lnTo>
                    <a:pt x="10668" y="11531"/>
                  </a:lnTo>
                  <a:lnTo>
                    <a:pt x="3048" y="16103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5240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672" y="69443"/>
                  </a:lnTo>
                  <a:lnTo>
                    <a:pt x="44196" y="70967"/>
                  </a:lnTo>
                  <a:lnTo>
                    <a:pt x="45720" y="74015"/>
                  </a:lnTo>
                  <a:lnTo>
                    <a:pt x="47244" y="75539"/>
                  </a:lnTo>
                  <a:lnTo>
                    <a:pt x="48768" y="78587"/>
                  </a:lnTo>
                  <a:lnTo>
                    <a:pt x="48768" y="81635"/>
                  </a:lnTo>
                  <a:lnTo>
                    <a:pt x="47358" y="87934"/>
                  </a:lnTo>
                  <a:lnTo>
                    <a:pt x="43243" y="92773"/>
                  </a:lnTo>
                  <a:lnTo>
                    <a:pt x="36550" y="95872"/>
                  </a:lnTo>
                  <a:lnTo>
                    <a:pt x="27432" y="96964"/>
                  </a:lnTo>
                  <a:lnTo>
                    <a:pt x="22860" y="96964"/>
                  </a:lnTo>
                  <a:lnTo>
                    <a:pt x="16764" y="95440"/>
                  </a:lnTo>
                  <a:lnTo>
                    <a:pt x="7620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3048" y="104584"/>
                  </a:lnTo>
                  <a:lnTo>
                    <a:pt x="6096" y="104584"/>
                  </a:lnTo>
                  <a:lnTo>
                    <a:pt x="12192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2484" y="89344"/>
                  </a:lnTo>
                  <a:lnTo>
                    <a:pt x="62484" y="74015"/>
                  </a:lnTo>
                  <a:close/>
                </a:path>
                <a:path w="92709" h="107950">
                  <a:moveTo>
                    <a:pt x="92671" y="0"/>
                  </a:moveTo>
                  <a:lnTo>
                    <a:pt x="78955" y="0"/>
                  </a:lnTo>
                  <a:lnTo>
                    <a:pt x="78955" y="106680"/>
                  </a:lnTo>
                  <a:lnTo>
                    <a:pt x="92671" y="106680"/>
                  </a:lnTo>
                  <a:lnTo>
                    <a:pt x="92671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9389" y="935069"/>
              <a:ext cx="179927" cy="1082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22656" y="941165"/>
            <a:ext cx="64103" cy="10067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2007" y="1282826"/>
            <a:ext cx="1901761" cy="186118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00893" y="7288720"/>
            <a:ext cx="175355" cy="74771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7"/>
          <a:stretch>
            <a:fillRect/>
          </a:stretch>
        </p:blipFill>
        <p:spPr>
          <a:xfrm>
            <a:off x="823595" y="2028508"/>
            <a:ext cx="4438650" cy="3857625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8"/>
          <a:stretch>
            <a:fillRect/>
          </a:stretch>
        </p:blipFill>
        <p:spPr>
          <a:xfrm>
            <a:off x="5438458" y="1800225"/>
            <a:ext cx="4448175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61821"/>
            <a:ext cx="846455" cy="276225"/>
          </a:xfrm>
          <a:custGeom>
            <a:avLst/>
            <a:gdLst/>
            <a:ahLst/>
            <a:cxnLst/>
            <a:rect l="l" t="t" r="r" b="b"/>
            <a:pathLst>
              <a:path w="846455" h="276225">
                <a:moveTo>
                  <a:pt x="169252" y="1524"/>
                </a:moveTo>
                <a:lnTo>
                  <a:pt x="134200" y="1524"/>
                </a:lnTo>
                <a:lnTo>
                  <a:pt x="134200" y="96113"/>
                </a:lnTo>
                <a:lnTo>
                  <a:pt x="130276" y="82092"/>
                </a:lnTo>
                <a:lnTo>
                  <a:pt x="125628" y="67487"/>
                </a:lnTo>
                <a:lnTo>
                  <a:pt x="120561" y="51816"/>
                </a:lnTo>
                <a:lnTo>
                  <a:pt x="115912" y="36576"/>
                </a:lnTo>
                <a:lnTo>
                  <a:pt x="88392" y="47244"/>
                </a:lnTo>
                <a:lnTo>
                  <a:pt x="89763" y="51816"/>
                </a:lnTo>
                <a:lnTo>
                  <a:pt x="68580" y="51816"/>
                </a:lnTo>
                <a:lnTo>
                  <a:pt x="68580" y="1524"/>
                </a:lnTo>
                <a:lnTo>
                  <a:pt x="30480" y="1524"/>
                </a:lnTo>
                <a:lnTo>
                  <a:pt x="30480" y="51816"/>
                </a:lnTo>
                <a:lnTo>
                  <a:pt x="3048" y="51816"/>
                </a:lnTo>
                <a:lnTo>
                  <a:pt x="3048" y="85445"/>
                </a:lnTo>
                <a:lnTo>
                  <a:pt x="30480" y="85445"/>
                </a:lnTo>
                <a:lnTo>
                  <a:pt x="30480" y="132689"/>
                </a:lnTo>
                <a:lnTo>
                  <a:pt x="0" y="143357"/>
                </a:lnTo>
                <a:lnTo>
                  <a:pt x="7620" y="183070"/>
                </a:lnTo>
                <a:lnTo>
                  <a:pt x="30480" y="173926"/>
                </a:lnTo>
                <a:lnTo>
                  <a:pt x="30480" y="231838"/>
                </a:lnTo>
                <a:lnTo>
                  <a:pt x="28956" y="233362"/>
                </a:lnTo>
                <a:lnTo>
                  <a:pt x="27432" y="236410"/>
                </a:lnTo>
                <a:lnTo>
                  <a:pt x="25908" y="236410"/>
                </a:lnTo>
                <a:lnTo>
                  <a:pt x="24384" y="237934"/>
                </a:lnTo>
                <a:lnTo>
                  <a:pt x="0" y="237934"/>
                </a:lnTo>
                <a:lnTo>
                  <a:pt x="2260" y="247078"/>
                </a:lnTo>
                <a:lnTo>
                  <a:pt x="4381" y="256082"/>
                </a:lnTo>
                <a:lnTo>
                  <a:pt x="6210" y="264807"/>
                </a:lnTo>
                <a:lnTo>
                  <a:pt x="7620" y="273062"/>
                </a:lnTo>
                <a:lnTo>
                  <a:pt x="19329" y="273062"/>
                </a:lnTo>
                <a:lnTo>
                  <a:pt x="59436" y="266992"/>
                </a:lnTo>
                <a:lnTo>
                  <a:pt x="68580" y="247078"/>
                </a:lnTo>
                <a:lnTo>
                  <a:pt x="68580" y="173926"/>
                </a:lnTo>
                <a:lnTo>
                  <a:pt x="68580" y="158597"/>
                </a:lnTo>
                <a:lnTo>
                  <a:pt x="91440" y="149453"/>
                </a:lnTo>
                <a:lnTo>
                  <a:pt x="90297" y="141147"/>
                </a:lnTo>
                <a:lnTo>
                  <a:pt x="89052" y="131267"/>
                </a:lnTo>
                <a:lnTo>
                  <a:pt x="88011" y="122237"/>
                </a:lnTo>
                <a:lnTo>
                  <a:pt x="87668" y="118973"/>
                </a:lnTo>
                <a:lnTo>
                  <a:pt x="86868" y="111353"/>
                </a:lnTo>
                <a:lnTo>
                  <a:pt x="68580" y="118973"/>
                </a:lnTo>
                <a:lnTo>
                  <a:pt x="68580" y="85445"/>
                </a:lnTo>
                <a:lnTo>
                  <a:pt x="89916" y="85445"/>
                </a:lnTo>
                <a:lnTo>
                  <a:pt x="89916" y="52298"/>
                </a:lnTo>
                <a:lnTo>
                  <a:pt x="92989" y="62471"/>
                </a:lnTo>
                <a:lnTo>
                  <a:pt x="97726" y="78384"/>
                </a:lnTo>
                <a:lnTo>
                  <a:pt x="102755" y="95135"/>
                </a:lnTo>
                <a:lnTo>
                  <a:pt x="108204" y="112877"/>
                </a:lnTo>
                <a:lnTo>
                  <a:pt x="134200" y="103733"/>
                </a:lnTo>
                <a:lnTo>
                  <a:pt x="134200" y="118973"/>
                </a:lnTo>
                <a:lnTo>
                  <a:pt x="121335" y="131267"/>
                </a:lnTo>
                <a:lnTo>
                  <a:pt x="107873" y="142989"/>
                </a:lnTo>
                <a:lnTo>
                  <a:pt x="93992" y="154038"/>
                </a:lnTo>
                <a:lnTo>
                  <a:pt x="79248" y="164782"/>
                </a:lnTo>
                <a:lnTo>
                  <a:pt x="102108" y="195262"/>
                </a:lnTo>
                <a:lnTo>
                  <a:pt x="134200" y="163258"/>
                </a:lnTo>
                <a:lnTo>
                  <a:pt x="129324" y="190982"/>
                </a:lnTo>
                <a:lnTo>
                  <a:pt x="119151" y="214693"/>
                </a:lnTo>
                <a:lnTo>
                  <a:pt x="103517" y="234416"/>
                </a:lnTo>
                <a:lnTo>
                  <a:pt x="82296" y="250126"/>
                </a:lnTo>
                <a:lnTo>
                  <a:pt x="92036" y="257670"/>
                </a:lnTo>
                <a:lnTo>
                  <a:pt x="108699" y="270370"/>
                </a:lnTo>
                <a:lnTo>
                  <a:pt x="115912" y="276136"/>
                </a:lnTo>
                <a:lnTo>
                  <a:pt x="126758" y="267550"/>
                </a:lnTo>
                <a:lnTo>
                  <a:pt x="150964" y="234886"/>
                </a:lnTo>
                <a:lnTo>
                  <a:pt x="165112" y="192455"/>
                </a:lnTo>
                <a:lnTo>
                  <a:pt x="168262" y="163258"/>
                </a:lnTo>
                <a:lnTo>
                  <a:pt x="168617" y="154038"/>
                </a:lnTo>
                <a:lnTo>
                  <a:pt x="168668" y="149453"/>
                </a:lnTo>
                <a:lnTo>
                  <a:pt x="168770" y="141147"/>
                </a:lnTo>
                <a:lnTo>
                  <a:pt x="168884" y="132118"/>
                </a:lnTo>
                <a:lnTo>
                  <a:pt x="169011" y="122237"/>
                </a:lnTo>
                <a:lnTo>
                  <a:pt x="169113" y="103733"/>
                </a:lnTo>
                <a:lnTo>
                  <a:pt x="169138" y="96113"/>
                </a:lnTo>
                <a:lnTo>
                  <a:pt x="169252" y="1524"/>
                </a:lnTo>
                <a:close/>
              </a:path>
              <a:path w="846455" h="276225">
                <a:moveTo>
                  <a:pt x="277558" y="53340"/>
                </a:moveTo>
                <a:lnTo>
                  <a:pt x="245452" y="36576"/>
                </a:lnTo>
                <a:lnTo>
                  <a:pt x="239737" y="49149"/>
                </a:lnTo>
                <a:lnTo>
                  <a:pt x="234022" y="61582"/>
                </a:lnTo>
                <a:lnTo>
                  <a:pt x="228307" y="73736"/>
                </a:lnTo>
                <a:lnTo>
                  <a:pt x="222592" y="85445"/>
                </a:lnTo>
                <a:lnTo>
                  <a:pt x="222592" y="1524"/>
                </a:lnTo>
                <a:lnTo>
                  <a:pt x="187540" y="1524"/>
                </a:lnTo>
                <a:lnTo>
                  <a:pt x="187540" y="230314"/>
                </a:lnTo>
                <a:lnTo>
                  <a:pt x="189547" y="247497"/>
                </a:lnTo>
                <a:lnTo>
                  <a:pt x="195541" y="259930"/>
                </a:lnTo>
                <a:lnTo>
                  <a:pt x="205549" y="267487"/>
                </a:lnTo>
                <a:lnTo>
                  <a:pt x="219544" y="270040"/>
                </a:lnTo>
                <a:lnTo>
                  <a:pt x="243928" y="270040"/>
                </a:lnTo>
                <a:lnTo>
                  <a:pt x="251548" y="268516"/>
                </a:lnTo>
                <a:lnTo>
                  <a:pt x="256120" y="265468"/>
                </a:lnTo>
                <a:lnTo>
                  <a:pt x="262318" y="262420"/>
                </a:lnTo>
                <a:lnTo>
                  <a:pt x="276148" y="220586"/>
                </a:lnTo>
                <a:lnTo>
                  <a:pt x="277558" y="202882"/>
                </a:lnTo>
                <a:lnTo>
                  <a:pt x="248500" y="192214"/>
                </a:lnTo>
                <a:lnTo>
                  <a:pt x="248246" y="203885"/>
                </a:lnTo>
                <a:lnTo>
                  <a:pt x="247548" y="213550"/>
                </a:lnTo>
                <a:lnTo>
                  <a:pt x="246583" y="220941"/>
                </a:lnTo>
                <a:lnTo>
                  <a:pt x="245452" y="225742"/>
                </a:lnTo>
                <a:lnTo>
                  <a:pt x="243928" y="231838"/>
                </a:lnTo>
                <a:lnTo>
                  <a:pt x="240880" y="234886"/>
                </a:lnTo>
                <a:lnTo>
                  <a:pt x="225640" y="234886"/>
                </a:lnTo>
                <a:lnTo>
                  <a:pt x="222592" y="231838"/>
                </a:lnTo>
                <a:lnTo>
                  <a:pt x="222592" y="155549"/>
                </a:lnTo>
                <a:lnTo>
                  <a:pt x="232600" y="163372"/>
                </a:lnTo>
                <a:lnTo>
                  <a:pt x="242036" y="170878"/>
                </a:lnTo>
                <a:lnTo>
                  <a:pt x="250926" y="178358"/>
                </a:lnTo>
                <a:lnTo>
                  <a:pt x="259270" y="186118"/>
                </a:lnTo>
                <a:lnTo>
                  <a:pt x="277558" y="157073"/>
                </a:lnTo>
                <a:lnTo>
                  <a:pt x="275551" y="155549"/>
                </a:lnTo>
                <a:lnTo>
                  <a:pt x="262077" y="145313"/>
                </a:lnTo>
                <a:lnTo>
                  <a:pt x="247751" y="134975"/>
                </a:lnTo>
                <a:lnTo>
                  <a:pt x="222592" y="117449"/>
                </a:lnTo>
                <a:lnTo>
                  <a:pt x="222592" y="99161"/>
                </a:lnTo>
                <a:lnTo>
                  <a:pt x="243928" y="111353"/>
                </a:lnTo>
                <a:lnTo>
                  <a:pt x="251409" y="99161"/>
                </a:lnTo>
                <a:lnTo>
                  <a:pt x="251980" y="98234"/>
                </a:lnTo>
                <a:lnTo>
                  <a:pt x="259397" y="85445"/>
                </a:lnTo>
                <a:lnTo>
                  <a:pt x="260172" y="84099"/>
                </a:lnTo>
                <a:lnTo>
                  <a:pt x="277558" y="53340"/>
                </a:lnTo>
                <a:close/>
              </a:path>
              <a:path w="846455" h="276225">
                <a:moveTo>
                  <a:pt x="549021" y="36576"/>
                </a:moveTo>
                <a:lnTo>
                  <a:pt x="537794" y="26822"/>
                </a:lnTo>
                <a:lnTo>
                  <a:pt x="527024" y="17907"/>
                </a:lnTo>
                <a:lnTo>
                  <a:pt x="516559" y="9575"/>
                </a:lnTo>
                <a:lnTo>
                  <a:pt x="506247" y="1524"/>
                </a:lnTo>
                <a:lnTo>
                  <a:pt x="484911" y="24384"/>
                </a:lnTo>
                <a:lnTo>
                  <a:pt x="495185" y="33528"/>
                </a:lnTo>
                <a:lnTo>
                  <a:pt x="505294" y="42672"/>
                </a:lnTo>
                <a:lnTo>
                  <a:pt x="515137" y="51816"/>
                </a:lnTo>
                <a:lnTo>
                  <a:pt x="524535" y="60960"/>
                </a:lnTo>
                <a:lnTo>
                  <a:pt x="549021" y="36576"/>
                </a:lnTo>
                <a:close/>
              </a:path>
              <a:path w="846455" h="276225">
                <a:moveTo>
                  <a:pt x="565785" y="195262"/>
                </a:moveTo>
                <a:lnTo>
                  <a:pt x="534847" y="182626"/>
                </a:lnTo>
                <a:lnTo>
                  <a:pt x="529107" y="180022"/>
                </a:lnTo>
                <a:lnTo>
                  <a:pt x="528993" y="185928"/>
                </a:lnTo>
                <a:lnTo>
                  <a:pt x="524535" y="227266"/>
                </a:lnTo>
                <a:lnTo>
                  <a:pt x="521487" y="231838"/>
                </a:lnTo>
                <a:lnTo>
                  <a:pt x="515391" y="231838"/>
                </a:lnTo>
                <a:lnTo>
                  <a:pt x="512343" y="228790"/>
                </a:lnTo>
                <a:lnTo>
                  <a:pt x="508469" y="221170"/>
                </a:lnTo>
                <a:lnTo>
                  <a:pt x="507720" y="219646"/>
                </a:lnTo>
                <a:lnTo>
                  <a:pt x="504723" y="213550"/>
                </a:lnTo>
                <a:lnTo>
                  <a:pt x="503415" y="210502"/>
                </a:lnTo>
                <a:lnTo>
                  <a:pt x="500773" y="204368"/>
                </a:lnTo>
                <a:lnTo>
                  <a:pt x="497103" y="193738"/>
                </a:lnTo>
                <a:lnTo>
                  <a:pt x="513727" y="178295"/>
                </a:lnTo>
                <a:lnTo>
                  <a:pt x="529501" y="161696"/>
                </a:lnTo>
                <a:lnTo>
                  <a:pt x="534771" y="155549"/>
                </a:lnTo>
                <a:lnTo>
                  <a:pt x="544728" y="143941"/>
                </a:lnTo>
                <a:lnTo>
                  <a:pt x="559689" y="125069"/>
                </a:lnTo>
                <a:lnTo>
                  <a:pt x="527583" y="103733"/>
                </a:lnTo>
                <a:lnTo>
                  <a:pt x="518210" y="118262"/>
                </a:lnTo>
                <a:lnTo>
                  <a:pt x="508533" y="131927"/>
                </a:lnTo>
                <a:lnTo>
                  <a:pt x="498868" y="144449"/>
                </a:lnTo>
                <a:lnTo>
                  <a:pt x="489483" y="155549"/>
                </a:lnTo>
                <a:lnTo>
                  <a:pt x="487464" y="143598"/>
                </a:lnTo>
                <a:lnTo>
                  <a:pt x="485863" y="130784"/>
                </a:lnTo>
                <a:lnTo>
                  <a:pt x="484555" y="117398"/>
                </a:lnTo>
                <a:lnTo>
                  <a:pt x="483781" y="108305"/>
                </a:lnTo>
                <a:lnTo>
                  <a:pt x="483387" y="103733"/>
                </a:lnTo>
                <a:lnTo>
                  <a:pt x="559689" y="93065"/>
                </a:lnTo>
                <a:lnTo>
                  <a:pt x="557618" y="70205"/>
                </a:lnTo>
                <a:lnTo>
                  <a:pt x="556641" y="59436"/>
                </a:lnTo>
                <a:lnTo>
                  <a:pt x="481863" y="70205"/>
                </a:lnTo>
                <a:lnTo>
                  <a:pt x="478815" y="0"/>
                </a:lnTo>
                <a:lnTo>
                  <a:pt x="439191" y="0"/>
                </a:lnTo>
                <a:lnTo>
                  <a:pt x="439293" y="1524"/>
                </a:lnTo>
                <a:lnTo>
                  <a:pt x="440334" y="18554"/>
                </a:lnTo>
                <a:lnTo>
                  <a:pt x="441477" y="37541"/>
                </a:lnTo>
                <a:lnTo>
                  <a:pt x="443763" y="76301"/>
                </a:lnTo>
                <a:lnTo>
                  <a:pt x="405663" y="80873"/>
                </a:lnTo>
                <a:lnTo>
                  <a:pt x="411759" y="114401"/>
                </a:lnTo>
                <a:lnTo>
                  <a:pt x="445287" y="108305"/>
                </a:lnTo>
                <a:lnTo>
                  <a:pt x="447598" y="130937"/>
                </a:lnTo>
                <a:lnTo>
                  <a:pt x="447725" y="131927"/>
                </a:lnTo>
                <a:lnTo>
                  <a:pt x="450049" y="151028"/>
                </a:lnTo>
                <a:lnTo>
                  <a:pt x="452793" y="168821"/>
                </a:lnTo>
                <a:lnTo>
                  <a:pt x="455955" y="184594"/>
                </a:lnTo>
                <a:lnTo>
                  <a:pt x="446557" y="191439"/>
                </a:lnTo>
                <a:lnTo>
                  <a:pt x="436714" y="198120"/>
                </a:lnTo>
                <a:lnTo>
                  <a:pt x="426605" y="204533"/>
                </a:lnTo>
                <a:lnTo>
                  <a:pt x="416331" y="210502"/>
                </a:lnTo>
                <a:lnTo>
                  <a:pt x="416331" y="158597"/>
                </a:lnTo>
                <a:lnTo>
                  <a:pt x="416331" y="126593"/>
                </a:lnTo>
                <a:lnTo>
                  <a:pt x="379666" y="126593"/>
                </a:lnTo>
                <a:lnTo>
                  <a:pt x="379666" y="158597"/>
                </a:lnTo>
                <a:lnTo>
                  <a:pt x="379666" y="219646"/>
                </a:lnTo>
                <a:lnTo>
                  <a:pt x="332422" y="219646"/>
                </a:lnTo>
                <a:lnTo>
                  <a:pt x="332422" y="158597"/>
                </a:lnTo>
                <a:lnTo>
                  <a:pt x="379666" y="158597"/>
                </a:lnTo>
                <a:lnTo>
                  <a:pt x="379666" y="126593"/>
                </a:lnTo>
                <a:lnTo>
                  <a:pt x="368998" y="126593"/>
                </a:lnTo>
                <a:lnTo>
                  <a:pt x="368998" y="76301"/>
                </a:lnTo>
                <a:lnTo>
                  <a:pt x="422427" y="76301"/>
                </a:lnTo>
                <a:lnTo>
                  <a:pt x="422427" y="42672"/>
                </a:lnTo>
                <a:lnTo>
                  <a:pt x="368998" y="42672"/>
                </a:lnTo>
                <a:lnTo>
                  <a:pt x="368998" y="0"/>
                </a:lnTo>
                <a:lnTo>
                  <a:pt x="330898" y="0"/>
                </a:lnTo>
                <a:lnTo>
                  <a:pt x="330898" y="126593"/>
                </a:lnTo>
                <a:lnTo>
                  <a:pt x="297370" y="126593"/>
                </a:lnTo>
                <a:lnTo>
                  <a:pt x="297370" y="268516"/>
                </a:lnTo>
                <a:lnTo>
                  <a:pt x="332422" y="268516"/>
                </a:lnTo>
                <a:lnTo>
                  <a:pt x="332422" y="251650"/>
                </a:lnTo>
                <a:lnTo>
                  <a:pt x="379666" y="251650"/>
                </a:lnTo>
                <a:lnTo>
                  <a:pt x="379666" y="265468"/>
                </a:lnTo>
                <a:lnTo>
                  <a:pt x="416331" y="265468"/>
                </a:lnTo>
                <a:lnTo>
                  <a:pt x="416331" y="251650"/>
                </a:lnTo>
                <a:lnTo>
                  <a:pt x="416331" y="228790"/>
                </a:lnTo>
                <a:lnTo>
                  <a:pt x="425475" y="240982"/>
                </a:lnTo>
                <a:lnTo>
                  <a:pt x="428523" y="245554"/>
                </a:lnTo>
                <a:lnTo>
                  <a:pt x="438556" y="239826"/>
                </a:lnTo>
                <a:lnTo>
                  <a:pt x="448144" y="233934"/>
                </a:lnTo>
                <a:lnTo>
                  <a:pt x="455917" y="228790"/>
                </a:lnTo>
                <a:lnTo>
                  <a:pt x="457466" y="227774"/>
                </a:lnTo>
                <a:lnTo>
                  <a:pt x="466623" y="221170"/>
                </a:lnTo>
                <a:lnTo>
                  <a:pt x="476897" y="245237"/>
                </a:lnTo>
                <a:lnTo>
                  <a:pt x="489292" y="262407"/>
                </a:lnTo>
                <a:lnTo>
                  <a:pt x="503707" y="272707"/>
                </a:lnTo>
                <a:lnTo>
                  <a:pt x="519963" y="276136"/>
                </a:lnTo>
                <a:lnTo>
                  <a:pt x="528332" y="275297"/>
                </a:lnTo>
                <a:lnTo>
                  <a:pt x="556641" y="240461"/>
                </a:lnTo>
                <a:lnTo>
                  <a:pt x="558596" y="231838"/>
                </a:lnTo>
                <a:lnTo>
                  <a:pt x="561213" y="220357"/>
                </a:lnTo>
                <a:lnTo>
                  <a:pt x="565785" y="195262"/>
                </a:lnTo>
                <a:close/>
              </a:path>
              <a:path w="846455" h="276225">
                <a:moveTo>
                  <a:pt x="815822" y="117449"/>
                </a:moveTo>
                <a:lnTo>
                  <a:pt x="606933" y="117449"/>
                </a:lnTo>
                <a:lnTo>
                  <a:pt x="606933" y="157073"/>
                </a:lnTo>
                <a:lnTo>
                  <a:pt x="815822" y="157073"/>
                </a:lnTo>
                <a:lnTo>
                  <a:pt x="815822" y="117449"/>
                </a:lnTo>
                <a:close/>
              </a:path>
              <a:path w="846455" h="276225">
                <a:moveTo>
                  <a:pt x="828014" y="22860"/>
                </a:moveTo>
                <a:lnTo>
                  <a:pt x="593217" y="22860"/>
                </a:lnTo>
                <a:lnTo>
                  <a:pt x="593217" y="64109"/>
                </a:lnTo>
                <a:lnTo>
                  <a:pt x="828014" y="64109"/>
                </a:lnTo>
                <a:lnTo>
                  <a:pt x="828014" y="22860"/>
                </a:lnTo>
                <a:close/>
              </a:path>
              <a:path w="846455" h="276225">
                <a:moveTo>
                  <a:pt x="846391" y="216598"/>
                </a:moveTo>
                <a:lnTo>
                  <a:pt x="576453" y="216598"/>
                </a:lnTo>
                <a:lnTo>
                  <a:pt x="576453" y="257848"/>
                </a:lnTo>
                <a:lnTo>
                  <a:pt x="846391" y="257848"/>
                </a:lnTo>
                <a:lnTo>
                  <a:pt x="846391" y="216598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23358" y="942689"/>
            <a:ext cx="52069" cy="160655"/>
          </a:xfrm>
          <a:custGeom>
            <a:avLst/>
            <a:gdLst/>
            <a:ahLst/>
            <a:cxnLst/>
            <a:rect l="l" t="t" r="r" b="b"/>
            <a:pathLst>
              <a:path w="52069" h="160655">
                <a:moveTo>
                  <a:pt x="32004" y="45720"/>
                </a:moveTo>
                <a:lnTo>
                  <a:pt x="18288" y="45720"/>
                </a:lnTo>
                <a:lnTo>
                  <a:pt x="12192" y="44196"/>
                </a:lnTo>
                <a:lnTo>
                  <a:pt x="3048" y="35052"/>
                </a:lnTo>
                <a:lnTo>
                  <a:pt x="0" y="28956"/>
                </a:lnTo>
                <a:lnTo>
                  <a:pt x="0" y="16764"/>
                </a:lnTo>
                <a:lnTo>
                  <a:pt x="3048" y="10668"/>
                </a:lnTo>
                <a:lnTo>
                  <a:pt x="12192" y="1524"/>
                </a:lnTo>
                <a:lnTo>
                  <a:pt x="18288" y="0"/>
                </a:lnTo>
                <a:lnTo>
                  <a:pt x="32004" y="0"/>
                </a:lnTo>
                <a:lnTo>
                  <a:pt x="38100" y="1524"/>
                </a:lnTo>
                <a:lnTo>
                  <a:pt x="44196" y="6096"/>
                </a:lnTo>
                <a:lnTo>
                  <a:pt x="48768" y="10668"/>
                </a:lnTo>
                <a:lnTo>
                  <a:pt x="51816" y="16764"/>
                </a:lnTo>
                <a:lnTo>
                  <a:pt x="51816" y="28956"/>
                </a:lnTo>
                <a:lnTo>
                  <a:pt x="48768" y="35052"/>
                </a:lnTo>
                <a:lnTo>
                  <a:pt x="44196" y="39624"/>
                </a:lnTo>
                <a:lnTo>
                  <a:pt x="38100" y="44196"/>
                </a:lnTo>
                <a:lnTo>
                  <a:pt x="32004" y="45720"/>
                </a:lnTo>
                <a:close/>
              </a:path>
              <a:path w="52069" h="160655">
                <a:moveTo>
                  <a:pt x="32004" y="160115"/>
                </a:moveTo>
                <a:lnTo>
                  <a:pt x="18288" y="160115"/>
                </a:lnTo>
                <a:lnTo>
                  <a:pt x="12192" y="158591"/>
                </a:lnTo>
                <a:lnTo>
                  <a:pt x="3048" y="149447"/>
                </a:lnTo>
                <a:lnTo>
                  <a:pt x="0" y="143351"/>
                </a:lnTo>
                <a:lnTo>
                  <a:pt x="0" y="131159"/>
                </a:lnTo>
                <a:lnTo>
                  <a:pt x="3048" y="125063"/>
                </a:lnTo>
                <a:lnTo>
                  <a:pt x="12192" y="115919"/>
                </a:lnTo>
                <a:lnTo>
                  <a:pt x="18288" y="114395"/>
                </a:lnTo>
                <a:lnTo>
                  <a:pt x="32004" y="114395"/>
                </a:lnTo>
                <a:lnTo>
                  <a:pt x="38100" y="115919"/>
                </a:lnTo>
                <a:lnTo>
                  <a:pt x="44196" y="120491"/>
                </a:lnTo>
                <a:lnTo>
                  <a:pt x="48768" y="125063"/>
                </a:lnTo>
                <a:lnTo>
                  <a:pt x="51816" y="131159"/>
                </a:lnTo>
                <a:lnTo>
                  <a:pt x="51816" y="143351"/>
                </a:lnTo>
                <a:lnTo>
                  <a:pt x="48768" y="149447"/>
                </a:lnTo>
                <a:lnTo>
                  <a:pt x="44196" y="154019"/>
                </a:lnTo>
                <a:lnTo>
                  <a:pt x="38100" y="158591"/>
                </a:lnTo>
                <a:lnTo>
                  <a:pt x="32004" y="160115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864" y="858774"/>
            <a:ext cx="1422844" cy="28222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9474993" y="935069"/>
            <a:ext cx="294640" cy="108585"/>
            <a:chOff x="9474993" y="935069"/>
            <a:chExt cx="294640" cy="108585"/>
          </a:xfrm>
        </p:grpSpPr>
        <p:sp>
          <p:nvSpPr>
            <p:cNvPr id="6" name="object 6"/>
            <p:cNvSpPr/>
            <p:nvPr/>
          </p:nvSpPr>
          <p:spPr>
            <a:xfrm>
              <a:off x="9474987" y="935735"/>
              <a:ext cx="92710" cy="107950"/>
            </a:xfrm>
            <a:custGeom>
              <a:avLst/>
              <a:gdLst/>
              <a:ahLst/>
              <a:cxnLst/>
              <a:rect l="l" t="t" r="r" b="b"/>
              <a:pathLst>
                <a:path w="92709" h="107950">
                  <a:moveTo>
                    <a:pt x="62484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5240" y="37439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8956" y="14579"/>
                  </a:lnTo>
                  <a:lnTo>
                    <a:pt x="44196" y="14579"/>
                  </a:lnTo>
                  <a:lnTo>
                    <a:pt x="51816" y="17627"/>
                  </a:lnTo>
                  <a:lnTo>
                    <a:pt x="57912" y="22199"/>
                  </a:lnTo>
                  <a:lnTo>
                    <a:pt x="57912" y="6959"/>
                  </a:lnTo>
                  <a:lnTo>
                    <a:pt x="53340" y="5435"/>
                  </a:lnTo>
                  <a:lnTo>
                    <a:pt x="45720" y="3911"/>
                  </a:lnTo>
                  <a:lnTo>
                    <a:pt x="35052" y="3911"/>
                  </a:lnTo>
                  <a:lnTo>
                    <a:pt x="28244" y="4241"/>
                  </a:lnTo>
                  <a:lnTo>
                    <a:pt x="21717" y="5435"/>
                  </a:lnTo>
                  <a:lnTo>
                    <a:pt x="15760" y="7772"/>
                  </a:lnTo>
                  <a:lnTo>
                    <a:pt x="10668" y="11531"/>
                  </a:lnTo>
                  <a:lnTo>
                    <a:pt x="3048" y="16103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5240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672" y="69443"/>
                  </a:lnTo>
                  <a:lnTo>
                    <a:pt x="44196" y="70967"/>
                  </a:lnTo>
                  <a:lnTo>
                    <a:pt x="45720" y="74015"/>
                  </a:lnTo>
                  <a:lnTo>
                    <a:pt x="47244" y="75539"/>
                  </a:lnTo>
                  <a:lnTo>
                    <a:pt x="48768" y="78587"/>
                  </a:lnTo>
                  <a:lnTo>
                    <a:pt x="48768" y="81635"/>
                  </a:lnTo>
                  <a:lnTo>
                    <a:pt x="47358" y="87934"/>
                  </a:lnTo>
                  <a:lnTo>
                    <a:pt x="43243" y="92773"/>
                  </a:lnTo>
                  <a:lnTo>
                    <a:pt x="36550" y="95872"/>
                  </a:lnTo>
                  <a:lnTo>
                    <a:pt x="27432" y="96964"/>
                  </a:lnTo>
                  <a:lnTo>
                    <a:pt x="22860" y="96964"/>
                  </a:lnTo>
                  <a:lnTo>
                    <a:pt x="16764" y="95440"/>
                  </a:lnTo>
                  <a:lnTo>
                    <a:pt x="7620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3048" y="104584"/>
                  </a:lnTo>
                  <a:lnTo>
                    <a:pt x="6096" y="104584"/>
                  </a:lnTo>
                  <a:lnTo>
                    <a:pt x="12192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2484" y="89344"/>
                  </a:lnTo>
                  <a:lnTo>
                    <a:pt x="62484" y="74015"/>
                  </a:lnTo>
                  <a:close/>
                </a:path>
                <a:path w="92709" h="107950">
                  <a:moveTo>
                    <a:pt x="92671" y="0"/>
                  </a:moveTo>
                  <a:lnTo>
                    <a:pt x="78955" y="0"/>
                  </a:lnTo>
                  <a:lnTo>
                    <a:pt x="78955" y="106680"/>
                  </a:lnTo>
                  <a:lnTo>
                    <a:pt x="92671" y="106680"/>
                  </a:lnTo>
                  <a:lnTo>
                    <a:pt x="92671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9389" y="935069"/>
              <a:ext cx="179927" cy="10829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21132" y="939641"/>
            <a:ext cx="65627" cy="10372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2102" y="1281302"/>
            <a:ext cx="1695735" cy="18611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92479" y="3092196"/>
            <a:ext cx="2924810" cy="1681480"/>
            <a:chOff x="792479" y="3092196"/>
            <a:chExt cx="2924810" cy="168148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2479" y="3092196"/>
              <a:ext cx="2924555" cy="16809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0578" y="3110483"/>
              <a:ext cx="2869025" cy="163982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889247" y="3092196"/>
            <a:ext cx="2935605" cy="1681480"/>
            <a:chOff x="3889247" y="3092196"/>
            <a:chExt cx="2935605" cy="1681480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89247" y="3092196"/>
              <a:ext cx="2935223" cy="168095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7822" y="3110483"/>
              <a:ext cx="2877693" cy="1639824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6996683" y="3092196"/>
            <a:ext cx="2926080" cy="1681480"/>
            <a:chOff x="6996683" y="3092196"/>
            <a:chExt cx="2926080" cy="1681480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96683" y="3092196"/>
              <a:ext cx="2926080" cy="16809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24306" y="3110483"/>
              <a:ext cx="2870073" cy="1639824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19811" y="5054626"/>
            <a:ext cx="9073810" cy="55379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200894" y="7288720"/>
            <a:ext cx="175354" cy="747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674" y="858774"/>
            <a:ext cx="1988629" cy="28222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474993" y="935069"/>
            <a:ext cx="294640" cy="108585"/>
            <a:chOff x="9474993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474987" y="935735"/>
              <a:ext cx="92710" cy="107950"/>
            </a:xfrm>
            <a:custGeom>
              <a:avLst/>
              <a:gdLst/>
              <a:ahLst/>
              <a:cxnLst/>
              <a:rect l="l" t="t" r="r" b="b"/>
              <a:pathLst>
                <a:path w="92709" h="107950">
                  <a:moveTo>
                    <a:pt x="62484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5240" y="37439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8956" y="14579"/>
                  </a:lnTo>
                  <a:lnTo>
                    <a:pt x="44196" y="14579"/>
                  </a:lnTo>
                  <a:lnTo>
                    <a:pt x="51816" y="17627"/>
                  </a:lnTo>
                  <a:lnTo>
                    <a:pt x="57912" y="22199"/>
                  </a:lnTo>
                  <a:lnTo>
                    <a:pt x="57912" y="6959"/>
                  </a:lnTo>
                  <a:lnTo>
                    <a:pt x="53340" y="5435"/>
                  </a:lnTo>
                  <a:lnTo>
                    <a:pt x="45720" y="3911"/>
                  </a:lnTo>
                  <a:lnTo>
                    <a:pt x="35052" y="3911"/>
                  </a:lnTo>
                  <a:lnTo>
                    <a:pt x="28244" y="4241"/>
                  </a:lnTo>
                  <a:lnTo>
                    <a:pt x="21717" y="5435"/>
                  </a:lnTo>
                  <a:lnTo>
                    <a:pt x="15760" y="7772"/>
                  </a:lnTo>
                  <a:lnTo>
                    <a:pt x="10668" y="11531"/>
                  </a:lnTo>
                  <a:lnTo>
                    <a:pt x="3048" y="16103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5240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672" y="69443"/>
                  </a:lnTo>
                  <a:lnTo>
                    <a:pt x="44196" y="70967"/>
                  </a:lnTo>
                  <a:lnTo>
                    <a:pt x="45720" y="74015"/>
                  </a:lnTo>
                  <a:lnTo>
                    <a:pt x="47244" y="75539"/>
                  </a:lnTo>
                  <a:lnTo>
                    <a:pt x="48768" y="78587"/>
                  </a:lnTo>
                  <a:lnTo>
                    <a:pt x="48768" y="81635"/>
                  </a:lnTo>
                  <a:lnTo>
                    <a:pt x="47358" y="87934"/>
                  </a:lnTo>
                  <a:lnTo>
                    <a:pt x="43243" y="92773"/>
                  </a:lnTo>
                  <a:lnTo>
                    <a:pt x="36550" y="95872"/>
                  </a:lnTo>
                  <a:lnTo>
                    <a:pt x="27432" y="96964"/>
                  </a:lnTo>
                  <a:lnTo>
                    <a:pt x="22860" y="96964"/>
                  </a:lnTo>
                  <a:lnTo>
                    <a:pt x="16764" y="95440"/>
                  </a:lnTo>
                  <a:lnTo>
                    <a:pt x="7620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3048" y="104584"/>
                  </a:lnTo>
                  <a:lnTo>
                    <a:pt x="6096" y="104584"/>
                  </a:lnTo>
                  <a:lnTo>
                    <a:pt x="12192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2484" y="89344"/>
                  </a:lnTo>
                  <a:lnTo>
                    <a:pt x="62484" y="74015"/>
                  </a:lnTo>
                  <a:close/>
                </a:path>
                <a:path w="92709" h="107950">
                  <a:moveTo>
                    <a:pt x="92671" y="0"/>
                  </a:moveTo>
                  <a:lnTo>
                    <a:pt x="78955" y="0"/>
                  </a:lnTo>
                  <a:lnTo>
                    <a:pt x="78955" y="106680"/>
                  </a:lnTo>
                  <a:lnTo>
                    <a:pt x="92671" y="106680"/>
                  </a:lnTo>
                  <a:lnTo>
                    <a:pt x="92671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9389" y="935069"/>
              <a:ext cx="179927" cy="1082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21132" y="939641"/>
            <a:ext cx="65627" cy="1037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2102" y="1282826"/>
            <a:ext cx="1993201" cy="18611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92479" y="3491484"/>
            <a:ext cx="4438015" cy="745490"/>
            <a:chOff x="792479" y="3491484"/>
            <a:chExt cx="4438015" cy="74549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2479" y="3491484"/>
              <a:ext cx="4437887" cy="74520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5150" y="3516153"/>
              <a:ext cx="4373880" cy="695960"/>
            </a:xfrm>
            <a:custGeom>
              <a:avLst/>
              <a:gdLst/>
              <a:ahLst/>
              <a:cxnLst/>
              <a:rect l="l" t="t" r="r" b="b"/>
              <a:pathLst>
                <a:path w="4373880" h="695960">
                  <a:moveTo>
                    <a:pt x="4312729" y="695610"/>
                  </a:moveTo>
                  <a:lnTo>
                    <a:pt x="60960" y="695610"/>
                  </a:lnTo>
                  <a:lnTo>
                    <a:pt x="47244" y="691038"/>
                  </a:lnTo>
                  <a:lnTo>
                    <a:pt x="44195" y="689514"/>
                  </a:lnTo>
                  <a:lnTo>
                    <a:pt x="35052" y="686466"/>
                  </a:lnTo>
                  <a:lnTo>
                    <a:pt x="30480" y="683418"/>
                  </a:lnTo>
                  <a:lnTo>
                    <a:pt x="24384" y="677322"/>
                  </a:lnTo>
                  <a:lnTo>
                    <a:pt x="19812" y="674274"/>
                  </a:lnTo>
                  <a:lnTo>
                    <a:pt x="13716" y="668178"/>
                  </a:lnTo>
                  <a:lnTo>
                    <a:pt x="12192" y="663606"/>
                  </a:lnTo>
                  <a:lnTo>
                    <a:pt x="9144" y="659034"/>
                  </a:lnTo>
                  <a:lnTo>
                    <a:pt x="6096" y="655986"/>
                  </a:lnTo>
                  <a:lnTo>
                    <a:pt x="1524" y="642270"/>
                  </a:lnTo>
                  <a:lnTo>
                    <a:pt x="1524" y="637698"/>
                  </a:lnTo>
                  <a:lnTo>
                    <a:pt x="0" y="633126"/>
                  </a:lnTo>
                  <a:lnTo>
                    <a:pt x="0" y="623982"/>
                  </a:lnTo>
                  <a:lnTo>
                    <a:pt x="0" y="61055"/>
                  </a:lnTo>
                  <a:lnTo>
                    <a:pt x="1524" y="56483"/>
                  </a:lnTo>
                  <a:lnTo>
                    <a:pt x="1524" y="51911"/>
                  </a:lnTo>
                  <a:lnTo>
                    <a:pt x="3048" y="47339"/>
                  </a:lnTo>
                  <a:lnTo>
                    <a:pt x="4572" y="44291"/>
                  </a:lnTo>
                  <a:lnTo>
                    <a:pt x="6096" y="39719"/>
                  </a:lnTo>
                  <a:lnTo>
                    <a:pt x="12192" y="30480"/>
                  </a:lnTo>
                  <a:lnTo>
                    <a:pt x="13716" y="27432"/>
                  </a:lnTo>
                  <a:lnTo>
                    <a:pt x="16764" y="24384"/>
                  </a:lnTo>
                  <a:lnTo>
                    <a:pt x="19812" y="19812"/>
                  </a:lnTo>
                  <a:lnTo>
                    <a:pt x="24384" y="16764"/>
                  </a:lnTo>
                  <a:lnTo>
                    <a:pt x="27432" y="13716"/>
                  </a:lnTo>
                  <a:lnTo>
                    <a:pt x="30480" y="12191"/>
                  </a:lnTo>
                  <a:lnTo>
                    <a:pt x="39624" y="6095"/>
                  </a:lnTo>
                  <a:lnTo>
                    <a:pt x="44195" y="4572"/>
                  </a:lnTo>
                  <a:lnTo>
                    <a:pt x="47244" y="3047"/>
                  </a:lnTo>
                  <a:lnTo>
                    <a:pt x="51816" y="1524"/>
                  </a:lnTo>
                  <a:lnTo>
                    <a:pt x="56387" y="1524"/>
                  </a:lnTo>
                  <a:lnTo>
                    <a:pt x="60960" y="0"/>
                  </a:lnTo>
                  <a:lnTo>
                    <a:pt x="4312729" y="0"/>
                  </a:lnTo>
                  <a:lnTo>
                    <a:pt x="4317301" y="1524"/>
                  </a:lnTo>
                  <a:lnTo>
                    <a:pt x="4321873" y="1524"/>
                  </a:lnTo>
                  <a:lnTo>
                    <a:pt x="4326445" y="3047"/>
                  </a:lnTo>
                  <a:lnTo>
                    <a:pt x="4329493" y="4572"/>
                  </a:lnTo>
                  <a:lnTo>
                    <a:pt x="4334065" y="6095"/>
                  </a:lnTo>
                  <a:lnTo>
                    <a:pt x="4343209" y="12191"/>
                  </a:lnTo>
                  <a:lnTo>
                    <a:pt x="4346257" y="13716"/>
                  </a:lnTo>
                  <a:lnTo>
                    <a:pt x="4349305" y="16764"/>
                  </a:lnTo>
                  <a:lnTo>
                    <a:pt x="4353877" y="19812"/>
                  </a:lnTo>
                  <a:lnTo>
                    <a:pt x="4356925" y="24384"/>
                  </a:lnTo>
                  <a:lnTo>
                    <a:pt x="4359973" y="27432"/>
                  </a:lnTo>
                  <a:lnTo>
                    <a:pt x="4361497" y="30480"/>
                  </a:lnTo>
                  <a:lnTo>
                    <a:pt x="4367593" y="39719"/>
                  </a:lnTo>
                  <a:lnTo>
                    <a:pt x="4369117" y="44291"/>
                  </a:lnTo>
                  <a:lnTo>
                    <a:pt x="4370641" y="47339"/>
                  </a:lnTo>
                  <a:lnTo>
                    <a:pt x="4372165" y="51911"/>
                  </a:lnTo>
                  <a:lnTo>
                    <a:pt x="4372165" y="56483"/>
                  </a:lnTo>
                  <a:lnTo>
                    <a:pt x="4373689" y="61055"/>
                  </a:lnTo>
                  <a:lnTo>
                    <a:pt x="4373689" y="633126"/>
                  </a:lnTo>
                  <a:lnTo>
                    <a:pt x="4372165" y="637698"/>
                  </a:lnTo>
                  <a:lnTo>
                    <a:pt x="4372165" y="642270"/>
                  </a:lnTo>
                  <a:lnTo>
                    <a:pt x="4367593" y="655986"/>
                  </a:lnTo>
                  <a:lnTo>
                    <a:pt x="4364545" y="659034"/>
                  </a:lnTo>
                  <a:lnTo>
                    <a:pt x="4361497" y="663606"/>
                  </a:lnTo>
                  <a:lnTo>
                    <a:pt x="4359973" y="668178"/>
                  </a:lnTo>
                  <a:lnTo>
                    <a:pt x="4353877" y="674274"/>
                  </a:lnTo>
                  <a:lnTo>
                    <a:pt x="4349305" y="677322"/>
                  </a:lnTo>
                  <a:lnTo>
                    <a:pt x="4343209" y="683418"/>
                  </a:lnTo>
                  <a:lnTo>
                    <a:pt x="4338637" y="686466"/>
                  </a:lnTo>
                  <a:lnTo>
                    <a:pt x="4329493" y="689514"/>
                  </a:lnTo>
                  <a:lnTo>
                    <a:pt x="4326445" y="691038"/>
                  </a:lnTo>
                  <a:lnTo>
                    <a:pt x="4312729" y="6956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5150" y="3516153"/>
              <a:ext cx="4373880" cy="695960"/>
            </a:xfrm>
            <a:custGeom>
              <a:avLst/>
              <a:gdLst/>
              <a:ahLst/>
              <a:cxnLst/>
              <a:rect l="l" t="t" r="r" b="b"/>
              <a:pathLst>
                <a:path w="4373880" h="695960">
                  <a:moveTo>
                    <a:pt x="0" y="623982"/>
                  </a:moveTo>
                  <a:lnTo>
                    <a:pt x="0" y="71723"/>
                  </a:lnTo>
                  <a:lnTo>
                    <a:pt x="0" y="65627"/>
                  </a:lnTo>
                  <a:lnTo>
                    <a:pt x="0" y="61055"/>
                  </a:lnTo>
                  <a:lnTo>
                    <a:pt x="1524" y="56483"/>
                  </a:lnTo>
                  <a:lnTo>
                    <a:pt x="1524" y="51911"/>
                  </a:lnTo>
                  <a:lnTo>
                    <a:pt x="3048" y="47339"/>
                  </a:lnTo>
                  <a:lnTo>
                    <a:pt x="4572" y="44291"/>
                  </a:lnTo>
                  <a:lnTo>
                    <a:pt x="6096" y="39719"/>
                  </a:lnTo>
                  <a:lnTo>
                    <a:pt x="9144" y="35147"/>
                  </a:lnTo>
                  <a:lnTo>
                    <a:pt x="12192" y="30480"/>
                  </a:lnTo>
                  <a:lnTo>
                    <a:pt x="13716" y="27432"/>
                  </a:lnTo>
                  <a:lnTo>
                    <a:pt x="16764" y="24384"/>
                  </a:lnTo>
                  <a:lnTo>
                    <a:pt x="19812" y="19812"/>
                  </a:lnTo>
                  <a:lnTo>
                    <a:pt x="24384" y="16764"/>
                  </a:lnTo>
                  <a:lnTo>
                    <a:pt x="27432" y="13716"/>
                  </a:lnTo>
                  <a:lnTo>
                    <a:pt x="30480" y="12191"/>
                  </a:lnTo>
                  <a:lnTo>
                    <a:pt x="35052" y="9143"/>
                  </a:lnTo>
                  <a:lnTo>
                    <a:pt x="39624" y="6095"/>
                  </a:lnTo>
                  <a:lnTo>
                    <a:pt x="44195" y="4572"/>
                  </a:lnTo>
                  <a:lnTo>
                    <a:pt x="47244" y="3047"/>
                  </a:lnTo>
                  <a:lnTo>
                    <a:pt x="51816" y="1524"/>
                  </a:lnTo>
                  <a:lnTo>
                    <a:pt x="56387" y="1524"/>
                  </a:lnTo>
                  <a:lnTo>
                    <a:pt x="60960" y="0"/>
                  </a:lnTo>
                  <a:lnTo>
                    <a:pt x="65532" y="0"/>
                  </a:lnTo>
                  <a:lnTo>
                    <a:pt x="71628" y="0"/>
                  </a:lnTo>
                  <a:lnTo>
                    <a:pt x="4303585" y="0"/>
                  </a:lnTo>
                  <a:lnTo>
                    <a:pt x="4308157" y="0"/>
                  </a:lnTo>
                  <a:lnTo>
                    <a:pt x="4312729" y="0"/>
                  </a:lnTo>
                  <a:lnTo>
                    <a:pt x="4317301" y="1524"/>
                  </a:lnTo>
                  <a:lnTo>
                    <a:pt x="4321873" y="1524"/>
                  </a:lnTo>
                  <a:lnTo>
                    <a:pt x="4326445" y="3047"/>
                  </a:lnTo>
                  <a:lnTo>
                    <a:pt x="4329493" y="4572"/>
                  </a:lnTo>
                  <a:lnTo>
                    <a:pt x="4334065" y="6095"/>
                  </a:lnTo>
                  <a:lnTo>
                    <a:pt x="4338637" y="9143"/>
                  </a:lnTo>
                  <a:lnTo>
                    <a:pt x="4343209" y="12191"/>
                  </a:lnTo>
                  <a:lnTo>
                    <a:pt x="4346257" y="13716"/>
                  </a:lnTo>
                  <a:lnTo>
                    <a:pt x="4349305" y="16764"/>
                  </a:lnTo>
                  <a:lnTo>
                    <a:pt x="4353877" y="19812"/>
                  </a:lnTo>
                  <a:lnTo>
                    <a:pt x="4356925" y="24384"/>
                  </a:lnTo>
                  <a:lnTo>
                    <a:pt x="4359973" y="27432"/>
                  </a:lnTo>
                  <a:lnTo>
                    <a:pt x="4361497" y="30480"/>
                  </a:lnTo>
                  <a:lnTo>
                    <a:pt x="4364545" y="35147"/>
                  </a:lnTo>
                  <a:lnTo>
                    <a:pt x="4367593" y="39719"/>
                  </a:lnTo>
                  <a:lnTo>
                    <a:pt x="4369117" y="44291"/>
                  </a:lnTo>
                  <a:lnTo>
                    <a:pt x="4370641" y="47339"/>
                  </a:lnTo>
                  <a:lnTo>
                    <a:pt x="4372165" y="51911"/>
                  </a:lnTo>
                  <a:lnTo>
                    <a:pt x="4372165" y="56483"/>
                  </a:lnTo>
                  <a:lnTo>
                    <a:pt x="4373689" y="61055"/>
                  </a:lnTo>
                  <a:lnTo>
                    <a:pt x="4373689" y="633126"/>
                  </a:lnTo>
                  <a:lnTo>
                    <a:pt x="4372165" y="637698"/>
                  </a:lnTo>
                  <a:lnTo>
                    <a:pt x="4372165" y="642270"/>
                  </a:lnTo>
                  <a:lnTo>
                    <a:pt x="4370641" y="646842"/>
                  </a:lnTo>
                  <a:lnTo>
                    <a:pt x="4369117" y="651414"/>
                  </a:lnTo>
                  <a:lnTo>
                    <a:pt x="4367593" y="655986"/>
                  </a:lnTo>
                  <a:lnTo>
                    <a:pt x="4364545" y="659034"/>
                  </a:lnTo>
                  <a:lnTo>
                    <a:pt x="4361497" y="663606"/>
                  </a:lnTo>
                  <a:lnTo>
                    <a:pt x="4359973" y="668178"/>
                  </a:lnTo>
                  <a:lnTo>
                    <a:pt x="4356925" y="671226"/>
                  </a:lnTo>
                  <a:lnTo>
                    <a:pt x="4353877" y="674274"/>
                  </a:lnTo>
                  <a:lnTo>
                    <a:pt x="4349305" y="677322"/>
                  </a:lnTo>
                  <a:lnTo>
                    <a:pt x="4346257" y="680370"/>
                  </a:lnTo>
                  <a:lnTo>
                    <a:pt x="4343209" y="683418"/>
                  </a:lnTo>
                  <a:lnTo>
                    <a:pt x="4338637" y="686466"/>
                  </a:lnTo>
                  <a:lnTo>
                    <a:pt x="4334065" y="687990"/>
                  </a:lnTo>
                  <a:lnTo>
                    <a:pt x="4329493" y="689514"/>
                  </a:lnTo>
                  <a:lnTo>
                    <a:pt x="4326445" y="691038"/>
                  </a:lnTo>
                  <a:lnTo>
                    <a:pt x="4321873" y="692562"/>
                  </a:lnTo>
                  <a:lnTo>
                    <a:pt x="4317301" y="694086"/>
                  </a:lnTo>
                  <a:lnTo>
                    <a:pt x="4312729" y="695610"/>
                  </a:lnTo>
                  <a:lnTo>
                    <a:pt x="4308157" y="695610"/>
                  </a:lnTo>
                  <a:lnTo>
                    <a:pt x="4303585" y="695610"/>
                  </a:lnTo>
                  <a:lnTo>
                    <a:pt x="71628" y="695610"/>
                  </a:lnTo>
                  <a:lnTo>
                    <a:pt x="65532" y="695610"/>
                  </a:lnTo>
                  <a:lnTo>
                    <a:pt x="60960" y="695610"/>
                  </a:lnTo>
                  <a:lnTo>
                    <a:pt x="56387" y="694086"/>
                  </a:lnTo>
                  <a:lnTo>
                    <a:pt x="51816" y="692562"/>
                  </a:lnTo>
                  <a:lnTo>
                    <a:pt x="47244" y="691038"/>
                  </a:lnTo>
                  <a:lnTo>
                    <a:pt x="44195" y="689514"/>
                  </a:lnTo>
                  <a:lnTo>
                    <a:pt x="39624" y="687990"/>
                  </a:lnTo>
                  <a:lnTo>
                    <a:pt x="35052" y="686466"/>
                  </a:lnTo>
                  <a:lnTo>
                    <a:pt x="30480" y="683418"/>
                  </a:lnTo>
                  <a:lnTo>
                    <a:pt x="27432" y="680370"/>
                  </a:lnTo>
                  <a:lnTo>
                    <a:pt x="24384" y="677322"/>
                  </a:lnTo>
                  <a:lnTo>
                    <a:pt x="19812" y="674274"/>
                  </a:lnTo>
                  <a:lnTo>
                    <a:pt x="16764" y="671226"/>
                  </a:lnTo>
                  <a:lnTo>
                    <a:pt x="13716" y="668178"/>
                  </a:lnTo>
                  <a:lnTo>
                    <a:pt x="12192" y="663606"/>
                  </a:lnTo>
                  <a:lnTo>
                    <a:pt x="9144" y="659034"/>
                  </a:lnTo>
                  <a:lnTo>
                    <a:pt x="6096" y="655986"/>
                  </a:lnTo>
                  <a:lnTo>
                    <a:pt x="4572" y="651414"/>
                  </a:lnTo>
                  <a:lnTo>
                    <a:pt x="3048" y="646842"/>
                  </a:lnTo>
                  <a:lnTo>
                    <a:pt x="1524" y="642270"/>
                  </a:lnTo>
                  <a:lnTo>
                    <a:pt x="1524" y="637698"/>
                  </a:lnTo>
                  <a:lnTo>
                    <a:pt x="0" y="633126"/>
                  </a:lnTo>
                  <a:lnTo>
                    <a:pt x="0" y="628554"/>
                  </a:lnTo>
                  <a:lnTo>
                    <a:pt x="0" y="623982"/>
                  </a:lnTo>
                  <a:close/>
                </a:path>
              </a:pathLst>
            </a:custGeom>
            <a:ln w="10677">
              <a:solidFill>
                <a:srgbClr val="F2F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92479" y="4349496"/>
            <a:ext cx="4438015" cy="749935"/>
            <a:chOff x="792479" y="4349496"/>
            <a:chExt cx="4438015" cy="749935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2479" y="4349496"/>
              <a:ext cx="4437887" cy="74980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25150" y="4373498"/>
              <a:ext cx="4373880" cy="695960"/>
            </a:xfrm>
            <a:custGeom>
              <a:avLst/>
              <a:gdLst/>
              <a:ahLst/>
              <a:cxnLst/>
              <a:rect l="l" t="t" r="r" b="b"/>
              <a:pathLst>
                <a:path w="4373880" h="695960">
                  <a:moveTo>
                    <a:pt x="4312729" y="695610"/>
                  </a:moveTo>
                  <a:lnTo>
                    <a:pt x="60960" y="695610"/>
                  </a:lnTo>
                  <a:lnTo>
                    <a:pt x="56387" y="694086"/>
                  </a:lnTo>
                  <a:lnTo>
                    <a:pt x="51816" y="694086"/>
                  </a:lnTo>
                  <a:lnTo>
                    <a:pt x="47244" y="692562"/>
                  </a:lnTo>
                  <a:lnTo>
                    <a:pt x="44195" y="691038"/>
                  </a:lnTo>
                  <a:lnTo>
                    <a:pt x="39624" y="687990"/>
                  </a:lnTo>
                  <a:lnTo>
                    <a:pt x="35052" y="686466"/>
                  </a:lnTo>
                  <a:lnTo>
                    <a:pt x="30480" y="683418"/>
                  </a:lnTo>
                  <a:lnTo>
                    <a:pt x="27432" y="681894"/>
                  </a:lnTo>
                  <a:lnTo>
                    <a:pt x="13716" y="668178"/>
                  </a:lnTo>
                  <a:lnTo>
                    <a:pt x="12192" y="663606"/>
                  </a:lnTo>
                  <a:lnTo>
                    <a:pt x="9144" y="660558"/>
                  </a:lnTo>
                  <a:lnTo>
                    <a:pt x="6096" y="655986"/>
                  </a:lnTo>
                  <a:lnTo>
                    <a:pt x="1524" y="642270"/>
                  </a:lnTo>
                  <a:lnTo>
                    <a:pt x="1524" y="637698"/>
                  </a:lnTo>
                  <a:lnTo>
                    <a:pt x="0" y="633126"/>
                  </a:lnTo>
                  <a:lnTo>
                    <a:pt x="0" y="623887"/>
                  </a:lnTo>
                  <a:lnTo>
                    <a:pt x="0" y="62579"/>
                  </a:lnTo>
                  <a:lnTo>
                    <a:pt x="1524" y="58007"/>
                  </a:lnTo>
                  <a:lnTo>
                    <a:pt x="1524" y="53435"/>
                  </a:lnTo>
                  <a:lnTo>
                    <a:pt x="6096" y="39623"/>
                  </a:lnTo>
                  <a:lnTo>
                    <a:pt x="9144" y="35051"/>
                  </a:lnTo>
                  <a:lnTo>
                    <a:pt x="12192" y="32004"/>
                  </a:lnTo>
                  <a:lnTo>
                    <a:pt x="13716" y="27432"/>
                  </a:lnTo>
                  <a:lnTo>
                    <a:pt x="19812" y="21336"/>
                  </a:lnTo>
                  <a:lnTo>
                    <a:pt x="24384" y="18287"/>
                  </a:lnTo>
                  <a:lnTo>
                    <a:pt x="30480" y="12191"/>
                  </a:lnTo>
                  <a:lnTo>
                    <a:pt x="35052" y="9143"/>
                  </a:lnTo>
                  <a:lnTo>
                    <a:pt x="44195" y="6095"/>
                  </a:lnTo>
                  <a:lnTo>
                    <a:pt x="47244" y="3047"/>
                  </a:lnTo>
                  <a:lnTo>
                    <a:pt x="51816" y="3047"/>
                  </a:lnTo>
                  <a:lnTo>
                    <a:pt x="60960" y="0"/>
                  </a:lnTo>
                  <a:lnTo>
                    <a:pt x="4312729" y="0"/>
                  </a:lnTo>
                  <a:lnTo>
                    <a:pt x="4321873" y="3047"/>
                  </a:lnTo>
                  <a:lnTo>
                    <a:pt x="4326445" y="3047"/>
                  </a:lnTo>
                  <a:lnTo>
                    <a:pt x="4329493" y="6095"/>
                  </a:lnTo>
                  <a:lnTo>
                    <a:pt x="4338637" y="9143"/>
                  </a:lnTo>
                  <a:lnTo>
                    <a:pt x="4343209" y="12191"/>
                  </a:lnTo>
                  <a:lnTo>
                    <a:pt x="4349305" y="18287"/>
                  </a:lnTo>
                  <a:lnTo>
                    <a:pt x="4353877" y="21336"/>
                  </a:lnTo>
                  <a:lnTo>
                    <a:pt x="4359973" y="27432"/>
                  </a:lnTo>
                  <a:lnTo>
                    <a:pt x="4361497" y="32004"/>
                  </a:lnTo>
                  <a:lnTo>
                    <a:pt x="4364545" y="35051"/>
                  </a:lnTo>
                  <a:lnTo>
                    <a:pt x="4367593" y="39623"/>
                  </a:lnTo>
                  <a:lnTo>
                    <a:pt x="4372165" y="53435"/>
                  </a:lnTo>
                  <a:lnTo>
                    <a:pt x="4372165" y="58007"/>
                  </a:lnTo>
                  <a:lnTo>
                    <a:pt x="4373689" y="62579"/>
                  </a:lnTo>
                  <a:lnTo>
                    <a:pt x="4373689" y="633126"/>
                  </a:lnTo>
                  <a:lnTo>
                    <a:pt x="4372165" y="637698"/>
                  </a:lnTo>
                  <a:lnTo>
                    <a:pt x="4372165" y="642270"/>
                  </a:lnTo>
                  <a:lnTo>
                    <a:pt x="4367593" y="655986"/>
                  </a:lnTo>
                  <a:lnTo>
                    <a:pt x="4364545" y="660558"/>
                  </a:lnTo>
                  <a:lnTo>
                    <a:pt x="4361497" y="663606"/>
                  </a:lnTo>
                  <a:lnTo>
                    <a:pt x="4359973" y="668178"/>
                  </a:lnTo>
                  <a:lnTo>
                    <a:pt x="4346257" y="681894"/>
                  </a:lnTo>
                  <a:lnTo>
                    <a:pt x="4343209" y="683418"/>
                  </a:lnTo>
                  <a:lnTo>
                    <a:pt x="4338637" y="686466"/>
                  </a:lnTo>
                  <a:lnTo>
                    <a:pt x="4334065" y="687990"/>
                  </a:lnTo>
                  <a:lnTo>
                    <a:pt x="4329493" y="691038"/>
                  </a:lnTo>
                  <a:lnTo>
                    <a:pt x="4326445" y="692562"/>
                  </a:lnTo>
                  <a:lnTo>
                    <a:pt x="4321873" y="694086"/>
                  </a:lnTo>
                  <a:lnTo>
                    <a:pt x="4317301" y="694086"/>
                  </a:lnTo>
                  <a:lnTo>
                    <a:pt x="4312729" y="6956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5150" y="4373498"/>
              <a:ext cx="4373880" cy="695960"/>
            </a:xfrm>
            <a:custGeom>
              <a:avLst/>
              <a:gdLst/>
              <a:ahLst/>
              <a:cxnLst/>
              <a:rect l="l" t="t" r="r" b="b"/>
              <a:pathLst>
                <a:path w="4373880" h="695960">
                  <a:moveTo>
                    <a:pt x="0" y="623887"/>
                  </a:moveTo>
                  <a:lnTo>
                    <a:pt x="0" y="71723"/>
                  </a:lnTo>
                  <a:lnTo>
                    <a:pt x="0" y="67151"/>
                  </a:lnTo>
                  <a:lnTo>
                    <a:pt x="0" y="62579"/>
                  </a:lnTo>
                  <a:lnTo>
                    <a:pt x="1524" y="58007"/>
                  </a:lnTo>
                  <a:lnTo>
                    <a:pt x="1524" y="53435"/>
                  </a:lnTo>
                  <a:lnTo>
                    <a:pt x="3048" y="48767"/>
                  </a:lnTo>
                  <a:lnTo>
                    <a:pt x="4572" y="44195"/>
                  </a:lnTo>
                  <a:lnTo>
                    <a:pt x="6096" y="39623"/>
                  </a:lnTo>
                  <a:lnTo>
                    <a:pt x="9144" y="35051"/>
                  </a:lnTo>
                  <a:lnTo>
                    <a:pt x="12192" y="32004"/>
                  </a:lnTo>
                  <a:lnTo>
                    <a:pt x="13716" y="27432"/>
                  </a:lnTo>
                  <a:lnTo>
                    <a:pt x="16764" y="24384"/>
                  </a:lnTo>
                  <a:lnTo>
                    <a:pt x="19812" y="21336"/>
                  </a:lnTo>
                  <a:lnTo>
                    <a:pt x="24384" y="18287"/>
                  </a:lnTo>
                  <a:lnTo>
                    <a:pt x="27432" y="15239"/>
                  </a:lnTo>
                  <a:lnTo>
                    <a:pt x="30480" y="12191"/>
                  </a:lnTo>
                  <a:lnTo>
                    <a:pt x="35052" y="9143"/>
                  </a:lnTo>
                  <a:lnTo>
                    <a:pt x="39624" y="7620"/>
                  </a:lnTo>
                  <a:lnTo>
                    <a:pt x="44195" y="6095"/>
                  </a:lnTo>
                  <a:lnTo>
                    <a:pt x="47244" y="3047"/>
                  </a:lnTo>
                  <a:lnTo>
                    <a:pt x="51816" y="3047"/>
                  </a:lnTo>
                  <a:lnTo>
                    <a:pt x="56387" y="1524"/>
                  </a:lnTo>
                  <a:lnTo>
                    <a:pt x="60960" y="0"/>
                  </a:lnTo>
                  <a:lnTo>
                    <a:pt x="65532" y="0"/>
                  </a:lnTo>
                  <a:lnTo>
                    <a:pt x="71628" y="0"/>
                  </a:lnTo>
                  <a:lnTo>
                    <a:pt x="4303585" y="0"/>
                  </a:lnTo>
                  <a:lnTo>
                    <a:pt x="4308157" y="0"/>
                  </a:lnTo>
                  <a:lnTo>
                    <a:pt x="4312729" y="0"/>
                  </a:lnTo>
                  <a:lnTo>
                    <a:pt x="4317301" y="1524"/>
                  </a:lnTo>
                  <a:lnTo>
                    <a:pt x="4321873" y="3047"/>
                  </a:lnTo>
                  <a:lnTo>
                    <a:pt x="4326445" y="3047"/>
                  </a:lnTo>
                  <a:lnTo>
                    <a:pt x="4329493" y="6095"/>
                  </a:lnTo>
                  <a:lnTo>
                    <a:pt x="4334065" y="7620"/>
                  </a:lnTo>
                  <a:lnTo>
                    <a:pt x="4338637" y="9143"/>
                  </a:lnTo>
                  <a:lnTo>
                    <a:pt x="4343209" y="12191"/>
                  </a:lnTo>
                  <a:lnTo>
                    <a:pt x="4346257" y="15239"/>
                  </a:lnTo>
                  <a:lnTo>
                    <a:pt x="4349305" y="18287"/>
                  </a:lnTo>
                  <a:lnTo>
                    <a:pt x="4353877" y="21336"/>
                  </a:lnTo>
                  <a:lnTo>
                    <a:pt x="4356925" y="24384"/>
                  </a:lnTo>
                  <a:lnTo>
                    <a:pt x="4359973" y="27432"/>
                  </a:lnTo>
                  <a:lnTo>
                    <a:pt x="4361497" y="32004"/>
                  </a:lnTo>
                  <a:lnTo>
                    <a:pt x="4364545" y="35051"/>
                  </a:lnTo>
                  <a:lnTo>
                    <a:pt x="4367593" y="39623"/>
                  </a:lnTo>
                  <a:lnTo>
                    <a:pt x="4369117" y="44195"/>
                  </a:lnTo>
                  <a:lnTo>
                    <a:pt x="4370641" y="48767"/>
                  </a:lnTo>
                  <a:lnTo>
                    <a:pt x="4372165" y="53435"/>
                  </a:lnTo>
                  <a:lnTo>
                    <a:pt x="4372165" y="58007"/>
                  </a:lnTo>
                  <a:lnTo>
                    <a:pt x="4373689" y="62579"/>
                  </a:lnTo>
                  <a:lnTo>
                    <a:pt x="4373689" y="633126"/>
                  </a:lnTo>
                  <a:lnTo>
                    <a:pt x="4372165" y="637698"/>
                  </a:lnTo>
                  <a:lnTo>
                    <a:pt x="4372165" y="642270"/>
                  </a:lnTo>
                  <a:lnTo>
                    <a:pt x="4370641" y="646842"/>
                  </a:lnTo>
                  <a:lnTo>
                    <a:pt x="4369117" y="651414"/>
                  </a:lnTo>
                  <a:lnTo>
                    <a:pt x="4367593" y="655986"/>
                  </a:lnTo>
                  <a:lnTo>
                    <a:pt x="4364545" y="660558"/>
                  </a:lnTo>
                  <a:lnTo>
                    <a:pt x="4361497" y="663606"/>
                  </a:lnTo>
                  <a:lnTo>
                    <a:pt x="4359973" y="668178"/>
                  </a:lnTo>
                  <a:lnTo>
                    <a:pt x="4356925" y="671226"/>
                  </a:lnTo>
                  <a:lnTo>
                    <a:pt x="4353877" y="674274"/>
                  </a:lnTo>
                  <a:lnTo>
                    <a:pt x="4349305" y="678846"/>
                  </a:lnTo>
                  <a:lnTo>
                    <a:pt x="4346257" y="681894"/>
                  </a:lnTo>
                  <a:lnTo>
                    <a:pt x="4343209" y="683418"/>
                  </a:lnTo>
                  <a:lnTo>
                    <a:pt x="4338637" y="686466"/>
                  </a:lnTo>
                  <a:lnTo>
                    <a:pt x="4334065" y="687990"/>
                  </a:lnTo>
                  <a:lnTo>
                    <a:pt x="4329493" y="691038"/>
                  </a:lnTo>
                  <a:lnTo>
                    <a:pt x="4326445" y="692562"/>
                  </a:lnTo>
                  <a:lnTo>
                    <a:pt x="4321873" y="694086"/>
                  </a:lnTo>
                  <a:lnTo>
                    <a:pt x="4317301" y="694086"/>
                  </a:lnTo>
                  <a:lnTo>
                    <a:pt x="4312729" y="695610"/>
                  </a:lnTo>
                  <a:lnTo>
                    <a:pt x="60960" y="695610"/>
                  </a:lnTo>
                  <a:lnTo>
                    <a:pt x="56387" y="694086"/>
                  </a:lnTo>
                  <a:lnTo>
                    <a:pt x="51816" y="694086"/>
                  </a:lnTo>
                  <a:lnTo>
                    <a:pt x="47244" y="692562"/>
                  </a:lnTo>
                  <a:lnTo>
                    <a:pt x="44195" y="691038"/>
                  </a:lnTo>
                  <a:lnTo>
                    <a:pt x="39624" y="687990"/>
                  </a:lnTo>
                  <a:lnTo>
                    <a:pt x="35052" y="686466"/>
                  </a:lnTo>
                  <a:lnTo>
                    <a:pt x="30480" y="683418"/>
                  </a:lnTo>
                  <a:lnTo>
                    <a:pt x="27432" y="681894"/>
                  </a:lnTo>
                  <a:lnTo>
                    <a:pt x="24384" y="678846"/>
                  </a:lnTo>
                  <a:lnTo>
                    <a:pt x="19812" y="674274"/>
                  </a:lnTo>
                  <a:lnTo>
                    <a:pt x="16764" y="671226"/>
                  </a:lnTo>
                  <a:lnTo>
                    <a:pt x="13716" y="668178"/>
                  </a:lnTo>
                  <a:lnTo>
                    <a:pt x="12192" y="663606"/>
                  </a:lnTo>
                  <a:lnTo>
                    <a:pt x="9144" y="660558"/>
                  </a:lnTo>
                  <a:lnTo>
                    <a:pt x="6096" y="655986"/>
                  </a:lnTo>
                  <a:lnTo>
                    <a:pt x="4572" y="651414"/>
                  </a:lnTo>
                  <a:lnTo>
                    <a:pt x="3048" y="646842"/>
                  </a:lnTo>
                  <a:lnTo>
                    <a:pt x="1524" y="642270"/>
                  </a:lnTo>
                  <a:lnTo>
                    <a:pt x="1524" y="637698"/>
                  </a:lnTo>
                  <a:lnTo>
                    <a:pt x="0" y="633126"/>
                  </a:lnTo>
                  <a:lnTo>
                    <a:pt x="0" y="628459"/>
                  </a:lnTo>
                  <a:lnTo>
                    <a:pt x="0" y="623887"/>
                  </a:lnTo>
                  <a:close/>
                </a:path>
              </a:pathLst>
            </a:custGeom>
            <a:ln w="10677">
              <a:solidFill>
                <a:srgbClr val="F2F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92479" y="5209032"/>
            <a:ext cx="4438015" cy="745490"/>
            <a:chOff x="792479" y="5209032"/>
            <a:chExt cx="4438015" cy="74549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2479" y="5209032"/>
              <a:ext cx="4437887" cy="74520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9811" y="5225505"/>
              <a:ext cx="4384366" cy="707812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23626" y="2840354"/>
            <a:ext cx="2025205" cy="14954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57131" y="2838830"/>
            <a:ext cx="2130361" cy="14954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0578" y="3087528"/>
            <a:ext cx="198215" cy="144875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27093" y="3086004"/>
            <a:ext cx="2636710" cy="15097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52495" y="3786944"/>
            <a:ext cx="210416" cy="152504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1288732" y="3679418"/>
            <a:ext cx="607060" cy="147955"/>
          </a:xfrm>
          <a:custGeom>
            <a:avLst/>
            <a:gdLst/>
            <a:ahLst/>
            <a:cxnLst/>
            <a:rect l="l" t="t" r="r" b="b"/>
            <a:pathLst>
              <a:path w="607060" h="147954">
                <a:moveTo>
                  <a:pt x="138772" y="6096"/>
                </a:moveTo>
                <a:lnTo>
                  <a:pt x="56388" y="6096"/>
                </a:lnTo>
                <a:lnTo>
                  <a:pt x="56388" y="83921"/>
                </a:lnTo>
                <a:lnTo>
                  <a:pt x="45720" y="73253"/>
                </a:lnTo>
                <a:lnTo>
                  <a:pt x="39649" y="68630"/>
                </a:lnTo>
                <a:lnTo>
                  <a:pt x="44196" y="62484"/>
                </a:lnTo>
                <a:lnTo>
                  <a:pt x="47244" y="54864"/>
                </a:lnTo>
                <a:lnTo>
                  <a:pt x="48768" y="48768"/>
                </a:lnTo>
                <a:lnTo>
                  <a:pt x="48768" y="32004"/>
                </a:lnTo>
                <a:lnTo>
                  <a:pt x="28956" y="32004"/>
                </a:lnTo>
                <a:lnTo>
                  <a:pt x="44196" y="21336"/>
                </a:lnTo>
                <a:lnTo>
                  <a:pt x="39624" y="14998"/>
                </a:lnTo>
                <a:lnTo>
                  <a:pt x="35052" y="9525"/>
                </a:lnTo>
                <a:lnTo>
                  <a:pt x="30480" y="4622"/>
                </a:lnTo>
                <a:lnTo>
                  <a:pt x="25908" y="0"/>
                </a:lnTo>
                <a:lnTo>
                  <a:pt x="10668" y="10668"/>
                </a:lnTo>
                <a:lnTo>
                  <a:pt x="15189" y="16357"/>
                </a:lnTo>
                <a:lnTo>
                  <a:pt x="19431" y="21907"/>
                </a:lnTo>
                <a:lnTo>
                  <a:pt x="23088" y="27165"/>
                </a:lnTo>
                <a:lnTo>
                  <a:pt x="25908" y="32004"/>
                </a:lnTo>
                <a:lnTo>
                  <a:pt x="1524" y="32004"/>
                </a:lnTo>
                <a:lnTo>
                  <a:pt x="1524" y="50253"/>
                </a:lnTo>
                <a:lnTo>
                  <a:pt x="27444" y="50253"/>
                </a:lnTo>
                <a:lnTo>
                  <a:pt x="22288" y="59448"/>
                </a:lnTo>
                <a:lnTo>
                  <a:pt x="16002" y="68630"/>
                </a:lnTo>
                <a:lnTo>
                  <a:pt x="8572" y="77800"/>
                </a:lnTo>
                <a:lnTo>
                  <a:pt x="0" y="86969"/>
                </a:lnTo>
                <a:lnTo>
                  <a:pt x="3048" y="94589"/>
                </a:lnTo>
                <a:lnTo>
                  <a:pt x="6096" y="109829"/>
                </a:lnTo>
                <a:lnTo>
                  <a:pt x="10668" y="105257"/>
                </a:lnTo>
                <a:lnTo>
                  <a:pt x="13716" y="100685"/>
                </a:lnTo>
                <a:lnTo>
                  <a:pt x="18288" y="96113"/>
                </a:lnTo>
                <a:lnTo>
                  <a:pt x="18288" y="147929"/>
                </a:lnTo>
                <a:lnTo>
                  <a:pt x="36576" y="147929"/>
                </a:lnTo>
                <a:lnTo>
                  <a:pt x="36576" y="96113"/>
                </a:lnTo>
                <a:lnTo>
                  <a:pt x="36576" y="88493"/>
                </a:lnTo>
                <a:lnTo>
                  <a:pt x="44196" y="96113"/>
                </a:lnTo>
                <a:lnTo>
                  <a:pt x="47244" y="100685"/>
                </a:lnTo>
                <a:lnTo>
                  <a:pt x="56388" y="88493"/>
                </a:lnTo>
                <a:lnTo>
                  <a:pt x="56388" y="99161"/>
                </a:lnTo>
                <a:lnTo>
                  <a:pt x="77724" y="99161"/>
                </a:lnTo>
                <a:lnTo>
                  <a:pt x="77724" y="88493"/>
                </a:lnTo>
                <a:lnTo>
                  <a:pt x="77724" y="83921"/>
                </a:lnTo>
                <a:lnTo>
                  <a:pt x="77724" y="25908"/>
                </a:lnTo>
                <a:lnTo>
                  <a:pt x="118960" y="25908"/>
                </a:lnTo>
                <a:lnTo>
                  <a:pt x="118960" y="99161"/>
                </a:lnTo>
                <a:lnTo>
                  <a:pt x="138772" y="99161"/>
                </a:lnTo>
                <a:lnTo>
                  <a:pt x="138772" y="25908"/>
                </a:lnTo>
                <a:lnTo>
                  <a:pt x="138772" y="6096"/>
                </a:lnTo>
                <a:close/>
              </a:path>
              <a:path w="607060" h="147954">
                <a:moveTo>
                  <a:pt x="147916" y="111353"/>
                </a:moveTo>
                <a:lnTo>
                  <a:pt x="143344" y="109829"/>
                </a:lnTo>
                <a:lnTo>
                  <a:pt x="137248" y="106781"/>
                </a:lnTo>
                <a:lnTo>
                  <a:pt x="128104" y="103733"/>
                </a:lnTo>
                <a:lnTo>
                  <a:pt x="128104" y="115925"/>
                </a:lnTo>
                <a:lnTo>
                  <a:pt x="126580" y="122021"/>
                </a:lnTo>
                <a:lnTo>
                  <a:pt x="126580" y="125069"/>
                </a:lnTo>
                <a:lnTo>
                  <a:pt x="123532" y="128117"/>
                </a:lnTo>
                <a:lnTo>
                  <a:pt x="115912" y="128117"/>
                </a:lnTo>
                <a:lnTo>
                  <a:pt x="114388" y="125069"/>
                </a:lnTo>
                <a:lnTo>
                  <a:pt x="114388" y="111353"/>
                </a:lnTo>
                <a:lnTo>
                  <a:pt x="114388" y="88493"/>
                </a:lnTo>
                <a:lnTo>
                  <a:pt x="103720" y="88493"/>
                </a:lnTo>
                <a:lnTo>
                  <a:pt x="105156" y="76098"/>
                </a:lnTo>
                <a:lnTo>
                  <a:pt x="106578" y="64058"/>
                </a:lnTo>
                <a:lnTo>
                  <a:pt x="107797" y="50253"/>
                </a:lnTo>
                <a:lnTo>
                  <a:pt x="107835" y="48768"/>
                </a:lnTo>
                <a:lnTo>
                  <a:pt x="108292" y="35052"/>
                </a:lnTo>
                <a:lnTo>
                  <a:pt x="86956" y="35052"/>
                </a:lnTo>
                <a:lnTo>
                  <a:pt x="84658" y="76098"/>
                </a:lnTo>
                <a:lnTo>
                  <a:pt x="64008" y="117830"/>
                </a:lnTo>
                <a:lnTo>
                  <a:pt x="41148" y="131165"/>
                </a:lnTo>
                <a:lnTo>
                  <a:pt x="47244" y="137261"/>
                </a:lnTo>
                <a:lnTo>
                  <a:pt x="51816" y="143357"/>
                </a:lnTo>
                <a:lnTo>
                  <a:pt x="56388" y="147929"/>
                </a:lnTo>
                <a:lnTo>
                  <a:pt x="69227" y="140500"/>
                </a:lnTo>
                <a:lnTo>
                  <a:pt x="80238" y="131927"/>
                </a:lnTo>
                <a:lnTo>
                  <a:pt x="89255" y="122212"/>
                </a:lnTo>
                <a:lnTo>
                  <a:pt x="89369" y="122021"/>
                </a:lnTo>
                <a:lnTo>
                  <a:pt x="96100" y="111353"/>
                </a:lnTo>
                <a:lnTo>
                  <a:pt x="96100" y="138785"/>
                </a:lnTo>
                <a:lnTo>
                  <a:pt x="102196" y="144881"/>
                </a:lnTo>
                <a:lnTo>
                  <a:pt x="132676" y="144881"/>
                </a:lnTo>
                <a:lnTo>
                  <a:pt x="137248" y="143357"/>
                </a:lnTo>
                <a:lnTo>
                  <a:pt x="144754" y="131165"/>
                </a:lnTo>
                <a:lnTo>
                  <a:pt x="145389" y="128117"/>
                </a:lnTo>
                <a:lnTo>
                  <a:pt x="146507" y="122732"/>
                </a:lnTo>
                <a:lnTo>
                  <a:pt x="146596" y="122021"/>
                </a:lnTo>
                <a:lnTo>
                  <a:pt x="147916" y="111353"/>
                </a:lnTo>
                <a:close/>
              </a:path>
              <a:path w="607060" h="147954">
                <a:moveTo>
                  <a:pt x="295846" y="25908"/>
                </a:moveTo>
                <a:lnTo>
                  <a:pt x="276034" y="25908"/>
                </a:lnTo>
                <a:lnTo>
                  <a:pt x="276034" y="44196"/>
                </a:lnTo>
                <a:lnTo>
                  <a:pt x="276034" y="54864"/>
                </a:lnTo>
                <a:lnTo>
                  <a:pt x="178396" y="54864"/>
                </a:lnTo>
                <a:lnTo>
                  <a:pt x="178396" y="44196"/>
                </a:lnTo>
                <a:lnTo>
                  <a:pt x="276034" y="44196"/>
                </a:lnTo>
                <a:lnTo>
                  <a:pt x="276034" y="25908"/>
                </a:lnTo>
                <a:lnTo>
                  <a:pt x="269938" y="25908"/>
                </a:lnTo>
                <a:lnTo>
                  <a:pt x="279082" y="16764"/>
                </a:lnTo>
                <a:lnTo>
                  <a:pt x="283654" y="10668"/>
                </a:lnTo>
                <a:lnTo>
                  <a:pt x="276034" y="6096"/>
                </a:lnTo>
                <a:lnTo>
                  <a:pt x="269938" y="3048"/>
                </a:lnTo>
                <a:lnTo>
                  <a:pt x="265366" y="0"/>
                </a:lnTo>
                <a:lnTo>
                  <a:pt x="260553" y="6832"/>
                </a:lnTo>
                <a:lnTo>
                  <a:pt x="255460" y="13525"/>
                </a:lnTo>
                <a:lnTo>
                  <a:pt x="250456" y="19812"/>
                </a:lnTo>
                <a:lnTo>
                  <a:pt x="245554" y="25908"/>
                </a:lnTo>
                <a:lnTo>
                  <a:pt x="230314" y="25908"/>
                </a:lnTo>
                <a:lnTo>
                  <a:pt x="234886" y="22860"/>
                </a:lnTo>
                <a:lnTo>
                  <a:pt x="237934" y="21336"/>
                </a:lnTo>
                <a:lnTo>
                  <a:pt x="239458" y="19812"/>
                </a:lnTo>
                <a:lnTo>
                  <a:pt x="234886" y="12192"/>
                </a:lnTo>
                <a:lnTo>
                  <a:pt x="228790" y="6096"/>
                </a:lnTo>
                <a:lnTo>
                  <a:pt x="224218" y="0"/>
                </a:lnTo>
                <a:lnTo>
                  <a:pt x="208876" y="7620"/>
                </a:lnTo>
                <a:lnTo>
                  <a:pt x="222592" y="25908"/>
                </a:lnTo>
                <a:lnTo>
                  <a:pt x="195160" y="25908"/>
                </a:lnTo>
                <a:lnTo>
                  <a:pt x="196684" y="24384"/>
                </a:lnTo>
                <a:lnTo>
                  <a:pt x="202780" y="21336"/>
                </a:lnTo>
                <a:lnTo>
                  <a:pt x="198450" y="14998"/>
                </a:lnTo>
                <a:lnTo>
                  <a:pt x="194398" y="9525"/>
                </a:lnTo>
                <a:lnTo>
                  <a:pt x="190347" y="4622"/>
                </a:lnTo>
                <a:lnTo>
                  <a:pt x="186016" y="0"/>
                </a:lnTo>
                <a:lnTo>
                  <a:pt x="170776" y="10668"/>
                </a:lnTo>
                <a:lnTo>
                  <a:pt x="175348" y="13716"/>
                </a:lnTo>
                <a:lnTo>
                  <a:pt x="184492" y="25908"/>
                </a:lnTo>
                <a:lnTo>
                  <a:pt x="158584" y="25908"/>
                </a:lnTo>
                <a:lnTo>
                  <a:pt x="158584" y="60960"/>
                </a:lnTo>
                <a:lnTo>
                  <a:pt x="176872" y="60960"/>
                </a:lnTo>
                <a:lnTo>
                  <a:pt x="176872" y="112877"/>
                </a:lnTo>
                <a:lnTo>
                  <a:pt x="196684" y="112877"/>
                </a:lnTo>
                <a:lnTo>
                  <a:pt x="196684" y="70192"/>
                </a:lnTo>
                <a:lnTo>
                  <a:pt x="257746" y="70192"/>
                </a:lnTo>
                <a:lnTo>
                  <a:pt x="257746" y="112877"/>
                </a:lnTo>
                <a:lnTo>
                  <a:pt x="277558" y="112877"/>
                </a:lnTo>
                <a:lnTo>
                  <a:pt x="277558" y="70192"/>
                </a:lnTo>
                <a:lnTo>
                  <a:pt x="277558" y="60960"/>
                </a:lnTo>
                <a:lnTo>
                  <a:pt x="295846" y="60960"/>
                </a:lnTo>
                <a:lnTo>
                  <a:pt x="295846" y="54864"/>
                </a:lnTo>
                <a:lnTo>
                  <a:pt x="295846" y="44196"/>
                </a:lnTo>
                <a:lnTo>
                  <a:pt x="295846" y="25908"/>
                </a:lnTo>
                <a:close/>
              </a:path>
              <a:path w="607060" h="147954">
                <a:moveTo>
                  <a:pt x="300418" y="109829"/>
                </a:moveTo>
                <a:lnTo>
                  <a:pt x="294322" y="106781"/>
                </a:lnTo>
                <a:lnTo>
                  <a:pt x="286702" y="105244"/>
                </a:lnTo>
                <a:lnTo>
                  <a:pt x="282130" y="103720"/>
                </a:lnTo>
                <a:lnTo>
                  <a:pt x="280606" y="115925"/>
                </a:lnTo>
                <a:lnTo>
                  <a:pt x="279082" y="122021"/>
                </a:lnTo>
                <a:lnTo>
                  <a:pt x="274510" y="126593"/>
                </a:lnTo>
                <a:lnTo>
                  <a:pt x="271462" y="128117"/>
                </a:lnTo>
                <a:lnTo>
                  <a:pt x="248602" y="128117"/>
                </a:lnTo>
                <a:lnTo>
                  <a:pt x="245554" y="125069"/>
                </a:lnTo>
                <a:lnTo>
                  <a:pt x="245554" y="112877"/>
                </a:lnTo>
                <a:lnTo>
                  <a:pt x="245554" y="96100"/>
                </a:lnTo>
                <a:lnTo>
                  <a:pt x="233362" y="96100"/>
                </a:lnTo>
                <a:lnTo>
                  <a:pt x="234886" y="90004"/>
                </a:lnTo>
                <a:lnTo>
                  <a:pt x="236410" y="82384"/>
                </a:lnTo>
                <a:lnTo>
                  <a:pt x="236410" y="74764"/>
                </a:lnTo>
                <a:lnTo>
                  <a:pt x="214972" y="74764"/>
                </a:lnTo>
                <a:lnTo>
                  <a:pt x="214096" y="87604"/>
                </a:lnTo>
                <a:lnTo>
                  <a:pt x="211353" y="98577"/>
                </a:lnTo>
                <a:lnTo>
                  <a:pt x="180301" y="123736"/>
                </a:lnTo>
                <a:lnTo>
                  <a:pt x="154012" y="129641"/>
                </a:lnTo>
                <a:lnTo>
                  <a:pt x="157060" y="135737"/>
                </a:lnTo>
                <a:lnTo>
                  <a:pt x="160108" y="140309"/>
                </a:lnTo>
                <a:lnTo>
                  <a:pt x="161632" y="147929"/>
                </a:lnTo>
                <a:lnTo>
                  <a:pt x="183642" y="143306"/>
                </a:lnTo>
                <a:lnTo>
                  <a:pt x="201650" y="136118"/>
                </a:lnTo>
                <a:lnTo>
                  <a:pt x="215684" y="126060"/>
                </a:lnTo>
                <a:lnTo>
                  <a:pt x="225742" y="112877"/>
                </a:lnTo>
                <a:lnTo>
                  <a:pt x="225742" y="122021"/>
                </a:lnTo>
                <a:lnTo>
                  <a:pt x="227406" y="132016"/>
                </a:lnTo>
                <a:lnTo>
                  <a:pt x="232219" y="139166"/>
                </a:lnTo>
                <a:lnTo>
                  <a:pt x="239623" y="143306"/>
                </a:lnTo>
                <a:lnTo>
                  <a:pt x="238861" y="143306"/>
                </a:lnTo>
                <a:lnTo>
                  <a:pt x="250126" y="144881"/>
                </a:lnTo>
                <a:lnTo>
                  <a:pt x="279082" y="144881"/>
                </a:lnTo>
                <a:lnTo>
                  <a:pt x="296811" y="128117"/>
                </a:lnTo>
                <a:lnTo>
                  <a:pt x="298742" y="121234"/>
                </a:lnTo>
                <a:lnTo>
                  <a:pt x="300418" y="109829"/>
                </a:lnTo>
                <a:close/>
              </a:path>
              <a:path w="607060" h="147954">
                <a:moveTo>
                  <a:pt x="452907" y="12192"/>
                </a:moveTo>
                <a:lnTo>
                  <a:pt x="431571" y="12192"/>
                </a:lnTo>
                <a:lnTo>
                  <a:pt x="431571" y="1524"/>
                </a:lnTo>
                <a:lnTo>
                  <a:pt x="414807" y="1524"/>
                </a:lnTo>
                <a:lnTo>
                  <a:pt x="414807" y="12192"/>
                </a:lnTo>
                <a:lnTo>
                  <a:pt x="391947" y="12192"/>
                </a:lnTo>
                <a:lnTo>
                  <a:pt x="391947" y="1524"/>
                </a:lnTo>
                <a:lnTo>
                  <a:pt x="373659" y="1524"/>
                </a:lnTo>
                <a:lnTo>
                  <a:pt x="373659" y="12192"/>
                </a:lnTo>
                <a:lnTo>
                  <a:pt x="355282" y="12192"/>
                </a:lnTo>
                <a:lnTo>
                  <a:pt x="355282" y="27432"/>
                </a:lnTo>
                <a:lnTo>
                  <a:pt x="373659" y="27432"/>
                </a:lnTo>
                <a:lnTo>
                  <a:pt x="373659" y="35052"/>
                </a:lnTo>
                <a:lnTo>
                  <a:pt x="391947" y="35052"/>
                </a:lnTo>
                <a:lnTo>
                  <a:pt x="391947" y="27432"/>
                </a:lnTo>
                <a:lnTo>
                  <a:pt x="414807" y="27432"/>
                </a:lnTo>
                <a:lnTo>
                  <a:pt x="414807" y="35052"/>
                </a:lnTo>
                <a:lnTo>
                  <a:pt x="431571" y="35052"/>
                </a:lnTo>
                <a:lnTo>
                  <a:pt x="431571" y="27432"/>
                </a:lnTo>
                <a:lnTo>
                  <a:pt x="452907" y="27432"/>
                </a:lnTo>
                <a:lnTo>
                  <a:pt x="452907" y="12192"/>
                </a:lnTo>
                <a:close/>
              </a:path>
              <a:path w="607060" h="147954">
                <a:moveTo>
                  <a:pt x="454431" y="128104"/>
                </a:moveTo>
                <a:lnTo>
                  <a:pt x="443572" y="126390"/>
                </a:lnTo>
                <a:lnTo>
                  <a:pt x="433857" y="123532"/>
                </a:lnTo>
                <a:lnTo>
                  <a:pt x="425284" y="119532"/>
                </a:lnTo>
                <a:lnTo>
                  <a:pt x="424459" y="118960"/>
                </a:lnTo>
                <a:lnTo>
                  <a:pt x="417855" y="114388"/>
                </a:lnTo>
                <a:lnTo>
                  <a:pt x="451383" y="114388"/>
                </a:lnTo>
                <a:lnTo>
                  <a:pt x="451383" y="99148"/>
                </a:lnTo>
                <a:lnTo>
                  <a:pt x="410235" y="99148"/>
                </a:lnTo>
                <a:lnTo>
                  <a:pt x="411759" y="97624"/>
                </a:lnTo>
                <a:lnTo>
                  <a:pt x="411759" y="91528"/>
                </a:lnTo>
                <a:lnTo>
                  <a:pt x="446811" y="91528"/>
                </a:lnTo>
                <a:lnTo>
                  <a:pt x="446811" y="79336"/>
                </a:lnTo>
                <a:lnTo>
                  <a:pt x="446811" y="70180"/>
                </a:lnTo>
                <a:lnTo>
                  <a:pt x="446811" y="59436"/>
                </a:lnTo>
                <a:lnTo>
                  <a:pt x="446811" y="51816"/>
                </a:lnTo>
                <a:lnTo>
                  <a:pt x="446811" y="38100"/>
                </a:lnTo>
                <a:lnTo>
                  <a:pt x="428523" y="38100"/>
                </a:lnTo>
                <a:lnTo>
                  <a:pt x="428523" y="51816"/>
                </a:lnTo>
                <a:lnTo>
                  <a:pt x="428523" y="59436"/>
                </a:lnTo>
                <a:lnTo>
                  <a:pt x="428523" y="70180"/>
                </a:lnTo>
                <a:lnTo>
                  <a:pt x="428523" y="79336"/>
                </a:lnTo>
                <a:lnTo>
                  <a:pt x="379755" y="79336"/>
                </a:lnTo>
                <a:lnTo>
                  <a:pt x="379755" y="76288"/>
                </a:lnTo>
                <a:lnTo>
                  <a:pt x="379755" y="74764"/>
                </a:lnTo>
                <a:lnTo>
                  <a:pt x="379755" y="70180"/>
                </a:lnTo>
                <a:lnTo>
                  <a:pt x="428523" y="70180"/>
                </a:lnTo>
                <a:lnTo>
                  <a:pt x="428523" y="59436"/>
                </a:lnTo>
                <a:lnTo>
                  <a:pt x="379755" y="59436"/>
                </a:lnTo>
                <a:lnTo>
                  <a:pt x="379755" y="51816"/>
                </a:lnTo>
                <a:lnTo>
                  <a:pt x="428523" y="51816"/>
                </a:lnTo>
                <a:lnTo>
                  <a:pt x="428523" y="38100"/>
                </a:lnTo>
                <a:lnTo>
                  <a:pt x="361378" y="38100"/>
                </a:lnTo>
                <a:lnTo>
                  <a:pt x="361378" y="74764"/>
                </a:lnTo>
                <a:lnTo>
                  <a:pt x="356781" y="70180"/>
                </a:lnTo>
                <a:lnTo>
                  <a:pt x="352044" y="65582"/>
                </a:lnTo>
                <a:lnTo>
                  <a:pt x="347014" y="60972"/>
                </a:lnTo>
                <a:lnTo>
                  <a:pt x="341566" y="56388"/>
                </a:lnTo>
                <a:lnTo>
                  <a:pt x="341566" y="47244"/>
                </a:lnTo>
                <a:lnTo>
                  <a:pt x="355282" y="47244"/>
                </a:lnTo>
                <a:lnTo>
                  <a:pt x="355282" y="30480"/>
                </a:lnTo>
                <a:lnTo>
                  <a:pt x="341566" y="30480"/>
                </a:lnTo>
                <a:lnTo>
                  <a:pt x="341566" y="1524"/>
                </a:lnTo>
                <a:lnTo>
                  <a:pt x="323278" y="1524"/>
                </a:lnTo>
                <a:lnTo>
                  <a:pt x="323278" y="30480"/>
                </a:lnTo>
                <a:lnTo>
                  <a:pt x="306514" y="30480"/>
                </a:lnTo>
                <a:lnTo>
                  <a:pt x="306514" y="47244"/>
                </a:lnTo>
                <a:lnTo>
                  <a:pt x="321754" y="47244"/>
                </a:lnTo>
                <a:lnTo>
                  <a:pt x="318274" y="57518"/>
                </a:lnTo>
                <a:lnTo>
                  <a:pt x="314515" y="67678"/>
                </a:lnTo>
                <a:lnTo>
                  <a:pt x="310172" y="77546"/>
                </a:lnTo>
                <a:lnTo>
                  <a:pt x="304990" y="86956"/>
                </a:lnTo>
                <a:lnTo>
                  <a:pt x="306108" y="94576"/>
                </a:lnTo>
                <a:lnTo>
                  <a:pt x="307276" y="101815"/>
                </a:lnTo>
                <a:lnTo>
                  <a:pt x="308419" y="108394"/>
                </a:lnTo>
                <a:lnTo>
                  <a:pt x="309562" y="114388"/>
                </a:lnTo>
                <a:lnTo>
                  <a:pt x="313842" y="107276"/>
                </a:lnTo>
                <a:lnTo>
                  <a:pt x="317563" y="99720"/>
                </a:lnTo>
                <a:lnTo>
                  <a:pt x="320700" y="91897"/>
                </a:lnTo>
                <a:lnTo>
                  <a:pt x="320814" y="91528"/>
                </a:lnTo>
                <a:lnTo>
                  <a:pt x="323278" y="83908"/>
                </a:lnTo>
                <a:lnTo>
                  <a:pt x="323278" y="146392"/>
                </a:lnTo>
                <a:lnTo>
                  <a:pt x="341566" y="146392"/>
                </a:lnTo>
                <a:lnTo>
                  <a:pt x="341566" y="83908"/>
                </a:lnTo>
                <a:lnTo>
                  <a:pt x="341566" y="76288"/>
                </a:lnTo>
                <a:lnTo>
                  <a:pt x="344614" y="80860"/>
                </a:lnTo>
                <a:lnTo>
                  <a:pt x="347662" y="83908"/>
                </a:lnTo>
                <a:lnTo>
                  <a:pt x="349186" y="86956"/>
                </a:lnTo>
                <a:lnTo>
                  <a:pt x="361378" y="76288"/>
                </a:lnTo>
                <a:lnTo>
                  <a:pt x="361378" y="91528"/>
                </a:lnTo>
                <a:lnTo>
                  <a:pt x="393471" y="91528"/>
                </a:lnTo>
                <a:lnTo>
                  <a:pt x="391947" y="94576"/>
                </a:lnTo>
                <a:lnTo>
                  <a:pt x="391947" y="99148"/>
                </a:lnTo>
                <a:lnTo>
                  <a:pt x="352234" y="99148"/>
                </a:lnTo>
                <a:lnTo>
                  <a:pt x="352234" y="114388"/>
                </a:lnTo>
                <a:lnTo>
                  <a:pt x="384327" y="114388"/>
                </a:lnTo>
                <a:lnTo>
                  <a:pt x="378675" y="119532"/>
                </a:lnTo>
                <a:lnTo>
                  <a:pt x="370751" y="123913"/>
                </a:lnTo>
                <a:lnTo>
                  <a:pt x="360883" y="127685"/>
                </a:lnTo>
                <a:lnTo>
                  <a:pt x="349186" y="131152"/>
                </a:lnTo>
                <a:lnTo>
                  <a:pt x="353758" y="135724"/>
                </a:lnTo>
                <a:lnTo>
                  <a:pt x="359854" y="147916"/>
                </a:lnTo>
                <a:lnTo>
                  <a:pt x="374497" y="142760"/>
                </a:lnTo>
                <a:lnTo>
                  <a:pt x="386410" y="136296"/>
                </a:lnTo>
                <a:lnTo>
                  <a:pt x="395732" y="128422"/>
                </a:lnTo>
                <a:lnTo>
                  <a:pt x="402615" y="118960"/>
                </a:lnTo>
                <a:lnTo>
                  <a:pt x="410337" y="128422"/>
                </a:lnTo>
                <a:lnTo>
                  <a:pt x="419760" y="136296"/>
                </a:lnTo>
                <a:lnTo>
                  <a:pt x="430911" y="142760"/>
                </a:lnTo>
                <a:lnTo>
                  <a:pt x="443763" y="147916"/>
                </a:lnTo>
                <a:lnTo>
                  <a:pt x="446811" y="140296"/>
                </a:lnTo>
                <a:lnTo>
                  <a:pt x="451383" y="134200"/>
                </a:lnTo>
                <a:lnTo>
                  <a:pt x="454431" y="128104"/>
                </a:lnTo>
                <a:close/>
              </a:path>
              <a:path w="607060" h="147954">
                <a:moveTo>
                  <a:pt x="489483" y="97624"/>
                </a:moveTo>
                <a:lnTo>
                  <a:pt x="471195" y="91528"/>
                </a:lnTo>
                <a:lnTo>
                  <a:pt x="467766" y="101536"/>
                </a:lnTo>
                <a:lnTo>
                  <a:pt x="464337" y="110959"/>
                </a:lnTo>
                <a:lnTo>
                  <a:pt x="460908" y="119824"/>
                </a:lnTo>
                <a:lnTo>
                  <a:pt x="457479" y="128104"/>
                </a:lnTo>
                <a:lnTo>
                  <a:pt x="475475" y="135610"/>
                </a:lnTo>
                <a:lnTo>
                  <a:pt x="475818" y="135610"/>
                </a:lnTo>
                <a:lnTo>
                  <a:pt x="479196" y="127419"/>
                </a:lnTo>
                <a:lnTo>
                  <a:pt x="482625" y="118389"/>
                </a:lnTo>
                <a:lnTo>
                  <a:pt x="486054" y="108508"/>
                </a:lnTo>
                <a:lnTo>
                  <a:pt x="489483" y="97624"/>
                </a:lnTo>
                <a:close/>
              </a:path>
              <a:path w="607060" h="147954">
                <a:moveTo>
                  <a:pt x="549008" y="71716"/>
                </a:moveTo>
                <a:lnTo>
                  <a:pt x="542417" y="66522"/>
                </a:lnTo>
                <a:lnTo>
                  <a:pt x="536244" y="62153"/>
                </a:lnTo>
                <a:lnTo>
                  <a:pt x="530364" y="58356"/>
                </a:lnTo>
                <a:lnTo>
                  <a:pt x="524624" y="54864"/>
                </a:lnTo>
                <a:lnTo>
                  <a:pt x="512483" y="67106"/>
                </a:lnTo>
                <a:lnTo>
                  <a:pt x="516585" y="69811"/>
                </a:lnTo>
                <a:lnTo>
                  <a:pt x="518172" y="70840"/>
                </a:lnTo>
                <a:lnTo>
                  <a:pt x="524052" y="74955"/>
                </a:lnTo>
                <a:lnTo>
                  <a:pt x="530225" y="79362"/>
                </a:lnTo>
                <a:lnTo>
                  <a:pt x="536816" y="83908"/>
                </a:lnTo>
                <a:lnTo>
                  <a:pt x="549008" y="71716"/>
                </a:lnTo>
                <a:close/>
              </a:path>
              <a:path w="607060" h="147954">
                <a:moveTo>
                  <a:pt x="555104" y="99148"/>
                </a:moveTo>
                <a:lnTo>
                  <a:pt x="548233" y="94576"/>
                </a:lnTo>
                <a:lnTo>
                  <a:pt x="541197" y="90004"/>
                </a:lnTo>
                <a:lnTo>
                  <a:pt x="533895" y="85432"/>
                </a:lnTo>
                <a:lnTo>
                  <a:pt x="526148" y="80860"/>
                </a:lnTo>
                <a:lnTo>
                  <a:pt x="515480" y="94576"/>
                </a:lnTo>
                <a:lnTo>
                  <a:pt x="542912" y="112864"/>
                </a:lnTo>
                <a:lnTo>
                  <a:pt x="555104" y="99148"/>
                </a:lnTo>
                <a:close/>
              </a:path>
              <a:path w="607060" h="147954">
                <a:moveTo>
                  <a:pt x="579488" y="114388"/>
                </a:moveTo>
                <a:lnTo>
                  <a:pt x="573392" y="112864"/>
                </a:lnTo>
                <a:lnTo>
                  <a:pt x="567296" y="109816"/>
                </a:lnTo>
                <a:lnTo>
                  <a:pt x="559676" y="106768"/>
                </a:lnTo>
                <a:lnTo>
                  <a:pt x="558152" y="115912"/>
                </a:lnTo>
                <a:lnTo>
                  <a:pt x="556628" y="122008"/>
                </a:lnTo>
                <a:lnTo>
                  <a:pt x="555104" y="123532"/>
                </a:lnTo>
                <a:lnTo>
                  <a:pt x="549008" y="126580"/>
                </a:lnTo>
                <a:lnTo>
                  <a:pt x="515480" y="126580"/>
                </a:lnTo>
                <a:lnTo>
                  <a:pt x="512432" y="123532"/>
                </a:lnTo>
                <a:lnTo>
                  <a:pt x="512432" y="91528"/>
                </a:lnTo>
                <a:lnTo>
                  <a:pt x="492531" y="91528"/>
                </a:lnTo>
                <a:lnTo>
                  <a:pt x="492531" y="122008"/>
                </a:lnTo>
                <a:lnTo>
                  <a:pt x="493966" y="132016"/>
                </a:lnTo>
                <a:lnTo>
                  <a:pt x="498259" y="139153"/>
                </a:lnTo>
                <a:lnTo>
                  <a:pt x="505269" y="143344"/>
                </a:lnTo>
                <a:lnTo>
                  <a:pt x="504761" y="143344"/>
                </a:lnTo>
                <a:lnTo>
                  <a:pt x="515480" y="144868"/>
                </a:lnTo>
                <a:lnTo>
                  <a:pt x="558152" y="144868"/>
                </a:lnTo>
                <a:lnTo>
                  <a:pt x="564248" y="143344"/>
                </a:lnTo>
                <a:lnTo>
                  <a:pt x="571995" y="135610"/>
                </a:lnTo>
                <a:lnTo>
                  <a:pt x="574725" y="130581"/>
                </a:lnTo>
                <a:lnTo>
                  <a:pt x="576122" y="126580"/>
                </a:lnTo>
                <a:lnTo>
                  <a:pt x="577189" y="123532"/>
                </a:lnTo>
                <a:lnTo>
                  <a:pt x="579488" y="114388"/>
                </a:lnTo>
                <a:close/>
              </a:path>
              <a:path w="607060" h="147954">
                <a:moveTo>
                  <a:pt x="605396" y="62484"/>
                </a:moveTo>
                <a:lnTo>
                  <a:pt x="588251" y="58191"/>
                </a:lnTo>
                <a:lnTo>
                  <a:pt x="573392" y="52197"/>
                </a:lnTo>
                <a:lnTo>
                  <a:pt x="560819" y="44475"/>
                </a:lnTo>
                <a:lnTo>
                  <a:pt x="553859" y="38100"/>
                </a:lnTo>
                <a:lnTo>
                  <a:pt x="550532" y="35052"/>
                </a:lnTo>
                <a:lnTo>
                  <a:pt x="600824" y="35052"/>
                </a:lnTo>
                <a:lnTo>
                  <a:pt x="600824" y="16764"/>
                </a:lnTo>
                <a:lnTo>
                  <a:pt x="541388" y="16764"/>
                </a:lnTo>
                <a:lnTo>
                  <a:pt x="541388" y="0"/>
                </a:lnTo>
                <a:lnTo>
                  <a:pt x="520052" y="0"/>
                </a:lnTo>
                <a:lnTo>
                  <a:pt x="520052" y="12192"/>
                </a:lnTo>
                <a:lnTo>
                  <a:pt x="518528" y="16764"/>
                </a:lnTo>
                <a:lnTo>
                  <a:pt x="462051" y="16764"/>
                </a:lnTo>
                <a:lnTo>
                  <a:pt x="462051" y="35052"/>
                </a:lnTo>
                <a:lnTo>
                  <a:pt x="512432" y="35052"/>
                </a:lnTo>
                <a:lnTo>
                  <a:pt x="504685" y="44475"/>
                </a:lnTo>
                <a:lnTo>
                  <a:pt x="492925" y="52400"/>
                </a:lnTo>
                <a:lnTo>
                  <a:pt x="477202" y="58877"/>
                </a:lnTo>
                <a:lnTo>
                  <a:pt x="457479" y="64096"/>
                </a:lnTo>
                <a:lnTo>
                  <a:pt x="460883" y="69811"/>
                </a:lnTo>
                <a:lnTo>
                  <a:pt x="464146" y="75526"/>
                </a:lnTo>
                <a:lnTo>
                  <a:pt x="467118" y="81241"/>
                </a:lnTo>
                <a:lnTo>
                  <a:pt x="469671" y="86956"/>
                </a:lnTo>
                <a:lnTo>
                  <a:pt x="490588" y="78041"/>
                </a:lnTo>
                <a:lnTo>
                  <a:pt x="507822" y="67106"/>
                </a:lnTo>
                <a:lnTo>
                  <a:pt x="521652" y="53835"/>
                </a:lnTo>
                <a:lnTo>
                  <a:pt x="532244" y="38100"/>
                </a:lnTo>
                <a:lnTo>
                  <a:pt x="544804" y="53835"/>
                </a:lnTo>
                <a:lnTo>
                  <a:pt x="559485" y="66725"/>
                </a:lnTo>
                <a:lnTo>
                  <a:pt x="576186" y="76758"/>
                </a:lnTo>
                <a:lnTo>
                  <a:pt x="594728" y="83908"/>
                </a:lnTo>
                <a:lnTo>
                  <a:pt x="597776" y="77812"/>
                </a:lnTo>
                <a:lnTo>
                  <a:pt x="602348" y="70192"/>
                </a:lnTo>
                <a:lnTo>
                  <a:pt x="605396" y="62484"/>
                </a:lnTo>
                <a:close/>
              </a:path>
              <a:path w="607060" h="147954">
                <a:moveTo>
                  <a:pt x="606920" y="120484"/>
                </a:moveTo>
                <a:lnTo>
                  <a:pt x="602335" y="111607"/>
                </a:lnTo>
                <a:lnTo>
                  <a:pt x="597585" y="103149"/>
                </a:lnTo>
                <a:lnTo>
                  <a:pt x="592569" y="94983"/>
                </a:lnTo>
                <a:lnTo>
                  <a:pt x="587108" y="86956"/>
                </a:lnTo>
                <a:lnTo>
                  <a:pt x="568820" y="94576"/>
                </a:lnTo>
                <a:lnTo>
                  <a:pt x="574281" y="103708"/>
                </a:lnTo>
                <a:lnTo>
                  <a:pt x="579412" y="112864"/>
                </a:lnTo>
                <a:lnTo>
                  <a:pt x="584047" y="121373"/>
                </a:lnTo>
                <a:lnTo>
                  <a:pt x="588632" y="129628"/>
                </a:lnTo>
                <a:lnTo>
                  <a:pt x="606920" y="120484"/>
                </a:lnTo>
                <a:close/>
              </a:path>
            </a:pathLst>
          </a:custGeom>
          <a:solidFill>
            <a:srgbClr val="1F2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287208" y="3940302"/>
            <a:ext cx="788384" cy="111347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2156460" y="3940301"/>
            <a:ext cx="456565" cy="109855"/>
          </a:xfrm>
          <a:custGeom>
            <a:avLst/>
            <a:gdLst/>
            <a:ahLst/>
            <a:cxnLst/>
            <a:rect l="l" t="t" r="r" b="b"/>
            <a:pathLst>
              <a:path w="456564" h="109854">
                <a:moveTo>
                  <a:pt x="111340" y="77724"/>
                </a:moveTo>
                <a:lnTo>
                  <a:pt x="109816" y="76200"/>
                </a:lnTo>
                <a:lnTo>
                  <a:pt x="106768" y="76200"/>
                </a:lnTo>
                <a:lnTo>
                  <a:pt x="103720" y="74676"/>
                </a:lnTo>
                <a:lnTo>
                  <a:pt x="102196" y="80772"/>
                </a:lnTo>
                <a:lnTo>
                  <a:pt x="102196" y="86868"/>
                </a:lnTo>
                <a:lnTo>
                  <a:pt x="100672" y="89916"/>
                </a:lnTo>
                <a:lnTo>
                  <a:pt x="99148" y="94589"/>
                </a:lnTo>
                <a:lnTo>
                  <a:pt x="94576" y="97637"/>
                </a:lnTo>
                <a:lnTo>
                  <a:pt x="30480" y="97637"/>
                </a:lnTo>
                <a:lnTo>
                  <a:pt x="27432" y="94589"/>
                </a:lnTo>
                <a:lnTo>
                  <a:pt x="27432" y="67056"/>
                </a:lnTo>
                <a:lnTo>
                  <a:pt x="67056" y="67056"/>
                </a:lnTo>
                <a:lnTo>
                  <a:pt x="67056" y="59436"/>
                </a:lnTo>
                <a:lnTo>
                  <a:pt x="67056" y="42672"/>
                </a:lnTo>
                <a:lnTo>
                  <a:pt x="67056" y="39624"/>
                </a:lnTo>
                <a:lnTo>
                  <a:pt x="67056" y="35052"/>
                </a:lnTo>
                <a:lnTo>
                  <a:pt x="57912" y="35052"/>
                </a:lnTo>
                <a:lnTo>
                  <a:pt x="57912" y="42672"/>
                </a:lnTo>
                <a:lnTo>
                  <a:pt x="57912" y="59436"/>
                </a:lnTo>
                <a:lnTo>
                  <a:pt x="27432" y="59436"/>
                </a:lnTo>
                <a:lnTo>
                  <a:pt x="27432" y="42672"/>
                </a:lnTo>
                <a:lnTo>
                  <a:pt x="57912" y="42672"/>
                </a:lnTo>
                <a:lnTo>
                  <a:pt x="57912" y="35052"/>
                </a:lnTo>
                <a:lnTo>
                  <a:pt x="21336" y="35052"/>
                </a:lnTo>
                <a:lnTo>
                  <a:pt x="24384" y="30480"/>
                </a:lnTo>
                <a:lnTo>
                  <a:pt x="25908" y="25908"/>
                </a:lnTo>
                <a:lnTo>
                  <a:pt x="28956" y="21336"/>
                </a:lnTo>
                <a:lnTo>
                  <a:pt x="88480" y="21336"/>
                </a:lnTo>
                <a:lnTo>
                  <a:pt x="87795" y="59436"/>
                </a:lnTo>
                <a:lnTo>
                  <a:pt x="86956" y="67056"/>
                </a:lnTo>
                <a:lnTo>
                  <a:pt x="86956" y="74676"/>
                </a:lnTo>
                <a:lnTo>
                  <a:pt x="82384" y="77724"/>
                </a:lnTo>
                <a:lnTo>
                  <a:pt x="59436" y="77724"/>
                </a:lnTo>
                <a:lnTo>
                  <a:pt x="60960" y="80772"/>
                </a:lnTo>
                <a:lnTo>
                  <a:pt x="60960" y="86868"/>
                </a:lnTo>
                <a:lnTo>
                  <a:pt x="77812" y="86868"/>
                </a:lnTo>
                <a:lnTo>
                  <a:pt x="84963" y="85725"/>
                </a:lnTo>
                <a:lnTo>
                  <a:pt x="90385" y="82296"/>
                </a:lnTo>
                <a:lnTo>
                  <a:pt x="94107" y="76581"/>
                </a:lnTo>
                <a:lnTo>
                  <a:pt x="94195" y="76200"/>
                </a:lnTo>
                <a:lnTo>
                  <a:pt x="96100" y="68580"/>
                </a:lnTo>
                <a:lnTo>
                  <a:pt x="96139" y="67056"/>
                </a:lnTo>
                <a:lnTo>
                  <a:pt x="96342" y="59055"/>
                </a:lnTo>
                <a:lnTo>
                  <a:pt x="96901" y="45720"/>
                </a:lnTo>
                <a:lnTo>
                  <a:pt x="97002" y="42672"/>
                </a:lnTo>
                <a:lnTo>
                  <a:pt x="97116" y="39624"/>
                </a:lnTo>
                <a:lnTo>
                  <a:pt x="97231" y="36195"/>
                </a:lnTo>
                <a:lnTo>
                  <a:pt x="97269" y="35052"/>
                </a:lnTo>
                <a:lnTo>
                  <a:pt x="97383" y="31724"/>
                </a:lnTo>
                <a:lnTo>
                  <a:pt x="97409" y="30480"/>
                </a:lnTo>
                <a:lnTo>
                  <a:pt x="97523" y="21336"/>
                </a:lnTo>
                <a:lnTo>
                  <a:pt x="97624" y="13716"/>
                </a:lnTo>
                <a:lnTo>
                  <a:pt x="33528" y="13716"/>
                </a:lnTo>
                <a:lnTo>
                  <a:pt x="35052" y="9144"/>
                </a:lnTo>
                <a:lnTo>
                  <a:pt x="36576" y="6096"/>
                </a:lnTo>
                <a:lnTo>
                  <a:pt x="38100" y="1524"/>
                </a:lnTo>
                <a:lnTo>
                  <a:pt x="28956" y="0"/>
                </a:lnTo>
                <a:lnTo>
                  <a:pt x="23787" y="12293"/>
                </a:lnTo>
                <a:lnTo>
                  <a:pt x="17335" y="24003"/>
                </a:lnTo>
                <a:lnTo>
                  <a:pt x="9512" y="35052"/>
                </a:lnTo>
                <a:lnTo>
                  <a:pt x="0" y="45720"/>
                </a:lnTo>
                <a:lnTo>
                  <a:pt x="3048" y="47244"/>
                </a:lnTo>
                <a:lnTo>
                  <a:pt x="6096" y="53340"/>
                </a:lnTo>
                <a:lnTo>
                  <a:pt x="10668" y="48768"/>
                </a:lnTo>
                <a:lnTo>
                  <a:pt x="13716" y="44196"/>
                </a:lnTo>
                <a:lnTo>
                  <a:pt x="18288" y="39624"/>
                </a:lnTo>
                <a:lnTo>
                  <a:pt x="18288" y="100685"/>
                </a:lnTo>
                <a:lnTo>
                  <a:pt x="22860" y="106781"/>
                </a:lnTo>
                <a:lnTo>
                  <a:pt x="100672" y="106781"/>
                </a:lnTo>
                <a:lnTo>
                  <a:pt x="106768" y="102209"/>
                </a:lnTo>
                <a:lnTo>
                  <a:pt x="108280" y="97637"/>
                </a:lnTo>
                <a:lnTo>
                  <a:pt x="109816" y="92964"/>
                </a:lnTo>
                <a:lnTo>
                  <a:pt x="109816" y="89916"/>
                </a:lnTo>
                <a:lnTo>
                  <a:pt x="111340" y="83820"/>
                </a:lnTo>
                <a:lnTo>
                  <a:pt x="111340" y="77724"/>
                </a:lnTo>
                <a:close/>
              </a:path>
              <a:path w="456564" h="109854">
                <a:moveTo>
                  <a:pt x="178396" y="33528"/>
                </a:moveTo>
                <a:lnTo>
                  <a:pt x="173824" y="28956"/>
                </a:lnTo>
                <a:lnTo>
                  <a:pt x="170776" y="24384"/>
                </a:lnTo>
                <a:lnTo>
                  <a:pt x="167728" y="21336"/>
                </a:lnTo>
                <a:lnTo>
                  <a:pt x="160108" y="25908"/>
                </a:lnTo>
                <a:lnTo>
                  <a:pt x="169252" y="35052"/>
                </a:lnTo>
                <a:lnTo>
                  <a:pt x="172300" y="39624"/>
                </a:lnTo>
                <a:lnTo>
                  <a:pt x="178396" y="33528"/>
                </a:lnTo>
                <a:close/>
              </a:path>
              <a:path w="456564" h="109854">
                <a:moveTo>
                  <a:pt x="202780" y="39624"/>
                </a:moveTo>
                <a:lnTo>
                  <a:pt x="172300" y="39624"/>
                </a:lnTo>
                <a:lnTo>
                  <a:pt x="135724" y="39624"/>
                </a:lnTo>
                <a:lnTo>
                  <a:pt x="135724" y="47244"/>
                </a:lnTo>
                <a:lnTo>
                  <a:pt x="192112" y="47244"/>
                </a:lnTo>
                <a:lnTo>
                  <a:pt x="187540" y="53340"/>
                </a:lnTo>
                <a:lnTo>
                  <a:pt x="182968" y="56388"/>
                </a:lnTo>
                <a:lnTo>
                  <a:pt x="178396" y="60960"/>
                </a:lnTo>
                <a:lnTo>
                  <a:pt x="179920" y="62484"/>
                </a:lnTo>
                <a:lnTo>
                  <a:pt x="182968" y="64008"/>
                </a:lnTo>
                <a:lnTo>
                  <a:pt x="184492" y="65532"/>
                </a:lnTo>
                <a:lnTo>
                  <a:pt x="189915" y="60960"/>
                </a:lnTo>
                <a:lnTo>
                  <a:pt x="194779" y="56388"/>
                </a:lnTo>
                <a:lnTo>
                  <a:pt x="199059" y="51816"/>
                </a:lnTo>
                <a:lnTo>
                  <a:pt x="202780" y="47244"/>
                </a:lnTo>
                <a:lnTo>
                  <a:pt x="202780" y="39624"/>
                </a:lnTo>
                <a:close/>
              </a:path>
              <a:path w="456564" h="109854">
                <a:moveTo>
                  <a:pt x="210400" y="67056"/>
                </a:moveTo>
                <a:lnTo>
                  <a:pt x="202780" y="67056"/>
                </a:lnTo>
                <a:lnTo>
                  <a:pt x="202780" y="74676"/>
                </a:lnTo>
                <a:lnTo>
                  <a:pt x="202780" y="96113"/>
                </a:lnTo>
                <a:lnTo>
                  <a:pt x="140296" y="96113"/>
                </a:lnTo>
                <a:lnTo>
                  <a:pt x="140296" y="74676"/>
                </a:lnTo>
                <a:lnTo>
                  <a:pt x="202780" y="74676"/>
                </a:lnTo>
                <a:lnTo>
                  <a:pt x="202780" y="67056"/>
                </a:lnTo>
                <a:lnTo>
                  <a:pt x="131152" y="67056"/>
                </a:lnTo>
                <a:lnTo>
                  <a:pt x="131152" y="109829"/>
                </a:lnTo>
                <a:lnTo>
                  <a:pt x="140296" y="109829"/>
                </a:lnTo>
                <a:lnTo>
                  <a:pt x="140296" y="103733"/>
                </a:lnTo>
                <a:lnTo>
                  <a:pt x="202780" y="103733"/>
                </a:lnTo>
                <a:lnTo>
                  <a:pt x="202780" y="109829"/>
                </a:lnTo>
                <a:lnTo>
                  <a:pt x="210400" y="109829"/>
                </a:lnTo>
                <a:lnTo>
                  <a:pt x="210400" y="103733"/>
                </a:lnTo>
                <a:lnTo>
                  <a:pt x="210400" y="96113"/>
                </a:lnTo>
                <a:lnTo>
                  <a:pt x="210400" y="74676"/>
                </a:lnTo>
                <a:lnTo>
                  <a:pt x="210400" y="67056"/>
                </a:lnTo>
                <a:close/>
              </a:path>
              <a:path w="456564" h="109854">
                <a:moveTo>
                  <a:pt x="227253" y="36576"/>
                </a:moveTo>
                <a:lnTo>
                  <a:pt x="212064" y="30276"/>
                </a:lnTo>
                <a:lnTo>
                  <a:pt x="198602" y="22669"/>
                </a:lnTo>
                <a:lnTo>
                  <a:pt x="186880" y="13652"/>
                </a:lnTo>
                <a:lnTo>
                  <a:pt x="182626" y="9144"/>
                </a:lnTo>
                <a:lnTo>
                  <a:pt x="176872" y="3048"/>
                </a:lnTo>
                <a:lnTo>
                  <a:pt x="179920" y="0"/>
                </a:lnTo>
                <a:lnTo>
                  <a:pt x="167728" y="0"/>
                </a:lnTo>
                <a:lnTo>
                  <a:pt x="156629" y="11772"/>
                </a:lnTo>
                <a:lnTo>
                  <a:pt x="144106" y="22098"/>
                </a:lnTo>
                <a:lnTo>
                  <a:pt x="130441" y="31292"/>
                </a:lnTo>
                <a:lnTo>
                  <a:pt x="115912" y="39624"/>
                </a:lnTo>
                <a:lnTo>
                  <a:pt x="117436" y="41148"/>
                </a:lnTo>
                <a:lnTo>
                  <a:pt x="159918" y="20027"/>
                </a:lnTo>
                <a:lnTo>
                  <a:pt x="170776" y="9144"/>
                </a:lnTo>
                <a:lnTo>
                  <a:pt x="179920" y="19151"/>
                </a:lnTo>
                <a:lnTo>
                  <a:pt x="191363" y="28575"/>
                </a:lnTo>
                <a:lnTo>
                  <a:pt x="205105" y="37439"/>
                </a:lnTo>
                <a:lnTo>
                  <a:pt x="221157" y="45720"/>
                </a:lnTo>
                <a:lnTo>
                  <a:pt x="224205" y="39624"/>
                </a:lnTo>
                <a:lnTo>
                  <a:pt x="227253" y="36576"/>
                </a:lnTo>
                <a:close/>
              </a:path>
              <a:path w="456564" h="109854">
                <a:moveTo>
                  <a:pt x="336994" y="7620"/>
                </a:moveTo>
                <a:lnTo>
                  <a:pt x="274510" y="7620"/>
                </a:lnTo>
                <a:lnTo>
                  <a:pt x="274510" y="15240"/>
                </a:lnTo>
                <a:lnTo>
                  <a:pt x="298894" y="15240"/>
                </a:lnTo>
                <a:lnTo>
                  <a:pt x="292315" y="34988"/>
                </a:lnTo>
                <a:lnTo>
                  <a:pt x="284035" y="53149"/>
                </a:lnTo>
                <a:lnTo>
                  <a:pt x="274027" y="69900"/>
                </a:lnTo>
                <a:lnTo>
                  <a:pt x="269938" y="75298"/>
                </a:lnTo>
                <a:lnTo>
                  <a:pt x="269938" y="71628"/>
                </a:lnTo>
                <a:lnTo>
                  <a:pt x="269938" y="67056"/>
                </a:lnTo>
                <a:lnTo>
                  <a:pt x="256222" y="71628"/>
                </a:lnTo>
                <a:lnTo>
                  <a:pt x="256222" y="47244"/>
                </a:lnTo>
                <a:lnTo>
                  <a:pt x="269938" y="47244"/>
                </a:lnTo>
                <a:lnTo>
                  <a:pt x="269938" y="39624"/>
                </a:lnTo>
                <a:lnTo>
                  <a:pt x="256222" y="39624"/>
                </a:lnTo>
                <a:lnTo>
                  <a:pt x="256222" y="19812"/>
                </a:lnTo>
                <a:lnTo>
                  <a:pt x="269938" y="19812"/>
                </a:lnTo>
                <a:lnTo>
                  <a:pt x="269938" y="10668"/>
                </a:lnTo>
                <a:lnTo>
                  <a:pt x="231838" y="10668"/>
                </a:lnTo>
                <a:lnTo>
                  <a:pt x="231838" y="19812"/>
                </a:lnTo>
                <a:lnTo>
                  <a:pt x="247078" y="19812"/>
                </a:lnTo>
                <a:lnTo>
                  <a:pt x="247078" y="39624"/>
                </a:lnTo>
                <a:lnTo>
                  <a:pt x="231838" y="39624"/>
                </a:lnTo>
                <a:lnTo>
                  <a:pt x="231838" y="47244"/>
                </a:lnTo>
                <a:lnTo>
                  <a:pt x="247078" y="47244"/>
                </a:lnTo>
                <a:lnTo>
                  <a:pt x="247078" y="74676"/>
                </a:lnTo>
                <a:lnTo>
                  <a:pt x="234886" y="77724"/>
                </a:lnTo>
                <a:lnTo>
                  <a:pt x="230314" y="77724"/>
                </a:lnTo>
                <a:lnTo>
                  <a:pt x="231838" y="88392"/>
                </a:lnTo>
                <a:lnTo>
                  <a:pt x="240144" y="85204"/>
                </a:lnTo>
                <a:lnTo>
                  <a:pt x="249174" y="82296"/>
                </a:lnTo>
                <a:lnTo>
                  <a:pt x="269049" y="76466"/>
                </a:lnTo>
                <a:lnTo>
                  <a:pt x="262318" y="85344"/>
                </a:lnTo>
                <a:lnTo>
                  <a:pt x="268414" y="88392"/>
                </a:lnTo>
                <a:lnTo>
                  <a:pt x="291363" y="56489"/>
                </a:lnTo>
                <a:lnTo>
                  <a:pt x="297370" y="44196"/>
                </a:lnTo>
                <a:lnTo>
                  <a:pt x="297370" y="109829"/>
                </a:lnTo>
                <a:lnTo>
                  <a:pt x="306514" y="109829"/>
                </a:lnTo>
                <a:lnTo>
                  <a:pt x="306514" y="44196"/>
                </a:lnTo>
                <a:lnTo>
                  <a:pt x="306514" y="39624"/>
                </a:lnTo>
                <a:lnTo>
                  <a:pt x="298894" y="39624"/>
                </a:lnTo>
                <a:lnTo>
                  <a:pt x="301180" y="33896"/>
                </a:lnTo>
                <a:lnTo>
                  <a:pt x="303466" y="28003"/>
                </a:lnTo>
                <a:lnTo>
                  <a:pt x="305752" y="21844"/>
                </a:lnTo>
                <a:lnTo>
                  <a:pt x="308038" y="15240"/>
                </a:lnTo>
                <a:lnTo>
                  <a:pt x="336994" y="15240"/>
                </a:lnTo>
                <a:lnTo>
                  <a:pt x="336994" y="7620"/>
                </a:lnTo>
                <a:close/>
              </a:path>
              <a:path w="456564" h="109854">
                <a:moveTo>
                  <a:pt x="341566" y="79248"/>
                </a:moveTo>
                <a:lnTo>
                  <a:pt x="336435" y="71818"/>
                </a:lnTo>
                <a:lnTo>
                  <a:pt x="323342" y="53530"/>
                </a:lnTo>
                <a:lnTo>
                  <a:pt x="315658" y="42672"/>
                </a:lnTo>
                <a:lnTo>
                  <a:pt x="308038" y="47244"/>
                </a:lnTo>
                <a:lnTo>
                  <a:pt x="314655" y="56629"/>
                </a:lnTo>
                <a:lnTo>
                  <a:pt x="327317" y="75971"/>
                </a:lnTo>
                <a:lnTo>
                  <a:pt x="333946" y="85344"/>
                </a:lnTo>
                <a:lnTo>
                  <a:pt x="341566" y="79248"/>
                </a:lnTo>
                <a:close/>
              </a:path>
              <a:path w="456564" h="109854">
                <a:moveTo>
                  <a:pt x="379755" y="73164"/>
                </a:moveTo>
                <a:lnTo>
                  <a:pt x="366039" y="77736"/>
                </a:lnTo>
                <a:lnTo>
                  <a:pt x="366039" y="36588"/>
                </a:lnTo>
                <a:lnTo>
                  <a:pt x="378231" y="36588"/>
                </a:lnTo>
                <a:lnTo>
                  <a:pt x="378231" y="28968"/>
                </a:lnTo>
                <a:lnTo>
                  <a:pt x="366039" y="28968"/>
                </a:lnTo>
                <a:lnTo>
                  <a:pt x="366039" y="1536"/>
                </a:lnTo>
                <a:lnTo>
                  <a:pt x="358317" y="1536"/>
                </a:lnTo>
                <a:lnTo>
                  <a:pt x="358317" y="28968"/>
                </a:lnTo>
                <a:lnTo>
                  <a:pt x="346125" y="28968"/>
                </a:lnTo>
                <a:lnTo>
                  <a:pt x="346125" y="36588"/>
                </a:lnTo>
                <a:lnTo>
                  <a:pt x="358317" y="36588"/>
                </a:lnTo>
                <a:lnTo>
                  <a:pt x="358317" y="79260"/>
                </a:lnTo>
                <a:lnTo>
                  <a:pt x="353745" y="80784"/>
                </a:lnTo>
                <a:lnTo>
                  <a:pt x="347649" y="82308"/>
                </a:lnTo>
                <a:lnTo>
                  <a:pt x="344601" y="82308"/>
                </a:lnTo>
                <a:lnTo>
                  <a:pt x="346125" y="91452"/>
                </a:lnTo>
                <a:lnTo>
                  <a:pt x="379755" y="82308"/>
                </a:lnTo>
                <a:lnTo>
                  <a:pt x="379755" y="77736"/>
                </a:lnTo>
                <a:lnTo>
                  <a:pt x="379755" y="73164"/>
                </a:lnTo>
                <a:close/>
              </a:path>
              <a:path w="456564" h="109854">
                <a:moveTo>
                  <a:pt x="449859" y="10680"/>
                </a:moveTo>
                <a:lnTo>
                  <a:pt x="422427" y="10680"/>
                </a:lnTo>
                <a:lnTo>
                  <a:pt x="419379" y="7632"/>
                </a:lnTo>
                <a:lnTo>
                  <a:pt x="417855" y="3060"/>
                </a:lnTo>
                <a:lnTo>
                  <a:pt x="416331" y="12"/>
                </a:lnTo>
                <a:lnTo>
                  <a:pt x="408711" y="3060"/>
                </a:lnTo>
                <a:lnTo>
                  <a:pt x="410235" y="6108"/>
                </a:lnTo>
                <a:lnTo>
                  <a:pt x="411759" y="7632"/>
                </a:lnTo>
                <a:lnTo>
                  <a:pt x="411759" y="10680"/>
                </a:lnTo>
                <a:lnTo>
                  <a:pt x="382803" y="10680"/>
                </a:lnTo>
                <a:lnTo>
                  <a:pt x="382803" y="18300"/>
                </a:lnTo>
                <a:lnTo>
                  <a:pt x="399567" y="18300"/>
                </a:lnTo>
                <a:lnTo>
                  <a:pt x="430047" y="18300"/>
                </a:lnTo>
                <a:lnTo>
                  <a:pt x="449859" y="18300"/>
                </a:lnTo>
                <a:lnTo>
                  <a:pt x="449859" y="10680"/>
                </a:lnTo>
                <a:close/>
              </a:path>
              <a:path w="456564" h="109854">
                <a:moveTo>
                  <a:pt x="452907" y="32016"/>
                </a:moveTo>
                <a:lnTo>
                  <a:pt x="430047" y="32016"/>
                </a:lnTo>
                <a:lnTo>
                  <a:pt x="433095" y="28968"/>
                </a:lnTo>
                <a:lnTo>
                  <a:pt x="434619" y="25920"/>
                </a:lnTo>
                <a:lnTo>
                  <a:pt x="437667" y="22872"/>
                </a:lnTo>
                <a:lnTo>
                  <a:pt x="430047" y="18300"/>
                </a:lnTo>
                <a:lnTo>
                  <a:pt x="420903" y="32016"/>
                </a:lnTo>
                <a:lnTo>
                  <a:pt x="404139" y="32016"/>
                </a:lnTo>
                <a:lnTo>
                  <a:pt x="408711" y="28968"/>
                </a:lnTo>
                <a:lnTo>
                  <a:pt x="405663" y="25920"/>
                </a:lnTo>
                <a:lnTo>
                  <a:pt x="402615" y="21348"/>
                </a:lnTo>
                <a:lnTo>
                  <a:pt x="399567" y="18300"/>
                </a:lnTo>
                <a:lnTo>
                  <a:pt x="393471" y="22872"/>
                </a:lnTo>
                <a:lnTo>
                  <a:pt x="396519" y="25920"/>
                </a:lnTo>
                <a:lnTo>
                  <a:pt x="398043" y="28968"/>
                </a:lnTo>
                <a:lnTo>
                  <a:pt x="401091" y="32016"/>
                </a:lnTo>
                <a:lnTo>
                  <a:pt x="379755" y="32016"/>
                </a:lnTo>
                <a:lnTo>
                  <a:pt x="379755" y="38112"/>
                </a:lnTo>
                <a:lnTo>
                  <a:pt x="452907" y="38112"/>
                </a:lnTo>
                <a:lnTo>
                  <a:pt x="452907" y="32016"/>
                </a:lnTo>
                <a:close/>
              </a:path>
              <a:path w="456564" h="109854">
                <a:moveTo>
                  <a:pt x="455955" y="86880"/>
                </a:moveTo>
                <a:lnTo>
                  <a:pt x="452907" y="86880"/>
                </a:lnTo>
                <a:lnTo>
                  <a:pt x="446811" y="83832"/>
                </a:lnTo>
                <a:lnTo>
                  <a:pt x="446811" y="94589"/>
                </a:lnTo>
                <a:lnTo>
                  <a:pt x="443763" y="100685"/>
                </a:lnTo>
                <a:lnTo>
                  <a:pt x="428523" y="100685"/>
                </a:lnTo>
                <a:lnTo>
                  <a:pt x="426999" y="97637"/>
                </a:lnTo>
                <a:lnTo>
                  <a:pt x="426999" y="82308"/>
                </a:lnTo>
                <a:lnTo>
                  <a:pt x="437667" y="82308"/>
                </a:lnTo>
                <a:lnTo>
                  <a:pt x="437667" y="83832"/>
                </a:lnTo>
                <a:lnTo>
                  <a:pt x="445287" y="83832"/>
                </a:lnTo>
                <a:lnTo>
                  <a:pt x="445287" y="45732"/>
                </a:lnTo>
                <a:lnTo>
                  <a:pt x="437667" y="45732"/>
                </a:lnTo>
                <a:lnTo>
                  <a:pt x="437667" y="53352"/>
                </a:lnTo>
                <a:lnTo>
                  <a:pt x="437667" y="60972"/>
                </a:lnTo>
                <a:lnTo>
                  <a:pt x="437667" y="67068"/>
                </a:lnTo>
                <a:lnTo>
                  <a:pt x="437667" y="74688"/>
                </a:lnTo>
                <a:lnTo>
                  <a:pt x="391947" y="74688"/>
                </a:lnTo>
                <a:lnTo>
                  <a:pt x="391947" y="67068"/>
                </a:lnTo>
                <a:lnTo>
                  <a:pt x="437667" y="67068"/>
                </a:lnTo>
                <a:lnTo>
                  <a:pt x="437667" y="60972"/>
                </a:lnTo>
                <a:lnTo>
                  <a:pt x="391947" y="60972"/>
                </a:lnTo>
                <a:lnTo>
                  <a:pt x="391947" y="53352"/>
                </a:lnTo>
                <a:lnTo>
                  <a:pt x="437667" y="53352"/>
                </a:lnTo>
                <a:lnTo>
                  <a:pt x="437667" y="45732"/>
                </a:lnTo>
                <a:lnTo>
                  <a:pt x="384327" y="45732"/>
                </a:lnTo>
                <a:lnTo>
                  <a:pt x="384327" y="83832"/>
                </a:lnTo>
                <a:lnTo>
                  <a:pt x="391947" y="83832"/>
                </a:lnTo>
                <a:lnTo>
                  <a:pt x="391947" y="82308"/>
                </a:lnTo>
                <a:lnTo>
                  <a:pt x="401091" y="82308"/>
                </a:lnTo>
                <a:lnTo>
                  <a:pt x="398043" y="91452"/>
                </a:lnTo>
                <a:lnTo>
                  <a:pt x="393471" y="92976"/>
                </a:lnTo>
                <a:lnTo>
                  <a:pt x="390423" y="97637"/>
                </a:lnTo>
                <a:lnTo>
                  <a:pt x="381279" y="100685"/>
                </a:lnTo>
                <a:lnTo>
                  <a:pt x="370611" y="102209"/>
                </a:lnTo>
                <a:lnTo>
                  <a:pt x="373659" y="108305"/>
                </a:lnTo>
                <a:lnTo>
                  <a:pt x="407187" y="89928"/>
                </a:lnTo>
                <a:lnTo>
                  <a:pt x="408711" y="82308"/>
                </a:lnTo>
                <a:lnTo>
                  <a:pt x="419379" y="82308"/>
                </a:lnTo>
                <a:lnTo>
                  <a:pt x="419379" y="103733"/>
                </a:lnTo>
                <a:lnTo>
                  <a:pt x="423951" y="106781"/>
                </a:lnTo>
                <a:lnTo>
                  <a:pt x="448335" y="106781"/>
                </a:lnTo>
                <a:lnTo>
                  <a:pt x="452907" y="103733"/>
                </a:lnTo>
                <a:lnTo>
                  <a:pt x="453669" y="100685"/>
                </a:lnTo>
                <a:lnTo>
                  <a:pt x="454431" y="97637"/>
                </a:lnTo>
                <a:lnTo>
                  <a:pt x="454431" y="91452"/>
                </a:lnTo>
                <a:lnTo>
                  <a:pt x="455955" y="86880"/>
                </a:lnTo>
                <a:close/>
              </a:path>
            </a:pathLst>
          </a:custGeom>
          <a:solidFill>
            <a:srgbClr val="23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16987" y="3940314"/>
            <a:ext cx="337185" cy="109855"/>
          </a:xfrm>
          <a:custGeom>
            <a:avLst/>
            <a:gdLst/>
            <a:ahLst/>
            <a:cxnLst/>
            <a:rect l="l" t="t" r="r" b="b"/>
            <a:pathLst>
              <a:path w="337185" h="109854">
                <a:moveTo>
                  <a:pt x="108305" y="94576"/>
                </a:moveTo>
                <a:lnTo>
                  <a:pt x="53441" y="94576"/>
                </a:lnTo>
                <a:lnTo>
                  <a:pt x="53441" y="43776"/>
                </a:lnTo>
                <a:lnTo>
                  <a:pt x="99161" y="43776"/>
                </a:lnTo>
                <a:lnTo>
                  <a:pt x="99161" y="34886"/>
                </a:lnTo>
                <a:lnTo>
                  <a:pt x="53441" y="34886"/>
                </a:lnTo>
                <a:lnTo>
                  <a:pt x="53441" y="1866"/>
                </a:lnTo>
                <a:lnTo>
                  <a:pt x="42672" y="1866"/>
                </a:lnTo>
                <a:lnTo>
                  <a:pt x="42672" y="34886"/>
                </a:lnTo>
                <a:lnTo>
                  <a:pt x="42672" y="43776"/>
                </a:lnTo>
                <a:lnTo>
                  <a:pt x="42672" y="94576"/>
                </a:lnTo>
                <a:lnTo>
                  <a:pt x="0" y="94576"/>
                </a:lnTo>
                <a:lnTo>
                  <a:pt x="0" y="103466"/>
                </a:lnTo>
                <a:lnTo>
                  <a:pt x="108305" y="103466"/>
                </a:lnTo>
                <a:lnTo>
                  <a:pt x="108305" y="94576"/>
                </a:lnTo>
                <a:close/>
              </a:path>
              <a:path w="337185" h="109854">
                <a:moveTo>
                  <a:pt x="222694" y="9144"/>
                </a:moveTo>
                <a:lnTo>
                  <a:pt x="114401" y="9144"/>
                </a:lnTo>
                <a:lnTo>
                  <a:pt x="114401" y="18288"/>
                </a:lnTo>
                <a:lnTo>
                  <a:pt x="157073" y="18288"/>
                </a:lnTo>
                <a:lnTo>
                  <a:pt x="157073" y="109816"/>
                </a:lnTo>
                <a:lnTo>
                  <a:pt x="167741" y="109816"/>
                </a:lnTo>
                <a:lnTo>
                  <a:pt x="167741" y="44196"/>
                </a:lnTo>
                <a:lnTo>
                  <a:pt x="179755" y="51054"/>
                </a:lnTo>
                <a:lnTo>
                  <a:pt x="190639" y="57912"/>
                </a:lnTo>
                <a:lnTo>
                  <a:pt x="200393" y="64770"/>
                </a:lnTo>
                <a:lnTo>
                  <a:pt x="208978" y="71628"/>
                </a:lnTo>
                <a:lnTo>
                  <a:pt x="216598" y="62484"/>
                </a:lnTo>
                <a:lnTo>
                  <a:pt x="173837" y="35052"/>
                </a:lnTo>
                <a:lnTo>
                  <a:pt x="167741" y="42672"/>
                </a:lnTo>
                <a:lnTo>
                  <a:pt x="167741" y="18288"/>
                </a:lnTo>
                <a:lnTo>
                  <a:pt x="222694" y="18288"/>
                </a:lnTo>
                <a:lnTo>
                  <a:pt x="222694" y="9144"/>
                </a:lnTo>
                <a:close/>
              </a:path>
              <a:path w="337185" h="109854">
                <a:moveTo>
                  <a:pt x="337083" y="97624"/>
                </a:moveTo>
                <a:lnTo>
                  <a:pt x="300863" y="85344"/>
                </a:lnTo>
                <a:lnTo>
                  <a:pt x="289750" y="79248"/>
                </a:lnTo>
                <a:lnTo>
                  <a:pt x="294538" y="73152"/>
                </a:lnTo>
                <a:lnTo>
                  <a:pt x="298297" y="68364"/>
                </a:lnTo>
                <a:lnTo>
                  <a:pt x="305562" y="56197"/>
                </a:lnTo>
                <a:lnTo>
                  <a:pt x="311391" y="42595"/>
                </a:lnTo>
                <a:lnTo>
                  <a:pt x="315658" y="27432"/>
                </a:lnTo>
                <a:lnTo>
                  <a:pt x="335470" y="27432"/>
                </a:lnTo>
                <a:lnTo>
                  <a:pt x="335470" y="19812"/>
                </a:lnTo>
                <a:lnTo>
                  <a:pt x="304990" y="19812"/>
                </a:lnTo>
                <a:lnTo>
                  <a:pt x="304990" y="27432"/>
                </a:lnTo>
                <a:lnTo>
                  <a:pt x="301840" y="40576"/>
                </a:lnTo>
                <a:lnTo>
                  <a:pt x="296989" y="52578"/>
                </a:lnTo>
                <a:lnTo>
                  <a:pt x="290410" y="63436"/>
                </a:lnTo>
                <a:lnTo>
                  <a:pt x="282130" y="73152"/>
                </a:lnTo>
                <a:lnTo>
                  <a:pt x="273837" y="63436"/>
                </a:lnTo>
                <a:lnTo>
                  <a:pt x="267271" y="52578"/>
                </a:lnTo>
                <a:lnTo>
                  <a:pt x="262407" y="40576"/>
                </a:lnTo>
                <a:lnTo>
                  <a:pt x="259270" y="27432"/>
                </a:lnTo>
                <a:lnTo>
                  <a:pt x="304990" y="27432"/>
                </a:lnTo>
                <a:lnTo>
                  <a:pt x="304990" y="19812"/>
                </a:lnTo>
                <a:lnTo>
                  <a:pt x="283654" y="19812"/>
                </a:lnTo>
                <a:lnTo>
                  <a:pt x="291274" y="15240"/>
                </a:lnTo>
                <a:lnTo>
                  <a:pt x="286702" y="7620"/>
                </a:lnTo>
                <a:lnTo>
                  <a:pt x="283654" y="3048"/>
                </a:lnTo>
                <a:lnTo>
                  <a:pt x="282130" y="0"/>
                </a:lnTo>
                <a:lnTo>
                  <a:pt x="272986" y="3048"/>
                </a:lnTo>
                <a:lnTo>
                  <a:pt x="276034" y="6096"/>
                </a:lnTo>
                <a:lnTo>
                  <a:pt x="279082" y="12192"/>
                </a:lnTo>
                <a:lnTo>
                  <a:pt x="282130" y="19812"/>
                </a:lnTo>
                <a:lnTo>
                  <a:pt x="228790" y="19812"/>
                </a:lnTo>
                <a:lnTo>
                  <a:pt x="228790" y="27432"/>
                </a:lnTo>
                <a:lnTo>
                  <a:pt x="250126" y="27432"/>
                </a:lnTo>
                <a:lnTo>
                  <a:pt x="253530" y="41732"/>
                </a:lnTo>
                <a:lnTo>
                  <a:pt x="259080" y="55054"/>
                </a:lnTo>
                <a:lnTo>
                  <a:pt x="266623" y="67500"/>
                </a:lnTo>
                <a:lnTo>
                  <a:pt x="276034" y="79248"/>
                </a:lnTo>
                <a:lnTo>
                  <a:pt x="266915" y="84721"/>
                </a:lnTo>
                <a:lnTo>
                  <a:pt x="255651" y="89916"/>
                </a:lnTo>
                <a:lnTo>
                  <a:pt x="242392" y="95135"/>
                </a:lnTo>
                <a:lnTo>
                  <a:pt x="227266" y="100672"/>
                </a:lnTo>
                <a:lnTo>
                  <a:pt x="230314" y="103720"/>
                </a:lnTo>
                <a:lnTo>
                  <a:pt x="231838" y="106768"/>
                </a:lnTo>
                <a:lnTo>
                  <a:pt x="234886" y="108292"/>
                </a:lnTo>
                <a:lnTo>
                  <a:pt x="249986" y="102565"/>
                </a:lnTo>
                <a:lnTo>
                  <a:pt x="263080" y="96812"/>
                </a:lnTo>
                <a:lnTo>
                  <a:pt x="273888" y="91071"/>
                </a:lnTo>
                <a:lnTo>
                  <a:pt x="282130" y="85344"/>
                </a:lnTo>
                <a:lnTo>
                  <a:pt x="291007" y="91071"/>
                </a:lnTo>
                <a:lnTo>
                  <a:pt x="301752" y="96812"/>
                </a:lnTo>
                <a:lnTo>
                  <a:pt x="314490" y="102565"/>
                </a:lnTo>
                <a:lnTo>
                  <a:pt x="329374" y="108292"/>
                </a:lnTo>
                <a:lnTo>
                  <a:pt x="330898" y="105244"/>
                </a:lnTo>
                <a:lnTo>
                  <a:pt x="333946" y="102196"/>
                </a:lnTo>
                <a:lnTo>
                  <a:pt x="337083" y="97624"/>
                </a:lnTo>
                <a:close/>
              </a:path>
            </a:pathLst>
          </a:custGeom>
          <a:solidFill>
            <a:srgbClr val="23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63163" y="4626002"/>
            <a:ext cx="190604" cy="190604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288732" y="4536757"/>
            <a:ext cx="607060" cy="149860"/>
          </a:xfrm>
          <a:custGeom>
            <a:avLst/>
            <a:gdLst/>
            <a:ahLst/>
            <a:cxnLst/>
            <a:rect l="l" t="t" r="r" b="b"/>
            <a:pathLst>
              <a:path w="607060" h="149860">
                <a:moveTo>
                  <a:pt x="147916" y="96113"/>
                </a:moveTo>
                <a:lnTo>
                  <a:pt x="135724" y="93065"/>
                </a:lnTo>
                <a:lnTo>
                  <a:pt x="128104" y="90017"/>
                </a:lnTo>
                <a:lnTo>
                  <a:pt x="127863" y="100304"/>
                </a:lnTo>
                <a:lnTo>
                  <a:pt x="126580" y="117449"/>
                </a:lnTo>
                <a:lnTo>
                  <a:pt x="125056" y="120497"/>
                </a:lnTo>
                <a:lnTo>
                  <a:pt x="123532" y="122021"/>
                </a:lnTo>
                <a:lnTo>
                  <a:pt x="112864" y="122021"/>
                </a:lnTo>
                <a:lnTo>
                  <a:pt x="111340" y="118973"/>
                </a:lnTo>
                <a:lnTo>
                  <a:pt x="111340" y="9144"/>
                </a:lnTo>
                <a:lnTo>
                  <a:pt x="27432" y="9144"/>
                </a:lnTo>
                <a:lnTo>
                  <a:pt x="27432" y="70104"/>
                </a:lnTo>
                <a:lnTo>
                  <a:pt x="25717" y="89306"/>
                </a:lnTo>
                <a:lnTo>
                  <a:pt x="20574" y="105625"/>
                </a:lnTo>
                <a:lnTo>
                  <a:pt x="12001" y="119062"/>
                </a:lnTo>
                <a:lnTo>
                  <a:pt x="0" y="129641"/>
                </a:lnTo>
                <a:lnTo>
                  <a:pt x="6096" y="135737"/>
                </a:lnTo>
                <a:lnTo>
                  <a:pt x="12192" y="140309"/>
                </a:lnTo>
                <a:lnTo>
                  <a:pt x="16764" y="146405"/>
                </a:lnTo>
                <a:lnTo>
                  <a:pt x="31000" y="133540"/>
                </a:lnTo>
                <a:lnTo>
                  <a:pt x="41529" y="117817"/>
                </a:lnTo>
                <a:lnTo>
                  <a:pt x="48044" y="99212"/>
                </a:lnTo>
                <a:lnTo>
                  <a:pt x="50292" y="77724"/>
                </a:lnTo>
                <a:lnTo>
                  <a:pt x="50292" y="28956"/>
                </a:lnTo>
                <a:lnTo>
                  <a:pt x="88480" y="28956"/>
                </a:lnTo>
                <a:lnTo>
                  <a:pt x="88480" y="118973"/>
                </a:lnTo>
                <a:lnTo>
                  <a:pt x="89890" y="129857"/>
                </a:lnTo>
                <a:lnTo>
                  <a:pt x="94005" y="137452"/>
                </a:lnTo>
                <a:lnTo>
                  <a:pt x="100698" y="141909"/>
                </a:lnTo>
                <a:lnTo>
                  <a:pt x="109816" y="143357"/>
                </a:lnTo>
                <a:lnTo>
                  <a:pt x="131152" y="143357"/>
                </a:lnTo>
                <a:lnTo>
                  <a:pt x="135724" y="141833"/>
                </a:lnTo>
                <a:lnTo>
                  <a:pt x="138772" y="138785"/>
                </a:lnTo>
                <a:lnTo>
                  <a:pt x="141820" y="137261"/>
                </a:lnTo>
                <a:lnTo>
                  <a:pt x="143344" y="132689"/>
                </a:lnTo>
                <a:lnTo>
                  <a:pt x="144487" y="128689"/>
                </a:lnTo>
                <a:lnTo>
                  <a:pt x="145630" y="121259"/>
                </a:lnTo>
                <a:lnTo>
                  <a:pt x="146773" y="110401"/>
                </a:lnTo>
                <a:lnTo>
                  <a:pt x="147916" y="96113"/>
                </a:lnTo>
                <a:close/>
              </a:path>
              <a:path w="607060" h="149860">
                <a:moveTo>
                  <a:pt x="201256" y="6096"/>
                </a:moveTo>
                <a:lnTo>
                  <a:pt x="181444" y="1524"/>
                </a:lnTo>
                <a:lnTo>
                  <a:pt x="175425" y="19507"/>
                </a:lnTo>
                <a:lnTo>
                  <a:pt x="168681" y="36766"/>
                </a:lnTo>
                <a:lnTo>
                  <a:pt x="161086" y="53174"/>
                </a:lnTo>
                <a:lnTo>
                  <a:pt x="152488" y="68580"/>
                </a:lnTo>
                <a:lnTo>
                  <a:pt x="154508" y="76314"/>
                </a:lnTo>
                <a:lnTo>
                  <a:pt x="156108" y="83489"/>
                </a:lnTo>
                <a:lnTo>
                  <a:pt x="157403" y="90017"/>
                </a:lnTo>
                <a:lnTo>
                  <a:pt x="158584" y="96113"/>
                </a:lnTo>
                <a:lnTo>
                  <a:pt x="161632" y="90017"/>
                </a:lnTo>
                <a:lnTo>
                  <a:pt x="166204" y="85445"/>
                </a:lnTo>
                <a:lnTo>
                  <a:pt x="169252" y="79248"/>
                </a:lnTo>
                <a:lnTo>
                  <a:pt x="169252" y="146405"/>
                </a:lnTo>
                <a:lnTo>
                  <a:pt x="189064" y="146405"/>
                </a:lnTo>
                <a:lnTo>
                  <a:pt x="189064" y="79248"/>
                </a:lnTo>
                <a:lnTo>
                  <a:pt x="189064" y="41148"/>
                </a:lnTo>
                <a:lnTo>
                  <a:pt x="192468" y="32245"/>
                </a:lnTo>
                <a:lnTo>
                  <a:pt x="195732" y="23622"/>
                </a:lnTo>
                <a:lnTo>
                  <a:pt x="198704" y="15011"/>
                </a:lnTo>
                <a:lnTo>
                  <a:pt x="201256" y="6096"/>
                </a:lnTo>
                <a:close/>
              </a:path>
              <a:path w="607060" h="149860">
                <a:moveTo>
                  <a:pt x="256222" y="44196"/>
                </a:moveTo>
                <a:lnTo>
                  <a:pt x="237934" y="44196"/>
                </a:lnTo>
                <a:lnTo>
                  <a:pt x="237934" y="60960"/>
                </a:lnTo>
                <a:lnTo>
                  <a:pt x="237934" y="91541"/>
                </a:lnTo>
                <a:lnTo>
                  <a:pt x="222592" y="91541"/>
                </a:lnTo>
                <a:lnTo>
                  <a:pt x="222592" y="60960"/>
                </a:lnTo>
                <a:lnTo>
                  <a:pt x="237934" y="60960"/>
                </a:lnTo>
                <a:lnTo>
                  <a:pt x="237934" y="44196"/>
                </a:lnTo>
                <a:lnTo>
                  <a:pt x="202780" y="44196"/>
                </a:lnTo>
                <a:lnTo>
                  <a:pt x="202780" y="118973"/>
                </a:lnTo>
                <a:lnTo>
                  <a:pt x="222592" y="118973"/>
                </a:lnTo>
                <a:lnTo>
                  <a:pt x="222592" y="108305"/>
                </a:lnTo>
                <a:lnTo>
                  <a:pt x="256222" y="108305"/>
                </a:lnTo>
                <a:lnTo>
                  <a:pt x="256222" y="91541"/>
                </a:lnTo>
                <a:lnTo>
                  <a:pt x="256222" y="60960"/>
                </a:lnTo>
                <a:lnTo>
                  <a:pt x="256222" y="44196"/>
                </a:lnTo>
                <a:close/>
              </a:path>
              <a:path w="607060" h="149860">
                <a:moveTo>
                  <a:pt x="300418" y="9144"/>
                </a:moveTo>
                <a:lnTo>
                  <a:pt x="201256" y="9144"/>
                </a:lnTo>
                <a:lnTo>
                  <a:pt x="201256" y="28956"/>
                </a:lnTo>
                <a:lnTo>
                  <a:pt x="269938" y="28956"/>
                </a:lnTo>
                <a:lnTo>
                  <a:pt x="269938" y="115925"/>
                </a:lnTo>
                <a:lnTo>
                  <a:pt x="268414" y="118973"/>
                </a:lnTo>
                <a:lnTo>
                  <a:pt x="266890" y="120497"/>
                </a:lnTo>
                <a:lnTo>
                  <a:pt x="265366" y="123545"/>
                </a:lnTo>
                <a:lnTo>
                  <a:pt x="263842" y="125069"/>
                </a:lnTo>
                <a:lnTo>
                  <a:pt x="259270" y="125069"/>
                </a:lnTo>
                <a:lnTo>
                  <a:pt x="256222" y="126593"/>
                </a:lnTo>
                <a:lnTo>
                  <a:pt x="239458" y="126593"/>
                </a:lnTo>
                <a:lnTo>
                  <a:pt x="233362" y="125069"/>
                </a:lnTo>
                <a:lnTo>
                  <a:pt x="236410" y="140309"/>
                </a:lnTo>
                <a:lnTo>
                  <a:pt x="237934" y="146405"/>
                </a:lnTo>
                <a:lnTo>
                  <a:pt x="268414" y="146405"/>
                </a:lnTo>
                <a:lnTo>
                  <a:pt x="289750" y="126593"/>
                </a:lnTo>
                <a:lnTo>
                  <a:pt x="289750" y="28956"/>
                </a:lnTo>
                <a:lnTo>
                  <a:pt x="300418" y="28956"/>
                </a:lnTo>
                <a:lnTo>
                  <a:pt x="300418" y="9144"/>
                </a:lnTo>
                <a:close/>
              </a:path>
              <a:path w="607060" h="149860">
                <a:moveTo>
                  <a:pt x="452907" y="12192"/>
                </a:moveTo>
                <a:lnTo>
                  <a:pt x="431571" y="12192"/>
                </a:lnTo>
                <a:lnTo>
                  <a:pt x="431571" y="1524"/>
                </a:lnTo>
                <a:lnTo>
                  <a:pt x="414807" y="1524"/>
                </a:lnTo>
                <a:lnTo>
                  <a:pt x="414807" y="12192"/>
                </a:lnTo>
                <a:lnTo>
                  <a:pt x="391947" y="12192"/>
                </a:lnTo>
                <a:lnTo>
                  <a:pt x="391947" y="1524"/>
                </a:lnTo>
                <a:lnTo>
                  <a:pt x="373659" y="1524"/>
                </a:lnTo>
                <a:lnTo>
                  <a:pt x="373659" y="12192"/>
                </a:lnTo>
                <a:lnTo>
                  <a:pt x="355282" y="12192"/>
                </a:lnTo>
                <a:lnTo>
                  <a:pt x="355282" y="27432"/>
                </a:lnTo>
                <a:lnTo>
                  <a:pt x="373659" y="27432"/>
                </a:lnTo>
                <a:lnTo>
                  <a:pt x="373659" y="35052"/>
                </a:lnTo>
                <a:lnTo>
                  <a:pt x="391947" y="35052"/>
                </a:lnTo>
                <a:lnTo>
                  <a:pt x="391947" y="27432"/>
                </a:lnTo>
                <a:lnTo>
                  <a:pt x="414807" y="27432"/>
                </a:lnTo>
                <a:lnTo>
                  <a:pt x="414807" y="35052"/>
                </a:lnTo>
                <a:lnTo>
                  <a:pt x="431571" y="35052"/>
                </a:lnTo>
                <a:lnTo>
                  <a:pt x="431571" y="27432"/>
                </a:lnTo>
                <a:lnTo>
                  <a:pt x="452907" y="27432"/>
                </a:lnTo>
                <a:lnTo>
                  <a:pt x="452907" y="12192"/>
                </a:lnTo>
                <a:close/>
              </a:path>
              <a:path w="607060" h="149860">
                <a:moveTo>
                  <a:pt x="454431" y="128117"/>
                </a:moveTo>
                <a:lnTo>
                  <a:pt x="443572" y="126403"/>
                </a:lnTo>
                <a:lnTo>
                  <a:pt x="433857" y="123545"/>
                </a:lnTo>
                <a:lnTo>
                  <a:pt x="425284" y="119545"/>
                </a:lnTo>
                <a:lnTo>
                  <a:pt x="424459" y="118973"/>
                </a:lnTo>
                <a:lnTo>
                  <a:pt x="417855" y="114401"/>
                </a:lnTo>
                <a:lnTo>
                  <a:pt x="451383" y="114401"/>
                </a:lnTo>
                <a:lnTo>
                  <a:pt x="451383" y="100685"/>
                </a:lnTo>
                <a:lnTo>
                  <a:pt x="410235" y="100685"/>
                </a:lnTo>
                <a:lnTo>
                  <a:pt x="411759" y="97637"/>
                </a:lnTo>
                <a:lnTo>
                  <a:pt x="411759" y="93065"/>
                </a:lnTo>
                <a:lnTo>
                  <a:pt x="446811" y="93065"/>
                </a:lnTo>
                <a:lnTo>
                  <a:pt x="446811" y="79248"/>
                </a:lnTo>
                <a:lnTo>
                  <a:pt x="446811" y="71628"/>
                </a:lnTo>
                <a:lnTo>
                  <a:pt x="446811" y="60960"/>
                </a:lnTo>
                <a:lnTo>
                  <a:pt x="446811" y="51816"/>
                </a:lnTo>
                <a:lnTo>
                  <a:pt x="446811" y="39624"/>
                </a:lnTo>
                <a:lnTo>
                  <a:pt x="428523" y="39624"/>
                </a:lnTo>
                <a:lnTo>
                  <a:pt x="428523" y="51816"/>
                </a:lnTo>
                <a:lnTo>
                  <a:pt x="428523" y="60960"/>
                </a:lnTo>
                <a:lnTo>
                  <a:pt x="428523" y="71628"/>
                </a:lnTo>
                <a:lnTo>
                  <a:pt x="428523" y="79248"/>
                </a:lnTo>
                <a:lnTo>
                  <a:pt x="379755" y="79248"/>
                </a:lnTo>
                <a:lnTo>
                  <a:pt x="379755" y="76200"/>
                </a:lnTo>
                <a:lnTo>
                  <a:pt x="379755" y="74676"/>
                </a:lnTo>
                <a:lnTo>
                  <a:pt x="379755" y="71628"/>
                </a:lnTo>
                <a:lnTo>
                  <a:pt x="428523" y="71628"/>
                </a:lnTo>
                <a:lnTo>
                  <a:pt x="428523" y="60960"/>
                </a:lnTo>
                <a:lnTo>
                  <a:pt x="379755" y="60960"/>
                </a:lnTo>
                <a:lnTo>
                  <a:pt x="379755" y="51816"/>
                </a:lnTo>
                <a:lnTo>
                  <a:pt x="428523" y="51816"/>
                </a:lnTo>
                <a:lnTo>
                  <a:pt x="428523" y="39624"/>
                </a:lnTo>
                <a:lnTo>
                  <a:pt x="361378" y="39624"/>
                </a:lnTo>
                <a:lnTo>
                  <a:pt x="361378" y="74676"/>
                </a:lnTo>
                <a:lnTo>
                  <a:pt x="356781" y="70319"/>
                </a:lnTo>
                <a:lnTo>
                  <a:pt x="347014" y="61607"/>
                </a:lnTo>
                <a:lnTo>
                  <a:pt x="341566" y="56388"/>
                </a:lnTo>
                <a:lnTo>
                  <a:pt x="341566" y="48768"/>
                </a:lnTo>
                <a:lnTo>
                  <a:pt x="355282" y="48768"/>
                </a:lnTo>
                <a:lnTo>
                  <a:pt x="355282" y="30480"/>
                </a:lnTo>
                <a:lnTo>
                  <a:pt x="341566" y="30480"/>
                </a:lnTo>
                <a:lnTo>
                  <a:pt x="341566" y="1524"/>
                </a:lnTo>
                <a:lnTo>
                  <a:pt x="323278" y="1524"/>
                </a:lnTo>
                <a:lnTo>
                  <a:pt x="323278" y="30480"/>
                </a:lnTo>
                <a:lnTo>
                  <a:pt x="306514" y="30480"/>
                </a:lnTo>
                <a:lnTo>
                  <a:pt x="306514" y="48768"/>
                </a:lnTo>
                <a:lnTo>
                  <a:pt x="321754" y="48768"/>
                </a:lnTo>
                <a:lnTo>
                  <a:pt x="318274" y="58801"/>
                </a:lnTo>
                <a:lnTo>
                  <a:pt x="314515" y="68402"/>
                </a:lnTo>
                <a:lnTo>
                  <a:pt x="310184" y="77724"/>
                </a:lnTo>
                <a:lnTo>
                  <a:pt x="304990" y="86969"/>
                </a:lnTo>
                <a:lnTo>
                  <a:pt x="306209" y="96113"/>
                </a:lnTo>
                <a:lnTo>
                  <a:pt x="307276" y="102971"/>
                </a:lnTo>
                <a:lnTo>
                  <a:pt x="308419" y="109258"/>
                </a:lnTo>
                <a:lnTo>
                  <a:pt x="309562" y="114401"/>
                </a:lnTo>
                <a:lnTo>
                  <a:pt x="313842" y="107276"/>
                </a:lnTo>
                <a:lnTo>
                  <a:pt x="317563" y="99733"/>
                </a:lnTo>
                <a:lnTo>
                  <a:pt x="320700" y="91897"/>
                </a:lnTo>
                <a:lnTo>
                  <a:pt x="323278" y="83921"/>
                </a:lnTo>
                <a:lnTo>
                  <a:pt x="323278" y="147929"/>
                </a:lnTo>
                <a:lnTo>
                  <a:pt x="341566" y="147929"/>
                </a:lnTo>
                <a:lnTo>
                  <a:pt x="341566" y="83921"/>
                </a:lnTo>
                <a:lnTo>
                  <a:pt x="341566" y="77724"/>
                </a:lnTo>
                <a:lnTo>
                  <a:pt x="344614" y="80873"/>
                </a:lnTo>
                <a:lnTo>
                  <a:pt x="347662" y="83921"/>
                </a:lnTo>
                <a:lnTo>
                  <a:pt x="349186" y="88493"/>
                </a:lnTo>
                <a:lnTo>
                  <a:pt x="359854" y="77724"/>
                </a:lnTo>
                <a:lnTo>
                  <a:pt x="361378" y="76200"/>
                </a:lnTo>
                <a:lnTo>
                  <a:pt x="361378" y="93065"/>
                </a:lnTo>
                <a:lnTo>
                  <a:pt x="393471" y="93065"/>
                </a:lnTo>
                <a:lnTo>
                  <a:pt x="391947" y="96113"/>
                </a:lnTo>
                <a:lnTo>
                  <a:pt x="391947" y="100685"/>
                </a:lnTo>
                <a:lnTo>
                  <a:pt x="352234" y="100685"/>
                </a:lnTo>
                <a:lnTo>
                  <a:pt x="352234" y="114401"/>
                </a:lnTo>
                <a:lnTo>
                  <a:pt x="384327" y="114401"/>
                </a:lnTo>
                <a:lnTo>
                  <a:pt x="378625" y="119811"/>
                </a:lnTo>
                <a:lnTo>
                  <a:pt x="370751" y="124498"/>
                </a:lnTo>
                <a:lnTo>
                  <a:pt x="360883" y="128333"/>
                </a:lnTo>
                <a:lnTo>
                  <a:pt x="349186" y="131165"/>
                </a:lnTo>
                <a:lnTo>
                  <a:pt x="353758" y="137261"/>
                </a:lnTo>
                <a:lnTo>
                  <a:pt x="359854" y="149453"/>
                </a:lnTo>
                <a:lnTo>
                  <a:pt x="374497" y="144043"/>
                </a:lnTo>
                <a:lnTo>
                  <a:pt x="386410" y="137071"/>
                </a:lnTo>
                <a:lnTo>
                  <a:pt x="395744" y="128638"/>
                </a:lnTo>
                <a:lnTo>
                  <a:pt x="402615" y="118973"/>
                </a:lnTo>
                <a:lnTo>
                  <a:pt x="410337" y="128638"/>
                </a:lnTo>
                <a:lnTo>
                  <a:pt x="419760" y="136880"/>
                </a:lnTo>
                <a:lnTo>
                  <a:pt x="430911" y="143408"/>
                </a:lnTo>
                <a:lnTo>
                  <a:pt x="443763" y="147929"/>
                </a:lnTo>
                <a:lnTo>
                  <a:pt x="446811" y="140309"/>
                </a:lnTo>
                <a:lnTo>
                  <a:pt x="451383" y="134213"/>
                </a:lnTo>
                <a:lnTo>
                  <a:pt x="454431" y="128117"/>
                </a:lnTo>
                <a:close/>
              </a:path>
              <a:path w="607060" h="149860">
                <a:moveTo>
                  <a:pt x="489483" y="99161"/>
                </a:moveTo>
                <a:lnTo>
                  <a:pt x="471195" y="93065"/>
                </a:lnTo>
                <a:lnTo>
                  <a:pt x="467766" y="102184"/>
                </a:lnTo>
                <a:lnTo>
                  <a:pt x="464769" y="110020"/>
                </a:lnTo>
                <a:lnTo>
                  <a:pt x="460959" y="119735"/>
                </a:lnTo>
                <a:lnTo>
                  <a:pt x="457479" y="128117"/>
                </a:lnTo>
                <a:lnTo>
                  <a:pt x="475767" y="135737"/>
                </a:lnTo>
                <a:lnTo>
                  <a:pt x="479272" y="128117"/>
                </a:lnTo>
                <a:lnTo>
                  <a:pt x="482625" y="119735"/>
                </a:lnTo>
                <a:lnTo>
                  <a:pt x="486117" y="109829"/>
                </a:lnTo>
                <a:lnTo>
                  <a:pt x="489483" y="99161"/>
                </a:lnTo>
                <a:close/>
              </a:path>
              <a:path w="607060" h="149860">
                <a:moveTo>
                  <a:pt x="549008" y="71628"/>
                </a:moveTo>
                <a:lnTo>
                  <a:pt x="542378" y="67056"/>
                </a:lnTo>
                <a:lnTo>
                  <a:pt x="536244" y="62674"/>
                </a:lnTo>
                <a:lnTo>
                  <a:pt x="530364" y="58559"/>
                </a:lnTo>
                <a:lnTo>
                  <a:pt x="524624" y="54864"/>
                </a:lnTo>
                <a:lnTo>
                  <a:pt x="512432" y="67056"/>
                </a:lnTo>
                <a:lnTo>
                  <a:pt x="518172" y="70777"/>
                </a:lnTo>
                <a:lnTo>
                  <a:pt x="524052" y="75069"/>
                </a:lnTo>
                <a:lnTo>
                  <a:pt x="530225" y="79959"/>
                </a:lnTo>
                <a:lnTo>
                  <a:pt x="536816" y="85445"/>
                </a:lnTo>
                <a:lnTo>
                  <a:pt x="549008" y="71628"/>
                </a:lnTo>
                <a:close/>
              </a:path>
              <a:path w="607060" h="149860">
                <a:moveTo>
                  <a:pt x="555104" y="99161"/>
                </a:moveTo>
                <a:lnTo>
                  <a:pt x="548233" y="94589"/>
                </a:lnTo>
                <a:lnTo>
                  <a:pt x="541197" y="90017"/>
                </a:lnTo>
                <a:lnTo>
                  <a:pt x="533895" y="85445"/>
                </a:lnTo>
                <a:lnTo>
                  <a:pt x="526148" y="80873"/>
                </a:lnTo>
                <a:lnTo>
                  <a:pt x="515480" y="94589"/>
                </a:lnTo>
                <a:lnTo>
                  <a:pt x="522312" y="99161"/>
                </a:lnTo>
                <a:lnTo>
                  <a:pt x="529196" y="103924"/>
                </a:lnTo>
                <a:lnTo>
                  <a:pt x="536054" y="108953"/>
                </a:lnTo>
                <a:lnTo>
                  <a:pt x="542912" y="114401"/>
                </a:lnTo>
                <a:lnTo>
                  <a:pt x="555104" y="99161"/>
                </a:lnTo>
                <a:close/>
              </a:path>
              <a:path w="607060" h="149860">
                <a:moveTo>
                  <a:pt x="579488" y="115925"/>
                </a:moveTo>
                <a:lnTo>
                  <a:pt x="567296" y="109829"/>
                </a:lnTo>
                <a:lnTo>
                  <a:pt x="559676" y="106781"/>
                </a:lnTo>
                <a:lnTo>
                  <a:pt x="558152" y="115925"/>
                </a:lnTo>
                <a:lnTo>
                  <a:pt x="556628" y="122021"/>
                </a:lnTo>
                <a:lnTo>
                  <a:pt x="552056" y="126593"/>
                </a:lnTo>
                <a:lnTo>
                  <a:pt x="515480" y="126593"/>
                </a:lnTo>
                <a:lnTo>
                  <a:pt x="512432" y="123545"/>
                </a:lnTo>
                <a:lnTo>
                  <a:pt x="512432" y="91541"/>
                </a:lnTo>
                <a:lnTo>
                  <a:pt x="492531" y="91541"/>
                </a:lnTo>
                <a:lnTo>
                  <a:pt x="492645" y="124231"/>
                </a:lnTo>
                <a:lnTo>
                  <a:pt x="493966" y="132664"/>
                </a:lnTo>
                <a:lnTo>
                  <a:pt x="498259" y="139357"/>
                </a:lnTo>
                <a:lnTo>
                  <a:pt x="505218" y="143357"/>
                </a:lnTo>
                <a:lnTo>
                  <a:pt x="504583" y="143357"/>
                </a:lnTo>
                <a:lnTo>
                  <a:pt x="515480" y="144881"/>
                </a:lnTo>
                <a:lnTo>
                  <a:pt x="558152" y="144881"/>
                </a:lnTo>
                <a:lnTo>
                  <a:pt x="576326" y="126593"/>
                </a:lnTo>
                <a:lnTo>
                  <a:pt x="577189" y="124231"/>
                </a:lnTo>
                <a:lnTo>
                  <a:pt x="579488" y="115925"/>
                </a:lnTo>
                <a:close/>
              </a:path>
              <a:path w="607060" h="149860">
                <a:moveTo>
                  <a:pt x="605396" y="62484"/>
                </a:moveTo>
                <a:lnTo>
                  <a:pt x="588251" y="58204"/>
                </a:lnTo>
                <a:lnTo>
                  <a:pt x="573392" y="52197"/>
                </a:lnTo>
                <a:lnTo>
                  <a:pt x="560819" y="44488"/>
                </a:lnTo>
                <a:lnTo>
                  <a:pt x="555523" y="39624"/>
                </a:lnTo>
                <a:lnTo>
                  <a:pt x="550532" y="35052"/>
                </a:lnTo>
                <a:lnTo>
                  <a:pt x="600824" y="35052"/>
                </a:lnTo>
                <a:lnTo>
                  <a:pt x="600824" y="16764"/>
                </a:lnTo>
                <a:lnTo>
                  <a:pt x="541388" y="16764"/>
                </a:lnTo>
                <a:lnTo>
                  <a:pt x="541388" y="0"/>
                </a:lnTo>
                <a:lnTo>
                  <a:pt x="520052" y="0"/>
                </a:lnTo>
                <a:lnTo>
                  <a:pt x="520052" y="12192"/>
                </a:lnTo>
                <a:lnTo>
                  <a:pt x="518528" y="16764"/>
                </a:lnTo>
                <a:lnTo>
                  <a:pt x="462051" y="16764"/>
                </a:lnTo>
                <a:lnTo>
                  <a:pt x="462051" y="35052"/>
                </a:lnTo>
                <a:lnTo>
                  <a:pt x="512432" y="35052"/>
                </a:lnTo>
                <a:lnTo>
                  <a:pt x="504710" y="44488"/>
                </a:lnTo>
                <a:lnTo>
                  <a:pt x="492925" y="52578"/>
                </a:lnTo>
                <a:lnTo>
                  <a:pt x="477202" y="59486"/>
                </a:lnTo>
                <a:lnTo>
                  <a:pt x="457479" y="65532"/>
                </a:lnTo>
                <a:lnTo>
                  <a:pt x="462051" y="71628"/>
                </a:lnTo>
                <a:lnTo>
                  <a:pt x="466623" y="79248"/>
                </a:lnTo>
                <a:lnTo>
                  <a:pt x="469671" y="86969"/>
                </a:lnTo>
                <a:lnTo>
                  <a:pt x="490588" y="78028"/>
                </a:lnTo>
                <a:lnTo>
                  <a:pt x="507822" y="67259"/>
                </a:lnTo>
                <a:lnTo>
                  <a:pt x="521627" y="54495"/>
                </a:lnTo>
                <a:lnTo>
                  <a:pt x="532244" y="39624"/>
                </a:lnTo>
                <a:lnTo>
                  <a:pt x="544804" y="54495"/>
                </a:lnTo>
                <a:lnTo>
                  <a:pt x="559473" y="67056"/>
                </a:lnTo>
                <a:lnTo>
                  <a:pt x="576186" y="77393"/>
                </a:lnTo>
                <a:lnTo>
                  <a:pt x="594728" y="85445"/>
                </a:lnTo>
                <a:lnTo>
                  <a:pt x="597776" y="77724"/>
                </a:lnTo>
                <a:lnTo>
                  <a:pt x="602348" y="70104"/>
                </a:lnTo>
                <a:lnTo>
                  <a:pt x="605396" y="62484"/>
                </a:lnTo>
                <a:close/>
              </a:path>
              <a:path w="607060" h="149860">
                <a:moveTo>
                  <a:pt x="606920" y="120497"/>
                </a:moveTo>
                <a:lnTo>
                  <a:pt x="597585" y="103733"/>
                </a:lnTo>
                <a:lnTo>
                  <a:pt x="592569" y="95211"/>
                </a:lnTo>
                <a:lnTo>
                  <a:pt x="587108" y="86969"/>
                </a:lnTo>
                <a:lnTo>
                  <a:pt x="568820" y="94589"/>
                </a:lnTo>
                <a:lnTo>
                  <a:pt x="574382" y="103924"/>
                </a:lnTo>
                <a:lnTo>
                  <a:pt x="579297" y="112877"/>
                </a:lnTo>
                <a:lnTo>
                  <a:pt x="584047" y="122021"/>
                </a:lnTo>
                <a:lnTo>
                  <a:pt x="588632" y="131165"/>
                </a:lnTo>
                <a:lnTo>
                  <a:pt x="606920" y="120497"/>
                </a:lnTo>
                <a:close/>
              </a:path>
            </a:pathLst>
          </a:custGeom>
          <a:solidFill>
            <a:srgbClr val="1F2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87208" y="4797551"/>
            <a:ext cx="1605819" cy="11144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09160" y="3338412"/>
            <a:ext cx="4384462" cy="2041121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200893" y="7288720"/>
            <a:ext cx="175355" cy="747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626" y="858774"/>
            <a:ext cx="1695735" cy="279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751028" y="938117"/>
            <a:ext cx="137795" cy="105410"/>
            <a:chOff x="9751028" y="938117"/>
            <a:chExt cx="137795" cy="105410"/>
          </a:xfrm>
        </p:grpSpPr>
        <p:sp>
          <p:nvSpPr>
            <p:cNvPr id="7" name="object 7"/>
            <p:cNvSpPr/>
            <p:nvPr/>
          </p:nvSpPr>
          <p:spPr>
            <a:xfrm>
              <a:off x="9751028" y="938117"/>
              <a:ext cx="36830" cy="104139"/>
            </a:xfrm>
            <a:custGeom>
              <a:avLst/>
              <a:gdLst/>
              <a:ahLst/>
              <a:cxnLst/>
              <a:rect l="l" t="t" r="r" b="b"/>
              <a:pathLst>
                <a:path w="36829" h="104140">
                  <a:moveTo>
                    <a:pt x="36575" y="103727"/>
                  </a:moveTo>
                  <a:lnTo>
                    <a:pt x="22859" y="103727"/>
                  </a:lnTo>
                  <a:lnTo>
                    <a:pt x="22859" y="18288"/>
                  </a:lnTo>
                  <a:lnTo>
                    <a:pt x="21335" y="19812"/>
                  </a:lnTo>
                  <a:lnTo>
                    <a:pt x="18287" y="21336"/>
                  </a:lnTo>
                  <a:lnTo>
                    <a:pt x="13715" y="24384"/>
                  </a:lnTo>
                  <a:lnTo>
                    <a:pt x="4571" y="28956"/>
                  </a:lnTo>
                  <a:lnTo>
                    <a:pt x="0" y="28956"/>
                  </a:lnTo>
                  <a:lnTo>
                    <a:pt x="0" y="16764"/>
                  </a:lnTo>
                  <a:lnTo>
                    <a:pt x="4571" y="15240"/>
                  </a:lnTo>
                  <a:lnTo>
                    <a:pt x="10667" y="13716"/>
                  </a:lnTo>
                  <a:lnTo>
                    <a:pt x="16763" y="9144"/>
                  </a:lnTo>
                  <a:lnTo>
                    <a:pt x="22859" y="6096"/>
                  </a:lnTo>
                  <a:lnTo>
                    <a:pt x="27431" y="3048"/>
                  </a:lnTo>
                  <a:lnTo>
                    <a:pt x="30479" y="0"/>
                  </a:lnTo>
                  <a:lnTo>
                    <a:pt x="36575" y="0"/>
                  </a:lnTo>
                  <a:lnTo>
                    <a:pt x="36575" y="103727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1131" y="939641"/>
              <a:ext cx="67151" cy="103727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822102" y="1295019"/>
            <a:ext cx="1221740" cy="149860"/>
            <a:chOff x="822102" y="1295019"/>
            <a:chExt cx="1221740" cy="14986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102" y="1295019"/>
              <a:ext cx="254603" cy="1495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4233" y="1295019"/>
              <a:ext cx="430053" cy="1495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557528" y="1377696"/>
              <a:ext cx="55244" cy="15240"/>
            </a:xfrm>
            <a:custGeom>
              <a:avLst/>
              <a:gdLst/>
              <a:ahLst/>
              <a:cxnLst/>
              <a:rect l="l" t="t" r="r" b="b"/>
              <a:pathLst>
                <a:path w="55244" h="15240">
                  <a:moveTo>
                    <a:pt x="54863" y="15240"/>
                  </a:moveTo>
                  <a:lnTo>
                    <a:pt x="0" y="15240"/>
                  </a:lnTo>
                  <a:lnTo>
                    <a:pt x="0" y="0"/>
                  </a:lnTo>
                  <a:lnTo>
                    <a:pt x="54863" y="0"/>
                  </a:lnTo>
                  <a:lnTo>
                    <a:pt x="54863" y="15240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44014" y="1298066"/>
              <a:ext cx="202787" cy="14649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6709" y="1336262"/>
              <a:ext cx="176879" cy="108299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2132063" y="1334998"/>
            <a:ext cx="94615" cy="93980"/>
          </a:xfrm>
          <a:custGeom>
            <a:avLst/>
            <a:gdLst/>
            <a:ahLst/>
            <a:cxnLst/>
            <a:rect l="l" t="t" r="r" b="b"/>
            <a:pathLst>
              <a:path w="94614" h="93980">
                <a:moveTo>
                  <a:pt x="94488" y="40640"/>
                </a:moveTo>
                <a:lnTo>
                  <a:pt x="54864" y="40640"/>
                </a:lnTo>
                <a:lnTo>
                  <a:pt x="54864" y="0"/>
                </a:lnTo>
                <a:lnTo>
                  <a:pt x="39624" y="0"/>
                </a:lnTo>
                <a:lnTo>
                  <a:pt x="39624" y="40640"/>
                </a:lnTo>
                <a:lnTo>
                  <a:pt x="0" y="40640"/>
                </a:lnTo>
                <a:lnTo>
                  <a:pt x="0" y="54610"/>
                </a:lnTo>
                <a:lnTo>
                  <a:pt x="39624" y="54610"/>
                </a:lnTo>
                <a:lnTo>
                  <a:pt x="39624" y="93980"/>
                </a:lnTo>
                <a:lnTo>
                  <a:pt x="54864" y="93980"/>
                </a:lnTo>
                <a:lnTo>
                  <a:pt x="54864" y="54610"/>
                </a:lnTo>
                <a:lnTo>
                  <a:pt x="94488" y="54610"/>
                </a:lnTo>
                <a:lnTo>
                  <a:pt x="94488" y="40640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08948" y="1281302"/>
            <a:ext cx="565785" cy="186690"/>
          </a:xfrm>
          <a:custGeom>
            <a:avLst/>
            <a:gdLst/>
            <a:ahLst/>
            <a:cxnLst/>
            <a:rect l="l" t="t" r="r" b="b"/>
            <a:pathLst>
              <a:path w="565785" h="186690">
                <a:moveTo>
                  <a:pt x="73253" y="125069"/>
                </a:moveTo>
                <a:lnTo>
                  <a:pt x="65532" y="125069"/>
                </a:lnTo>
                <a:lnTo>
                  <a:pt x="57912" y="126593"/>
                </a:lnTo>
                <a:lnTo>
                  <a:pt x="50292" y="126593"/>
                </a:lnTo>
                <a:lnTo>
                  <a:pt x="50292" y="100685"/>
                </a:lnTo>
                <a:lnTo>
                  <a:pt x="68681" y="100685"/>
                </a:lnTo>
                <a:lnTo>
                  <a:pt x="68681" y="88493"/>
                </a:lnTo>
                <a:lnTo>
                  <a:pt x="50292" y="88493"/>
                </a:lnTo>
                <a:lnTo>
                  <a:pt x="50292" y="53441"/>
                </a:lnTo>
                <a:lnTo>
                  <a:pt x="36576" y="53441"/>
                </a:lnTo>
                <a:lnTo>
                  <a:pt x="36576" y="88493"/>
                </a:lnTo>
                <a:lnTo>
                  <a:pt x="18288" y="88493"/>
                </a:lnTo>
                <a:lnTo>
                  <a:pt x="21831" y="76631"/>
                </a:lnTo>
                <a:lnTo>
                  <a:pt x="25146" y="65443"/>
                </a:lnTo>
                <a:lnTo>
                  <a:pt x="28613" y="53441"/>
                </a:lnTo>
                <a:lnTo>
                  <a:pt x="32004" y="41249"/>
                </a:lnTo>
                <a:lnTo>
                  <a:pt x="71729" y="41249"/>
                </a:lnTo>
                <a:lnTo>
                  <a:pt x="71729" y="28956"/>
                </a:lnTo>
                <a:lnTo>
                  <a:pt x="35052" y="28956"/>
                </a:lnTo>
                <a:lnTo>
                  <a:pt x="37401" y="22085"/>
                </a:lnTo>
                <a:lnTo>
                  <a:pt x="39433" y="16002"/>
                </a:lnTo>
                <a:lnTo>
                  <a:pt x="41262" y="9677"/>
                </a:lnTo>
                <a:lnTo>
                  <a:pt x="42672" y="3048"/>
                </a:lnTo>
                <a:lnTo>
                  <a:pt x="28956" y="0"/>
                </a:lnTo>
                <a:lnTo>
                  <a:pt x="27571" y="7747"/>
                </a:lnTo>
                <a:lnTo>
                  <a:pt x="25857" y="15240"/>
                </a:lnTo>
                <a:lnTo>
                  <a:pt x="24193" y="22339"/>
                </a:lnTo>
                <a:lnTo>
                  <a:pt x="22860" y="28956"/>
                </a:lnTo>
                <a:lnTo>
                  <a:pt x="1524" y="28956"/>
                </a:lnTo>
                <a:lnTo>
                  <a:pt x="1524" y="41249"/>
                </a:lnTo>
                <a:lnTo>
                  <a:pt x="18288" y="41249"/>
                </a:lnTo>
                <a:lnTo>
                  <a:pt x="14897" y="53441"/>
                </a:lnTo>
                <a:lnTo>
                  <a:pt x="11430" y="65443"/>
                </a:lnTo>
                <a:lnTo>
                  <a:pt x="8001" y="77038"/>
                </a:lnTo>
                <a:lnTo>
                  <a:pt x="4572" y="88493"/>
                </a:lnTo>
                <a:lnTo>
                  <a:pt x="4572" y="100685"/>
                </a:lnTo>
                <a:lnTo>
                  <a:pt x="36576" y="100685"/>
                </a:lnTo>
                <a:lnTo>
                  <a:pt x="36576" y="128206"/>
                </a:lnTo>
                <a:lnTo>
                  <a:pt x="0" y="132778"/>
                </a:lnTo>
                <a:lnTo>
                  <a:pt x="1524" y="146494"/>
                </a:lnTo>
                <a:lnTo>
                  <a:pt x="36576" y="141922"/>
                </a:lnTo>
                <a:lnTo>
                  <a:pt x="36576" y="186118"/>
                </a:lnTo>
                <a:lnTo>
                  <a:pt x="50292" y="186118"/>
                </a:lnTo>
                <a:lnTo>
                  <a:pt x="50292" y="141922"/>
                </a:lnTo>
                <a:lnTo>
                  <a:pt x="50292" y="140398"/>
                </a:lnTo>
                <a:lnTo>
                  <a:pt x="57912" y="138874"/>
                </a:lnTo>
                <a:lnTo>
                  <a:pt x="64008" y="138874"/>
                </a:lnTo>
                <a:lnTo>
                  <a:pt x="71729" y="137350"/>
                </a:lnTo>
                <a:lnTo>
                  <a:pt x="71729" y="134302"/>
                </a:lnTo>
                <a:lnTo>
                  <a:pt x="73253" y="129730"/>
                </a:lnTo>
                <a:lnTo>
                  <a:pt x="73253" y="126593"/>
                </a:lnTo>
                <a:lnTo>
                  <a:pt x="73253" y="125069"/>
                </a:lnTo>
                <a:close/>
              </a:path>
              <a:path w="565785" h="186690">
                <a:moveTo>
                  <a:pt x="182981" y="164782"/>
                </a:moveTo>
                <a:lnTo>
                  <a:pt x="132689" y="164782"/>
                </a:lnTo>
                <a:lnTo>
                  <a:pt x="132689" y="117449"/>
                </a:lnTo>
                <a:lnTo>
                  <a:pt x="169265" y="117449"/>
                </a:lnTo>
                <a:lnTo>
                  <a:pt x="169265" y="105257"/>
                </a:lnTo>
                <a:lnTo>
                  <a:pt x="79349" y="105257"/>
                </a:lnTo>
                <a:lnTo>
                  <a:pt x="79349" y="117449"/>
                </a:lnTo>
                <a:lnTo>
                  <a:pt x="118973" y="117449"/>
                </a:lnTo>
                <a:lnTo>
                  <a:pt x="118973" y="164782"/>
                </a:lnTo>
                <a:lnTo>
                  <a:pt x="67056" y="164782"/>
                </a:lnTo>
                <a:lnTo>
                  <a:pt x="67056" y="178498"/>
                </a:lnTo>
                <a:lnTo>
                  <a:pt x="182981" y="178498"/>
                </a:lnTo>
                <a:lnTo>
                  <a:pt x="182981" y="164782"/>
                </a:lnTo>
                <a:close/>
              </a:path>
              <a:path w="565785" h="186690">
                <a:moveTo>
                  <a:pt x="186029" y="85445"/>
                </a:moveTo>
                <a:lnTo>
                  <a:pt x="174574" y="78828"/>
                </a:lnTo>
                <a:lnTo>
                  <a:pt x="162979" y="72491"/>
                </a:lnTo>
                <a:lnTo>
                  <a:pt x="155829" y="68681"/>
                </a:lnTo>
                <a:lnTo>
                  <a:pt x="138785" y="59537"/>
                </a:lnTo>
                <a:lnTo>
                  <a:pt x="146253" y="51752"/>
                </a:lnTo>
                <a:lnTo>
                  <a:pt x="152882" y="44094"/>
                </a:lnTo>
                <a:lnTo>
                  <a:pt x="158927" y="36131"/>
                </a:lnTo>
                <a:lnTo>
                  <a:pt x="164693" y="27432"/>
                </a:lnTo>
                <a:lnTo>
                  <a:pt x="164693" y="15240"/>
                </a:lnTo>
                <a:lnTo>
                  <a:pt x="77825" y="15240"/>
                </a:lnTo>
                <a:lnTo>
                  <a:pt x="77825" y="27432"/>
                </a:lnTo>
                <a:lnTo>
                  <a:pt x="147929" y="27432"/>
                </a:lnTo>
                <a:lnTo>
                  <a:pt x="132778" y="44894"/>
                </a:lnTo>
                <a:lnTo>
                  <a:pt x="114782" y="60477"/>
                </a:lnTo>
                <a:lnTo>
                  <a:pt x="93916" y="74041"/>
                </a:lnTo>
                <a:lnTo>
                  <a:pt x="70205" y="85445"/>
                </a:lnTo>
                <a:lnTo>
                  <a:pt x="73253" y="90017"/>
                </a:lnTo>
                <a:lnTo>
                  <a:pt x="76301" y="93065"/>
                </a:lnTo>
                <a:lnTo>
                  <a:pt x="79349" y="97637"/>
                </a:lnTo>
                <a:lnTo>
                  <a:pt x="92748" y="91401"/>
                </a:lnTo>
                <a:lnTo>
                  <a:pt x="105448" y="84302"/>
                </a:lnTo>
                <a:lnTo>
                  <a:pt x="117271" y="76631"/>
                </a:lnTo>
                <a:lnTo>
                  <a:pt x="128117" y="68681"/>
                </a:lnTo>
                <a:lnTo>
                  <a:pt x="139801" y="74917"/>
                </a:lnTo>
                <a:lnTo>
                  <a:pt x="151930" y="82016"/>
                </a:lnTo>
                <a:lnTo>
                  <a:pt x="164325" y="89687"/>
                </a:lnTo>
                <a:lnTo>
                  <a:pt x="176885" y="97637"/>
                </a:lnTo>
                <a:lnTo>
                  <a:pt x="186029" y="85445"/>
                </a:lnTo>
                <a:close/>
              </a:path>
              <a:path w="565785" h="186690">
                <a:moveTo>
                  <a:pt x="289750" y="96113"/>
                </a:moveTo>
                <a:lnTo>
                  <a:pt x="276034" y="96113"/>
                </a:lnTo>
                <a:lnTo>
                  <a:pt x="276034" y="108305"/>
                </a:lnTo>
                <a:lnTo>
                  <a:pt x="289750" y="108305"/>
                </a:lnTo>
                <a:lnTo>
                  <a:pt x="289750" y="96113"/>
                </a:lnTo>
                <a:close/>
              </a:path>
              <a:path w="565785" h="186690">
                <a:moveTo>
                  <a:pt x="346138" y="58013"/>
                </a:moveTo>
                <a:lnTo>
                  <a:pt x="332422" y="58013"/>
                </a:lnTo>
                <a:lnTo>
                  <a:pt x="332422" y="62585"/>
                </a:lnTo>
                <a:lnTo>
                  <a:pt x="346138" y="62585"/>
                </a:lnTo>
                <a:lnTo>
                  <a:pt x="346138" y="58013"/>
                </a:lnTo>
                <a:close/>
              </a:path>
              <a:path w="565785" h="186690">
                <a:moveTo>
                  <a:pt x="346138" y="10604"/>
                </a:moveTo>
                <a:lnTo>
                  <a:pt x="221170" y="10604"/>
                </a:lnTo>
                <a:lnTo>
                  <a:pt x="221170" y="19494"/>
                </a:lnTo>
                <a:lnTo>
                  <a:pt x="221170" y="28384"/>
                </a:lnTo>
                <a:lnTo>
                  <a:pt x="221170" y="38544"/>
                </a:lnTo>
                <a:lnTo>
                  <a:pt x="221170" y="48704"/>
                </a:lnTo>
                <a:lnTo>
                  <a:pt x="221170" y="57594"/>
                </a:lnTo>
                <a:lnTo>
                  <a:pt x="221170" y="62674"/>
                </a:lnTo>
                <a:lnTo>
                  <a:pt x="233362" y="62674"/>
                </a:lnTo>
                <a:lnTo>
                  <a:pt x="233362" y="57594"/>
                </a:lnTo>
                <a:lnTo>
                  <a:pt x="346138" y="57594"/>
                </a:lnTo>
                <a:lnTo>
                  <a:pt x="346138" y="48869"/>
                </a:lnTo>
                <a:lnTo>
                  <a:pt x="346138" y="19812"/>
                </a:lnTo>
                <a:lnTo>
                  <a:pt x="332422" y="19812"/>
                </a:lnTo>
                <a:lnTo>
                  <a:pt x="332422" y="28384"/>
                </a:lnTo>
                <a:lnTo>
                  <a:pt x="332422" y="38544"/>
                </a:lnTo>
                <a:lnTo>
                  <a:pt x="332422" y="48704"/>
                </a:lnTo>
                <a:lnTo>
                  <a:pt x="233362" y="48704"/>
                </a:lnTo>
                <a:lnTo>
                  <a:pt x="233362" y="38544"/>
                </a:lnTo>
                <a:lnTo>
                  <a:pt x="332422" y="38544"/>
                </a:lnTo>
                <a:lnTo>
                  <a:pt x="332422" y="28384"/>
                </a:lnTo>
                <a:lnTo>
                  <a:pt x="233362" y="28384"/>
                </a:lnTo>
                <a:lnTo>
                  <a:pt x="233362" y="19494"/>
                </a:lnTo>
                <a:lnTo>
                  <a:pt x="346138" y="19494"/>
                </a:lnTo>
                <a:lnTo>
                  <a:pt x="346138" y="10604"/>
                </a:lnTo>
                <a:close/>
              </a:path>
              <a:path w="565785" h="186690">
                <a:moveTo>
                  <a:pt x="347662" y="96113"/>
                </a:moveTo>
                <a:lnTo>
                  <a:pt x="333946" y="96113"/>
                </a:lnTo>
                <a:lnTo>
                  <a:pt x="333946" y="108305"/>
                </a:lnTo>
                <a:lnTo>
                  <a:pt x="347662" y="108305"/>
                </a:lnTo>
                <a:lnTo>
                  <a:pt x="347662" y="96113"/>
                </a:lnTo>
                <a:close/>
              </a:path>
              <a:path w="565785" h="186690">
                <a:moveTo>
                  <a:pt x="373672" y="67157"/>
                </a:moveTo>
                <a:lnTo>
                  <a:pt x="192125" y="67157"/>
                </a:lnTo>
                <a:lnTo>
                  <a:pt x="192125" y="77825"/>
                </a:lnTo>
                <a:lnTo>
                  <a:pt x="373672" y="77825"/>
                </a:lnTo>
                <a:lnTo>
                  <a:pt x="373672" y="67157"/>
                </a:lnTo>
                <a:close/>
              </a:path>
              <a:path w="565785" h="186690">
                <a:moveTo>
                  <a:pt x="375196" y="169354"/>
                </a:moveTo>
                <a:lnTo>
                  <a:pt x="289750" y="169354"/>
                </a:lnTo>
                <a:lnTo>
                  <a:pt x="289750" y="158686"/>
                </a:lnTo>
                <a:lnTo>
                  <a:pt x="364528" y="158686"/>
                </a:lnTo>
                <a:lnTo>
                  <a:pt x="364528" y="149542"/>
                </a:lnTo>
                <a:lnTo>
                  <a:pt x="289750" y="149542"/>
                </a:lnTo>
                <a:lnTo>
                  <a:pt x="289750" y="138874"/>
                </a:lnTo>
                <a:lnTo>
                  <a:pt x="333946" y="138874"/>
                </a:lnTo>
                <a:lnTo>
                  <a:pt x="333946" y="143446"/>
                </a:lnTo>
                <a:lnTo>
                  <a:pt x="347662" y="143446"/>
                </a:lnTo>
                <a:lnTo>
                  <a:pt x="347662" y="138874"/>
                </a:lnTo>
                <a:lnTo>
                  <a:pt x="347662" y="128714"/>
                </a:lnTo>
                <a:lnTo>
                  <a:pt x="231838" y="128714"/>
                </a:lnTo>
                <a:lnTo>
                  <a:pt x="231838" y="116014"/>
                </a:lnTo>
                <a:lnTo>
                  <a:pt x="276034" y="116014"/>
                </a:lnTo>
                <a:lnTo>
                  <a:pt x="276034" y="128206"/>
                </a:lnTo>
                <a:lnTo>
                  <a:pt x="289750" y="128206"/>
                </a:lnTo>
                <a:lnTo>
                  <a:pt x="289750" y="116014"/>
                </a:lnTo>
                <a:lnTo>
                  <a:pt x="333946" y="116014"/>
                </a:lnTo>
                <a:lnTo>
                  <a:pt x="333946" y="128206"/>
                </a:lnTo>
                <a:lnTo>
                  <a:pt x="347662" y="128206"/>
                </a:lnTo>
                <a:lnTo>
                  <a:pt x="347662" y="116014"/>
                </a:lnTo>
                <a:lnTo>
                  <a:pt x="347662" y="108394"/>
                </a:lnTo>
                <a:lnTo>
                  <a:pt x="231838" y="108394"/>
                </a:lnTo>
                <a:lnTo>
                  <a:pt x="231838" y="95694"/>
                </a:lnTo>
                <a:lnTo>
                  <a:pt x="347662" y="95694"/>
                </a:lnTo>
                <a:lnTo>
                  <a:pt x="347662" y="85534"/>
                </a:lnTo>
                <a:lnTo>
                  <a:pt x="219646" y="85534"/>
                </a:lnTo>
                <a:lnTo>
                  <a:pt x="219646" y="95694"/>
                </a:lnTo>
                <a:lnTo>
                  <a:pt x="219646" y="108394"/>
                </a:lnTo>
                <a:lnTo>
                  <a:pt x="219646" y="116014"/>
                </a:lnTo>
                <a:lnTo>
                  <a:pt x="219646" y="128714"/>
                </a:lnTo>
                <a:lnTo>
                  <a:pt x="219646" y="138874"/>
                </a:lnTo>
                <a:lnTo>
                  <a:pt x="219646" y="143954"/>
                </a:lnTo>
                <a:lnTo>
                  <a:pt x="231838" y="143954"/>
                </a:lnTo>
                <a:lnTo>
                  <a:pt x="231838" y="138874"/>
                </a:lnTo>
                <a:lnTo>
                  <a:pt x="276034" y="138874"/>
                </a:lnTo>
                <a:lnTo>
                  <a:pt x="276034" y="149542"/>
                </a:lnTo>
                <a:lnTo>
                  <a:pt x="201269" y="149542"/>
                </a:lnTo>
                <a:lnTo>
                  <a:pt x="201269" y="158686"/>
                </a:lnTo>
                <a:lnTo>
                  <a:pt x="276034" y="158686"/>
                </a:lnTo>
                <a:lnTo>
                  <a:pt x="276034" y="169354"/>
                </a:lnTo>
                <a:lnTo>
                  <a:pt x="190601" y="169354"/>
                </a:lnTo>
                <a:lnTo>
                  <a:pt x="190601" y="180022"/>
                </a:lnTo>
                <a:lnTo>
                  <a:pt x="375196" y="180022"/>
                </a:lnTo>
                <a:lnTo>
                  <a:pt x="375196" y="169354"/>
                </a:lnTo>
                <a:close/>
              </a:path>
              <a:path w="565785" h="186690">
                <a:moveTo>
                  <a:pt x="445300" y="7620"/>
                </a:moveTo>
                <a:lnTo>
                  <a:pt x="428536" y="3048"/>
                </a:lnTo>
                <a:lnTo>
                  <a:pt x="419646" y="26822"/>
                </a:lnTo>
                <a:lnTo>
                  <a:pt x="408914" y="49999"/>
                </a:lnTo>
                <a:lnTo>
                  <a:pt x="396163" y="72580"/>
                </a:lnTo>
                <a:lnTo>
                  <a:pt x="381292" y="94589"/>
                </a:lnTo>
                <a:lnTo>
                  <a:pt x="382816" y="100685"/>
                </a:lnTo>
                <a:lnTo>
                  <a:pt x="385864" y="105257"/>
                </a:lnTo>
                <a:lnTo>
                  <a:pt x="385953" y="105638"/>
                </a:lnTo>
                <a:lnTo>
                  <a:pt x="387388" y="111353"/>
                </a:lnTo>
                <a:lnTo>
                  <a:pt x="410248" y="79349"/>
                </a:lnTo>
                <a:lnTo>
                  <a:pt x="410248" y="184594"/>
                </a:lnTo>
                <a:lnTo>
                  <a:pt x="425488" y="184594"/>
                </a:lnTo>
                <a:lnTo>
                  <a:pt x="425488" y="79349"/>
                </a:lnTo>
                <a:lnTo>
                  <a:pt x="425488" y="51917"/>
                </a:lnTo>
                <a:lnTo>
                  <a:pt x="431025" y="41160"/>
                </a:lnTo>
                <a:lnTo>
                  <a:pt x="435965" y="30340"/>
                </a:lnTo>
                <a:lnTo>
                  <a:pt x="440702" y="19050"/>
                </a:lnTo>
                <a:lnTo>
                  <a:pt x="445300" y="7620"/>
                </a:lnTo>
                <a:close/>
              </a:path>
              <a:path w="565785" h="186690">
                <a:moveTo>
                  <a:pt x="565785" y="128206"/>
                </a:moveTo>
                <a:lnTo>
                  <a:pt x="561213" y="126593"/>
                </a:lnTo>
                <a:lnTo>
                  <a:pt x="555117" y="125069"/>
                </a:lnTo>
                <a:lnTo>
                  <a:pt x="550545" y="123545"/>
                </a:lnTo>
                <a:lnTo>
                  <a:pt x="549630" y="131254"/>
                </a:lnTo>
                <a:lnTo>
                  <a:pt x="548830" y="138684"/>
                </a:lnTo>
                <a:lnTo>
                  <a:pt x="547763" y="145719"/>
                </a:lnTo>
                <a:lnTo>
                  <a:pt x="545973" y="152590"/>
                </a:lnTo>
                <a:lnTo>
                  <a:pt x="544449" y="160210"/>
                </a:lnTo>
                <a:lnTo>
                  <a:pt x="539877" y="164782"/>
                </a:lnTo>
                <a:lnTo>
                  <a:pt x="498640" y="164782"/>
                </a:lnTo>
                <a:lnTo>
                  <a:pt x="494068" y="160210"/>
                </a:lnTo>
                <a:lnTo>
                  <a:pt x="494068" y="109829"/>
                </a:lnTo>
                <a:lnTo>
                  <a:pt x="494068" y="99161"/>
                </a:lnTo>
                <a:lnTo>
                  <a:pt x="512711" y="85115"/>
                </a:lnTo>
                <a:lnTo>
                  <a:pt x="519303" y="79349"/>
                </a:lnTo>
                <a:lnTo>
                  <a:pt x="529767" y="70205"/>
                </a:lnTo>
                <a:lnTo>
                  <a:pt x="545376" y="54152"/>
                </a:lnTo>
                <a:lnTo>
                  <a:pt x="559689" y="36677"/>
                </a:lnTo>
                <a:lnTo>
                  <a:pt x="545973" y="25908"/>
                </a:lnTo>
                <a:lnTo>
                  <a:pt x="534238" y="41160"/>
                </a:lnTo>
                <a:lnTo>
                  <a:pt x="521766" y="54952"/>
                </a:lnTo>
                <a:lnTo>
                  <a:pt x="508431" y="67589"/>
                </a:lnTo>
                <a:lnTo>
                  <a:pt x="494068" y="79349"/>
                </a:lnTo>
                <a:lnTo>
                  <a:pt x="494068" y="6096"/>
                </a:lnTo>
                <a:lnTo>
                  <a:pt x="478828" y="6096"/>
                </a:lnTo>
                <a:lnTo>
                  <a:pt x="478828" y="91541"/>
                </a:lnTo>
                <a:lnTo>
                  <a:pt x="468249" y="99021"/>
                </a:lnTo>
                <a:lnTo>
                  <a:pt x="457111" y="105638"/>
                </a:lnTo>
                <a:lnTo>
                  <a:pt x="445389" y="111683"/>
                </a:lnTo>
                <a:lnTo>
                  <a:pt x="433108" y="117449"/>
                </a:lnTo>
                <a:lnTo>
                  <a:pt x="439204" y="126593"/>
                </a:lnTo>
                <a:lnTo>
                  <a:pt x="478828" y="109829"/>
                </a:lnTo>
                <a:lnTo>
                  <a:pt x="478828" y="154114"/>
                </a:lnTo>
                <a:lnTo>
                  <a:pt x="480517" y="164998"/>
                </a:lnTo>
                <a:lnTo>
                  <a:pt x="485495" y="172593"/>
                </a:lnTo>
                <a:lnTo>
                  <a:pt x="493649" y="177050"/>
                </a:lnTo>
                <a:lnTo>
                  <a:pt x="504825" y="178498"/>
                </a:lnTo>
                <a:lnTo>
                  <a:pt x="535305" y="178498"/>
                </a:lnTo>
                <a:lnTo>
                  <a:pt x="545592" y="177317"/>
                </a:lnTo>
                <a:lnTo>
                  <a:pt x="553593" y="173545"/>
                </a:lnTo>
                <a:lnTo>
                  <a:pt x="559308" y="166928"/>
                </a:lnTo>
                <a:lnTo>
                  <a:pt x="560057" y="164782"/>
                </a:lnTo>
                <a:lnTo>
                  <a:pt x="562737" y="157162"/>
                </a:lnTo>
                <a:lnTo>
                  <a:pt x="563854" y="150291"/>
                </a:lnTo>
                <a:lnTo>
                  <a:pt x="564832" y="143256"/>
                </a:lnTo>
                <a:lnTo>
                  <a:pt x="565518" y="135953"/>
                </a:lnTo>
                <a:lnTo>
                  <a:pt x="565785" y="128206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2946368" y="1295018"/>
            <a:ext cx="694055" cy="149860"/>
            <a:chOff x="2946368" y="1295018"/>
            <a:chExt cx="694055" cy="14986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46368" y="1295018"/>
              <a:ext cx="275367" cy="14954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45358" y="1295019"/>
              <a:ext cx="117348" cy="14954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87185" y="1295018"/>
              <a:ext cx="106679" cy="14954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22821" y="1298066"/>
              <a:ext cx="117443" cy="144970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746760" y="3265932"/>
            <a:ext cx="2014855" cy="1292860"/>
            <a:chOff x="746760" y="3265932"/>
            <a:chExt cx="2014855" cy="129286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3336" y="3284219"/>
              <a:ext cx="1941575" cy="11963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6760" y="3265932"/>
              <a:ext cx="2014728" cy="129235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0578" y="3302507"/>
              <a:ext cx="1868138" cy="1142714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2926556" y="3815143"/>
            <a:ext cx="56515" cy="114935"/>
          </a:xfrm>
          <a:custGeom>
            <a:avLst/>
            <a:gdLst/>
            <a:ahLst/>
            <a:cxnLst/>
            <a:rect l="l" t="t" r="r" b="b"/>
            <a:pathLst>
              <a:path w="56514" h="114935">
                <a:moveTo>
                  <a:pt x="0" y="114395"/>
                </a:moveTo>
                <a:lnTo>
                  <a:pt x="56483" y="58007"/>
                </a:lnTo>
                <a:lnTo>
                  <a:pt x="0" y="0"/>
                </a:lnTo>
              </a:path>
            </a:pathLst>
          </a:custGeom>
          <a:ln w="19821">
            <a:solidFill>
              <a:srgbClr val="D1D4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3147060" y="3162300"/>
            <a:ext cx="2016760" cy="1508760"/>
            <a:chOff x="3147060" y="3162300"/>
            <a:chExt cx="2016760" cy="1508760"/>
          </a:xfrm>
        </p:grpSpPr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86684" y="3177540"/>
              <a:ext cx="1937003" cy="141577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47060" y="3162300"/>
              <a:ext cx="2016251" cy="150875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22402" y="3195827"/>
              <a:ext cx="1868138" cy="1363789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5328475" y="3815143"/>
            <a:ext cx="56515" cy="114935"/>
          </a:xfrm>
          <a:custGeom>
            <a:avLst/>
            <a:gdLst/>
            <a:ahLst/>
            <a:cxnLst/>
            <a:rect l="l" t="t" r="r" b="b"/>
            <a:pathLst>
              <a:path w="56514" h="114935">
                <a:moveTo>
                  <a:pt x="0" y="114395"/>
                </a:moveTo>
                <a:lnTo>
                  <a:pt x="56388" y="58007"/>
                </a:lnTo>
                <a:lnTo>
                  <a:pt x="0" y="0"/>
                </a:lnTo>
              </a:path>
            </a:pathLst>
          </a:custGeom>
          <a:ln w="19821">
            <a:solidFill>
              <a:srgbClr val="D1D4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5551932" y="3162300"/>
            <a:ext cx="2013585" cy="1508760"/>
            <a:chOff x="5551932" y="3162300"/>
            <a:chExt cx="2013585" cy="1508760"/>
          </a:xfrm>
        </p:grpSpPr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17463" y="3250769"/>
              <a:ext cx="1883663" cy="134254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51932" y="3162300"/>
              <a:ext cx="2013203" cy="15087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24321" y="3195827"/>
              <a:ext cx="1868138" cy="1363789"/>
            </a:xfrm>
            <a:prstGeom prst="rect">
              <a:avLst/>
            </a:prstGeom>
          </p:spPr>
        </p:pic>
      </p:grpSp>
      <p:sp>
        <p:nvSpPr>
          <p:cNvPr id="36" name="object 36"/>
          <p:cNvSpPr/>
          <p:nvPr/>
        </p:nvSpPr>
        <p:spPr>
          <a:xfrm>
            <a:off x="7730394" y="3815143"/>
            <a:ext cx="56515" cy="114935"/>
          </a:xfrm>
          <a:custGeom>
            <a:avLst/>
            <a:gdLst/>
            <a:ahLst/>
            <a:cxnLst/>
            <a:rect l="l" t="t" r="r" b="b"/>
            <a:pathLst>
              <a:path w="56515" h="114935">
                <a:moveTo>
                  <a:pt x="0" y="114395"/>
                </a:moveTo>
                <a:lnTo>
                  <a:pt x="56387" y="58007"/>
                </a:lnTo>
                <a:lnTo>
                  <a:pt x="0" y="0"/>
                </a:lnTo>
              </a:path>
            </a:pathLst>
          </a:custGeom>
          <a:ln w="19821">
            <a:solidFill>
              <a:srgbClr val="D1D4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7952232" y="3162300"/>
            <a:ext cx="2016760" cy="1508760"/>
            <a:chOff x="7952232" y="3162300"/>
            <a:chExt cx="2016760" cy="1508760"/>
          </a:xfrm>
        </p:grpSpPr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020812" y="3250769"/>
              <a:ext cx="1883664" cy="134254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952232" y="3162300"/>
              <a:ext cx="2016251" cy="150875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026241" y="3215640"/>
              <a:ext cx="1868170" cy="1344295"/>
            </a:xfrm>
            <a:custGeom>
              <a:avLst/>
              <a:gdLst/>
              <a:ahLst/>
              <a:cxnLst/>
              <a:rect l="l" t="t" r="r" b="b"/>
              <a:pathLst>
                <a:path w="1868170" h="1344295">
                  <a:moveTo>
                    <a:pt x="1759934" y="1343977"/>
                  </a:moveTo>
                  <a:lnTo>
                    <a:pt x="106775" y="1343977"/>
                  </a:lnTo>
                  <a:lnTo>
                    <a:pt x="76295" y="1337881"/>
                  </a:lnTo>
                  <a:lnTo>
                    <a:pt x="70199" y="1334833"/>
                  </a:lnTo>
                  <a:lnTo>
                    <a:pt x="62579" y="1331785"/>
                  </a:lnTo>
                  <a:lnTo>
                    <a:pt x="56483" y="1328737"/>
                  </a:lnTo>
                  <a:lnTo>
                    <a:pt x="50387" y="1324165"/>
                  </a:lnTo>
                  <a:lnTo>
                    <a:pt x="44291" y="1321117"/>
                  </a:lnTo>
                  <a:lnTo>
                    <a:pt x="38195" y="1315021"/>
                  </a:lnTo>
                  <a:lnTo>
                    <a:pt x="32099" y="1310449"/>
                  </a:lnTo>
                  <a:lnTo>
                    <a:pt x="27527" y="1304353"/>
                  </a:lnTo>
                  <a:lnTo>
                    <a:pt x="4572" y="1266158"/>
                  </a:lnTo>
                  <a:lnTo>
                    <a:pt x="3048" y="1258538"/>
                  </a:lnTo>
                  <a:lnTo>
                    <a:pt x="1524" y="1252442"/>
                  </a:lnTo>
                  <a:lnTo>
                    <a:pt x="0" y="1244822"/>
                  </a:lnTo>
                  <a:lnTo>
                    <a:pt x="0" y="1229582"/>
                  </a:lnTo>
                  <a:lnTo>
                    <a:pt x="0" y="82391"/>
                  </a:lnTo>
                  <a:lnTo>
                    <a:pt x="4572" y="64103"/>
                  </a:lnTo>
                  <a:lnTo>
                    <a:pt x="7620" y="58007"/>
                  </a:lnTo>
                  <a:lnTo>
                    <a:pt x="10668" y="53435"/>
                  </a:lnTo>
                  <a:lnTo>
                    <a:pt x="13716" y="47339"/>
                  </a:lnTo>
                  <a:lnTo>
                    <a:pt x="18288" y="42767"/>
                  </a:lnTo>
                  <a:lnTo>
                    <a:pt x="22955" y="36575"/>
                  </a:lnTo>
                  <a:lnTo>
                    <a:pt x="32099" y="27431"/>
                  </a:lnTo>
                  <a:lnTo>
                    <a:pt x="38195" y="22859"/>
                  </a:lnTo>
                  <a:lnTo>
                    <a:pt x="44291" y="19811"/>
                  </a:lnTo>
                  <a:lnTo>
                    <a:pt x="50387" y="15239"/>
                  </a:lnTo>
                  <a:lnTo>
                    <a:pt x="62579" y="9143"/>
                  </a:lnTo>
                  <a:lnTo>
                    <a:pt x="70199" y="7620"/>
                  </a:lnTo>
                  <a:lnTo>
                    <a:pt x="76295" y="4571"/>
                  </a:lnTo>
                  <a:lnTo>
                    <a:pt x="99155" y="0"/>
                  </a:lnTo>
                  <a:lnTo>
                    <a:pt x="1767554" y="0"/>
                  </a:lnTo>
                  <a:lnTo>
                    <a:pt x="1790414" y="4571"/>
                  </a:lnTo>
                  <a:lnTo>
                    <a:pt x="1796510" y="7620"/>
                  </a:lnTo>
                  <a:lnTo>
                    <a:pt x="1804130" y="9143"/>
                  </a:lnTo>
                  <a:lnTo>
                    <a:pt x="1816322" y="15239"/>
                  </a:lnTo>
                  <a:lnTo>
                    <a:pt x="1822418" y="19811"/>
                  </a:lnTo>
                  <a:lnTo>
                    <a:pt x="1828514" y="22859"/>
                  </a:lnTo>
                  <a:lnTo>
                    <a:pt x="1834610" y="27431"/>
                  </a:lnTo>
                  <a:lnTo>
                    <a:pt x="1843754" y="36575"/>
                  </a:lnTo>
                  <a:lnTo>
                    <a:pt x="1848326" y="42767"/>
                  </a:lnTo>
                  <a:lnTo>
                    <a:pt x="1852898" y="47339"/>
                  </a:lnTo>
                  <a:lnTo>
                    <a:pt x="1855946" y="53435"/>
                  </a:lnTo>
                  <a:lnTo>
                    <a:pt x="1858994" y="58007"/>
                  </a:lnTo>
                  <a:lnTo>
                    <a:pt x="1862042" y="64103"/>
                  </a:lnTo>
                  <a:lnTo>
                    <a:pt x="1868138" y="88487"/>
                  </a:lnTo>
                  <a:lnTo>
                    <a:pt x="1868138" y="1237202"/>
                  </a:lnTo>
                  <a:lnTo>
                    <a:pt x="1865090" y="1252442"/>
                  </a:lnTo>
                  <a:lnTo>
                    <a:pt x="1863566" y="1258538"/>
                  </a:lnTo>
                  <a:lnTo>
                    <a:pt x="1862042" y="1266158"/>
                  </a:lnTo>
                  <a:lnTo>
                    <a:pt x="1843754" y="1299686"/>
                  </a:lnTo>
                  <a:lnTo>
                    <a:pt x="1839182" y="1304353"/>
                  </a:lnTo>
                  <a:lnTo>
                    <a:pt x="1834610" y="1310449"/>
                  </a:lnTo>
                  <a:lnTo>
                    <a:pt x="1828514" y="1315021"/>
                  </a:lnTo>
                  <a:lnTo>
                    <a:pt x="1822418" y="1321117"/>
                  </a:lnTo>
                  <a:lnTo>
                    <a:pt x="1816322" y="1324165"/>
                  </a:lnTo>
                  <a:lnTo>
                    <a:pt x="1810226" y="1328737"/>
                  </a:lnTo>
                  <a:lnTo>
                    <a:pt x="1804130" y="1331785"/>
                  </a:lnTo>
                  <a:lnTo>
                    <a:pt x="1796510" y="1334833"/>
                  </a:lnTo>
                  <a:lnTo>
                    <a:pt x="1790414" y="1337881"/>
                  </a:lnTo>
                  <a:lnTo>
                    <a:pt x="1759934" y="13439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26908" y="3195827"/>
              <a:ext cx="1866900" cy="108585"/>
            </a:xfrm>
            <a:custGeom>
              <a:avLst/>
              <a:gdLst/>
              <a:ahLst/>
              <a:cxnLst/>
              <a:rect l="l" t="t" r="r" b="b"/>
              <a:pathLst>
                <a:path w="1866900" h="108585">
                  <a:moveTo>
                    <a:pt x="1524" y="99060"/>
                  </a:moveTo>
                  <a:lnTo>
                    <a:pt x="1524" y="89916"/>
                  </a:lnTo>
                  <a:lnTo>
                    <a:pt x="3048" y="83820"/>
                  </a:lnTo>
                  <a:lnTo>
                    <a:pt x="6096" y="74675"/>
                  </a:lnTo>
                  <a:lnTo>
                    <a:pt x="18288" y="50291"/>
                  </a:lnTo>
                  <a:lnTo>
                    <a:pt x="21336" y="47244"/>
                  </a:lnTo>
                  <a:lnTo>
                    <a:pt x="22860" y="44196"/>
                  </a:lnTo>
                  <a:lnTo>
                    <a:pt x="27432" y="39624"/>
                  </a:lnTo>
                  <a:lnTo>
                    <a:pt x="28956" y="36575"/>
                  </a:lnTo>
                  <a:lnTo>
                    <a:pt x="33528" y="32004"/>
                  </a:lnTo>
                  <a:lnTo>
                    <a:pt x="36576" y="30480"/>
                  </a:lnTo>
                  <a:lnTo>
                    <a:pt x="39624" y="27432"/>
                  </a:lnTo>
                  <a:lnTo>
                    <a:pt x="42672" y="25908"/>
                  </a:lnTo>
                  <a:lnTo>
                    <a:pt x="47244" y="21336"/>
                  </a:lnTo>
                  <a:lnTo>
                    <a:pt x="50292" y="19812"/>
                  </a:lnTo>
                  <a:lnTo>
                    <a:pt x="51816" y="18288"/>
                  </a:lnTo>
                  <a:lnTo>
                    <a:pt x="89916" y="3048"/>
                  </a:lnTo>
                  <a:lnTo>
                    <a:pt x="114300" y="0"/>
                  </a:lnTo>
                  <a:lnTo>
                    <a:pt x="1754124" y="0"/>
                  </a:lnTo>
                  <a:lnTo>
                    <a:pt x="1767839" y="1524"/>
                  </a:lnTo>
                  <a:lnTo>
                    <a:pt x="1776984" y="3048"/>
                  </a:lnTo>
                  <a:lnTo>
                    <a:pt x="1781556" y="4572"/>
                  </a:lnTo>
                  <a:lnTo>
                    <a:pt x="1787652" y="6096"/>
                  </a:lnTo>
                  <a:lnTo>
                    <a:pt x="1796796" y="9144"/>
                  </a:lnTo>
                  <a:lnTo>
                    <a:pt x="1808988" y="15240"/>
                  </a:lnTo>
                  <a:lnTo>
                    <a:pt x="1810512" y="16764"/>
                  </a:lnTo>
                  <a:lnTo>
                    <a:pt x="1819656" y="21336"/>
                  </a:lnTo>
                  <a:lnTo>
                    <a:pt x="1824228" y="25908"/>
                  </a:lnTo>
                  <a:lnTo>
                    <a:pt x="1827276" y="27432"/>
                  </a:lnTo>
                  <a:lnTo>
                    <a:pt x="1830324" y="30480"/>
                  </a:lnTo>
                  <a:lnTo>
                    <a:pt x="1833371" y="32004"/>
                  </a:lnTo>
                  <a:lnTo>
                    <a:pt x="1836420" y="35052"/>
                  </a:lnTo>
                  <a:lnTo>
                    <a:pt x="1836420" y="38100"/>
                  </a:lnTo>
                  <a:lnTo>
                    <a:pt x="114300" y="38100"/>
                  </a:lnTo>
                  <a:lnTo>
                    <a:pt x="96012" y="39624"/>
                  </a:lnTo>
                  <a:lnTo>
                    <a:pt x="85344" y="41148"/>
                  </a:lnTo>
                  <a:lnTo>
                    <a:pt x="70104" y="44196"/>
                  </a:lnTo>
                  <a:lnTo>
                    <a:pt x="60960" y="47244"/>
                  </a:lnTo>
                  <a:lnTo>
                    <a:pt x="57912" y="48768"/>
                  </a:lnTo>
                  <a:lnTo>
                    <a:pt x="48768" y="51816"/>
                  </a:lnTo>
                  <a:lnTo>
                    <a:pt x="45720" y="53340"/>
                  </a:lnTo>
                  <a:lnTo>
                    <a:pt x="44196" y="54864"/>
                  </a:lnTo>
                  <a:lnTo>
                    <a:pt x="32004" y="60960"/>
                  </a:lnTo>
                  <a:lnTo>
                    <a:pt x="27432" y="65532"/>
                  </a:lnTo>
                  <a:lnTo>
                    <a:pt x="24384" y="67056"/>
                  </a:lnTo>
                  <a:lnTo>
                    <a:pt x="12192" y="79248"/>
                  </a:lnTo>
                  <a:lnTo>
                    <a:pt x="10668" y="82296"/>
                  </a:lnTo>
                  <a:lnTo>
                    <a:pt x="7620" y="85344"/>
                  </a:lnTo>
                  <a:lnTo>
                    <a:pt x="3048" y="94488"/>
                  </a:lnTo>
                  <a:lnTo>
                    <a:pt x="1524" y="99060"/>
                  </a:lnTo>
                  <a:close/>
                </a:path>
                <a:path w="1866900" h="108585">
                  <a:moveTo>
                    <a:pt x="1865376" y="94488"/>
                  </a:moveTo>
                  <a:lnTo>
                    <a:pt x="1862328" y="94488"/>
                  </a:lnTo>
                  <a:lnTo>
                    <a:pt x="1862328" y="91440"/>
                  </a:lnTo>
                  <a:lnTo>
                    <a:pt x="1860803" y="91440"/>
                  </a:lnTo>
                  <a:lnTo>
                    <a:pt x="1860803" y="88391"/>
                  </a:lnTo>
                  <a:lnTo>
                    <a:pt x="1859280" y="88391"/>
                  </a:lnTo>
                  <a:lnTo>
                    <a:pt x="1859280" y="85344"/>
                  </a:lnTo>
                  <a:lnTo>
                    <a:pt x="1856232" y="82296"/>
                  </a:lnTo>
                  <a:lnTo>
                    <a:pt x="1854707" y="82296"/>
                  </a:lnTo>
                  <a:lnTo>
                    <a:pt x="1854707" y="79248"/>
                  </a:lnTo>
                  <a:lnTo>
                    <a:pt x="1842516" y="67056"/>
                  </a:lnTo>
                  <a:lnTo>
                    <a:pt x="1839468" y="65532"/>
                  </a:lnTo>
                  <a:lnTo>
                    <a:pt x="1834896" y="60960"/>
                  </a:lnTo>
                  <a:lnTo>
                    <a:pt x="1819656" y="53340"/>
                  </a:lnTo>
                  <a:lnTo>
                    <a:pt x="1818132" y="51816"/>
                  </a:lnTo>
                  <a:lnTo>
                    <a:pt x="1804416" y="47244"/>
                  </a:lnTo>
                  <a:lnTo>
                    <a:pt x="1754124" y="38100"/>
                  </a:lnTo>
                  <a:lnTo>
                    <a:pt x="1837944" y="38100"/>
                  </a:lnTo>
                  <a:lnTo>
                    <a:pt x="1842516" y="42672"/>
                  </a:lnTo>
                  <a:lnTo>
                    <a:pt x="1842516" y="45720"/>
                  </a:lnTo>
                  <a:lnTo>
                    <a:pt x="1844039" y="45720"/>
                  </a:lnTo>
                  <a:lnTo>
                    <a:pt x="1848612" y="50291"/>
                  </a:lnTo>
                  <a:lnTo>
                    <a:pt x="1848612" y="53340"/>
                  </a:lnTo>
                  <a:lnTo>
                    <a:pt x="1850136" y="53340"/>
                  </a:lnTo>
                  <a:lnTo>
                    <a:pt x="1850136" y="56388"/>
                  </a:lnTo>
                  <a:lnTo>
                    <a:pt x="1851660" y="56388"/>
                  </a:lnTo>
                  <a:lnTo>
                    <a:pt x="1851660" y="59436"/>
                  </a:lnTo>
                  <a:lnTo>
                    <a:pt x="1853184" y="59436"/>
                  </a:lnTo>
                  <a:lnTo>
                    <a:pt x="1853184" y="62483"/>
                  </a:lnTo>
                  <a:lnTo>
                    <a:pt x="1854707" y="62483"/>
                  </a:lnTo>
                  <a:lnTo>
                    <a:pt x="1854707" y="65532"/>
                  </a:lnTo>
                  <a:lnTo>
                    <a:pt x="1856232" y="65532"/>
                  </a:lnTo>
                  <a:lnTo>
                    <a:pt x="1856232" y="68580"/>
                  </a:lnTo>
                  <a:lnTo>
                    <a:pt x="1857756" y="68580"/>
                  </a:lnTo>
                  <a:lnTo>
                    <a:pt x="1857756" y="71628"/>
                  </a:lnTo>
                  <a:lnTo>
                    <a:pt x="1859280" y="71628"/>
                  </a:lnTo>
                  <a:lnTo>
                    <a:pt x="1859280" y="74675"/>
                  </a:lnTo>
                  <a:lnTo>
                    <a:pt x="1860803" y="74675"/>
                  </a:lnTo>
                  <a:lnTo>
                    <a:pt x="1860803" y="79248"/>
                  </a:lnTo>
                  <a:lnTo>
                    <a:pt x="1862328" y="79248"/>
                  </a:lnTo>
                  <a:lnTo>
                    <a:pt x="1862328" y="85344"/>
                  </a:lnTo>
                  <a:lnTo>
                    <a:pt x="1863852" y="85344"/>
                  </a:lnTo>
                  <a:lnTo>
                    <a:pt x="1863852" y="89916"/>
                  </a:lnTo>
                  <a:lnTo>
                    <a:pt x="1865376" y="89916"/>
                  </a:lnTo>
                  <a:lnTo>
                    <a:pt x="1865376" y="94488"/>
                  </a:lnTo>
                  <a:close/>
                </a:path>
                <a:path w="1866900" h="108585">
                  <a:moveTo>
                    <a:pt x="1865376" y="102108"/>
                  </a:moveTo>
                  <a:lnTo>
                    <a:pt x="1865376" y="97536"/>
                  </a:lnTo>
                  <a:lnTo>
                    <a:pt x="1863852" y="97536"/>
                  </a:lnTo>
                  <a:lnTo>
                    <a:pt x="1863852" y="94488"/>
                  </a:lnTo>
                  <a:lnTo>
                    <a:pt x="1866900" y="94488"/>
                  </a:lnTo>
                  <a:lnTo>
                    <a:pt x="1865376" y="102108"/>
                  </a:lnTo>
                  <a:close/>
                </a:path>
                <a:path w="1866900" h="108585">
                  <a:moveTo>
                    <a:pt x="0" y="108204"/>
                  </a:moveTo>
                  <a:lnTo>
                    <a:pt x="0" y="105156"/>
                  </a:lnTo>
                  <a:lnTo>
                    <a:pt x="1524" y="105156"/>
                  </a:lnTo>
                  <a:lnTo>
                    <a:pt x="0" y="108204"/>
                  </a:lnTo>
                  <a:close/>
                </a:path>
              </a:pathLst>
            </a:custGeom>
            <a:solidFill>
              <a:srgbClr val="A854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832914" y="3412426"/>
              <a:ext cx="253174" cy="25479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566023" y="3824287"/>
              <a:ext cx="126587" cy="11753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747557" y="3812095"/>
              <a:ext cx="603885" cy="149860"/>
            </a:xfrm>
            <a:custGeom>
              <a:avLst/>
              <a:gdLst/>
              <a:ahLst/>
              <a:cxnLst/>
              <a:rect l="l" t="t" r="r" b="b"/>
              <a:pathLst>
                <a:path w="603884" h="149860">
                  <a:moveTo>
                    <a:pt x="64008" y="12204"/>
                  </a:moveTo>
                  <a:lnTo>
                    <a:pt x="7620" y="12204"/>
                  </a:lnTo>
                  <a:lnTo>
                    <a:pt x="7620" y="30581"/>
                  </a:lnTo>
                  <a:lnTo>
                    <a:pt x="64008" y="30581"/>
                  </a:lnTo>
                  <a:lnTo>
                    <a:pt x="64008" y="12204"/>
                  </a:lnTo>
                  <a:close/>
                </a:path>
                <a:path w="603884" h="149860">
                  <a:moveTo>
                    <a:pt x="141833" y="25920"/>
                  </a:moveTo>
                  <a:lnTo>
                    <a:pt x="102108" y="25920"/>
                  </a:lnTo>
                  <a:lnTo>
                    <a:pt x="103632" y="12"/>
                  </a:lnTo>
                  <a:lnTo>
                    <a:pt x="83820" y="12"/>
                  </a:lnTo>
                  <a:lnTo>
                    <a:pt x="83820" y="25920"/>
                  </a:lnTo>
                  <a:lnTo>
                    <a:pt x="67056" y="25920"/>
                  </a:lnTo>
                  <a:lnTo>
                    <a:pt x="67056" y="45821"/>
                  </a:lnTo>
                  <a:lnTo>
                    <a:pt x="82296" y="45821"/>
                  </a:lnTo>
                  <a:lnTo>
                    <a:pt x="82219" y="48869"/>
                  </a:lnTo>
                  <a:lnTo>
                    <a:pt x="77152" y="101752"/>
                  </a:lnTo>
                  <a:lnTo>
                    <a:pt x="73152" y="112877"/>
                  </a:lnTo>
                  <a:lnTo>
                    <a:pt x="71755" y="109829"/>
                  </a:lnTo>
                  <a:lnTo>
                    <a:pt x="71666" y="109613"/>
                  </a:lnTo>
                  <a:lnTo>
                    <a:pt x="56388" y="76301"/>
                  </a:lnTo>
                  <a:lnTo>
                    <a:pt x="39624" y="80873"/>
                  </a:lnTo>
                  <a:lnTo>
                    <a:pt x="42799" y="87731"/>
                  </a:lnTo>
                  <a:lnTo>
                    <a:pt x="45529" y="94589"/>
                  </a:lnTo>
                  <a:lnTo>
                    <a:pt x="48094" y="101752"/>
                  </a:lnTo>
                  <a:lnTo>
                    <a:pt x="50292" y="108305"/>
                  </a:lnTo>
                  <a:lnTo>
                    <a:pt x="44196" y="109829"/>
                  </a:lnTo>
                  <a:lnTo>
                    <a:pt x="25908" y="109829"/>
                  </a:lnTo>
                  <a:lnTo>
                    <a:pt x="26009" y="109613"/>
                  </a:lnTo>
                  <a:lnTo>
                    <a:pt x="30226" y="99542"/>
                  </a:lnTo>
                  <a:lnTo>
                    <a:pt x="34099" y="89255"/>
                  </a:lnTo>
                  <a:lnTo>
                    <a:pt x="37706" y="78968"/>
                  </a:lnTo>
                  <a:lnTo>
                    <a:pt x="41148" y="68681"/>
                  </a:lnTo>
                  <a:lnTo>
                    <a:pt x="70104" y="68681"/>
                  </a:lnTo>
                  <a:lnTo>
                    <a:pt x="70104" y="48869"/>
                  </a:lnTo>
                  <a:lnTo>
                    <a:pt x="1524" y="48869"/>
                  </a:lnTo>
                  <a:lnTo>
                    <a:pt x="1524" y="68681"/>
                  </a:lnTo>
                  <a:lnTo>
                    <a:pt x="19812" y="68681"/>
                  </a:lnTo>
                  <a:lnTo>
                    <a:pt x="14363" y="86321"/>
                  </a:lnTo>
                  <a:lnTo>
                    <a:pt x="9334" y="100114"/>
                  </a:lnTo>
                  <a:lnTo>
                    <a:pt x="4597" y="109613"/>
                  </a:lnTo>
                  <a:lnTo>
                    <a:pt x="0" y="114401"/>
                  </a:lnTo>
                  <a:lnTo>
                    <a:pt x="9144" y="132791"/>
                  </a:lnTo>
                  <a:lnTo>
                    <a:pt x="12192" y="131267"/>
                  </a:lnTo>
                  <a:lnTo>
                    <a:pt x="18288" y="131267"/>
                  </a:lnTo>
                  <a:lnTo>
                    <a:pt x="24384" y="129743"/>
                  </a:lnTo>
                  <a:lnTo>
                    <a:pt x="65532" y="126695"/>
                  </a:lnTo>
                  <a:lnTo>
                    <a:pt x="59436" y="132791"/>
                  </a:lnTo>
                  <a:lnTo>
                    <a:pt x="57912" y="135839"/>
                  </a:lnTo>
                  <a:lnTo>
                    <a:pt x="64008" y="140411"/>
                  </a:lnTo>
                  <a:lnTo>
                    <a:pt x="70104" y="143459"/>
                  </a:lnTo>
                  <a:lnTo>
                    <a:pt x="74676" y="148031"/>
                  </a:lnTo>
                  <a:lnTo>
                    <a:pt x="94564" y="114922"/>
                  </a:lnTo>
                  <a:lnTo>
                    <a:pt x="98564" y="99542"/>
                  </a:lnTo>
                  <a:lnTo>
                    <a:pt x="99060" y="93065"/>
                  </a:lnTo>
                  <a:lnTo>
                    <a:pt x="101866" y="59867"/>
                  </a:lnTo>
                  <a:lnTo>
                    <a:pt x="102108" y="45821"/>
                  </a:lnTo>
                  <a:lnTo>
                    <a:pt x="122021" y="45821"/>
                  </a:lnTo>
                  <a:lnTo>
                    <a:pt x="121983" y="60921"/>
                  </a:lnTo>
                  <a:lnTo>
                    <a:pt x="121881" y="68681"/>
                  </a:lnTo>
                  <a:lnTo>
                    <a:pt x="121767" y="74015"/>
                  </a:lnTo>
                  <a:lnTo>
                    <a:pt x="121678" y="76301"/>
                  </a:lnTo>
                  <a:lnTo>
                    <a:pt x="121577" y="78968"/>
                  </a:lnTo>
                  <a:lnTo>
                    <a:pt x="121500" y="80873"/>
                  </a:lnTo>
                  <a:lnTo>
                    <a:pt x="121373" y="83972"/>
                  </a:lnTo>
                  <a:lnTo>
                    <a:pt x="121310" y="84823"/>
                  </a:lnTo>
                  <a:lnTo>
                    <a:pt x="121183" y="86321"/>
                  </a:lnTo>
                  <a:lnTo>
                    <a:pt x="121069" y="87731"/>
                  </a:lnTo>
                  <a:lnTo>
                    <a:pt x="120942" y="89255"/>
                  </a:lnTo>
                  <a:lnTo>
                    <a:pt x="120624" y="93065"/>
                  </a:lnTo>
                  <a:lnTo>
                    <a:pt x="120497" y="118973"/>
                  </a:lnTo>
                  <a:lnTo>
                    <a:pt x="115925" y="123545"/>
                  </a:lnTo>
                  <a:lnTo>
                    <a:pt x="94488" y="123545"/>
                  </a:lnTo>
                  <a:lnTo>
                    <a:pt x="96012" y="131267"/>
                  </a:lnTo>
                  <a:lnTo>
                    <a:pt x="97536" y="137363"/>
                  </a:lnTo>
                  <a:lnTo>
                    <a:pt x="99060" y="144957"/>
                  </a:lnTo>
                  <a:lnTo>
                    <a:pt x="109410" y="144957"/>
                  </a:lnTo>
                  <a:lnTo>
                    <a:pt x="117436" y="144792"/>
                  </a:lnTo>
                  <a:lnTo>
                    <a:pt x="123164" y="144335"/>
                  </a:lnTo>
                  <a:lnTo>
                    <a:pt x="126593" y="143459"/>
                  </a:lnTo>
                  <a:lnTo>
                    <a:pt x="129641" y="143459"/>
                  </a:lnTo>
                  <a:lnTo>
                    <a:pt x="132689" y="141935"/>
                  </a:lnTo>
                  <a:lnTo>
                    <a:pt x="134213" y="138887"/>
                  </a:lnTo>
                  <a:lnTo>
                    <a:pt x="137261" y="137363"/>
                  </a:lnTo>
                  <a:lnTo>
                    <a:pt x="138785" y="134315"/>
                  </a:lnTo>
                  <a:lnTo>
                    <a:pt x="138785" y="128219"/>
                  </a:lnTo>
                  <a:lnTo>
                    <a:pt x="140309" y="122021"/>
                  </a:lnTo>
                  <a:lnTo>
                    <a:pt x="140335" y="108305"/>
                  </a:lnTo>
                  <a:lnTo>
                    <a:pt x="140462" y="101447"/>
                  </a:lnTo>
                  <a:lnTo>
                    <a:pt x="140589" y="94589"/>
                  </a:lnTo>
                  <a:lnTo>
                    <a:pt x="140716" y="87731"/>
                  </a:lnTo>
                  <a:lnTo>
                    <a:pt x="140830" y="80873"/>
                  </a:lnTo>
                  <a:lnTo>
                    <a:pt x="140957" y="74015"/>
                  </a:lnTo>
                  <a:lnTo>
                    <a:pt x="141071" y="68084"/>
                  </a:lnTo>
                  <a:lnTo>
                    <a:pt x="141833" y="25920"/>
                  </a:lnTo>
                  <a:close/>
                </a:path>
                <a:path w="603884" h="149860">
                  <a:moveTo>
                    <a:pt x="201269" y="7620"/>
                  </a:moveTo>
                  <a:lnTo>
                    <a:pt x="181457" y="1524"/>
                  </a:lnTo>
                  <a:lnTo>
                    <a:pt x="176072" y="20205"/>
                  </a:lnTo>
                  <a:lnTo>
                    <a:pt x="169265" y="37426"/>
                  </a:lnTo>
                  <a:lnTo>
                    <a:pt x="161315" y="53492"/>
                  </a:lnTo>
                  <a:lnTo>
                    <a:pt x="152501" y="68681"/>
                  </a:lnTo>
                  <a:lnTo>
                    <a:pt x="154495" y="76301"/>
                  </a:lnTo>
                  <a:lnTo>
                    <a:pt x="156121" y="83540"/>
                  </a:lnTo>
                  <a:lnTo>
                    <a:pt x="157416" y="90017"/>
                  </a:lnTo>
                  <a:lnTo>
                    <a:pt x="158597" y="96113"/>
                  </a:lnTo>
                  <a:lnTo>
                    <a:pt x="163169" y="90017"/>
                  </a:lnTo>
                  <a:lnTo>
                    <a:pt x="166217" y="82397"/>
                  </a:lnTo>
                  <a:lnTo>
                    <a:pt x="170789" y="76301"/>
                  </a:lnTo>
                  <a:lnTo>
                    <a:pt x="170789" y="148018"/>
                  </a:lnTo>
                  <a:lnTo>
                    <a:pt x="190601" y="148018"/>
                  </a:lnTo>
                  <a:lnTo>
                    <a:pt x="190601" y="76301"/>
                  </a:lnTo>
                  <a:lnTo>
                    <a:pt x="190601" y="36677"/>
                  </a:lnTo>
                  <a:lnTo>
                    <a:pt x="193763" y="29565"/>
                  </a:lnTo>
                  <a:lnTo>
                    <a:pt x="196507" y="22148"/>
                  </a:lnTo>
                  <a:lnTo>
                    <a:pt x="198958" y="14732"/>
                  </a:lnTo>
                  <a:lnTo>
                    <a:pt x="201269" y="7620"/>
                  </a:lnTo>
                  <a:close/>
                </a:path>
                <a:path w="603884" h="149860">
                  <a:moveTo>
                    <a:pt x="300418" y="24384"/>
                  </a:moveTo>
                  <a:lnTo>
                    <a:pt x="234797" y="24384"/>
                  </a:lnTo>
                  <a:lnTo>
                    <a:pt x="239369" y="6096"/>
                  </a:lnTo>
                  <a:lnTo>
                    <a:pt x="221081" y="0"/>
                  </a:lnTo>
                  <a:lnTo>
                    <a:pt x="215938" y="16598"/>
                  </a:lnTo>
                  <a:lnTo>
                    <a:pt x="209651" y="32054"/>
                  </a:lnTo>
                  <a:lnTo>
                    <a:pt x="202222" y="46380"/>
                  </a:lnTo>
                  <a:lnTo>
                    <a:pt x="193649" y="59537"/>
                  </a:lnTo>
                  <a:lnTo>
                    <a:pt x="198221" y="67157"/>
                  </a:lnTo>
                  <a:lnTo>
                    <a:pt x="202793" y="73253"/>
                  </a:lnTo>
                  <a:lnTo>
                    <a:pt x="205841" y="79349"/>
                  </a:lnTo>
                  <a:lnTo>
                    <a:pt x="211289" y="71056"/>
                  </a:lnTo>
                  <a:lnTo>
                    <a:pt x="216319" y="62204"/>
                  </a:lnTo>
                  <a:lnTo>
                    <a:pt x="221056" y="52768"/>
                  </a:lnTo>
                  <a:lnTo>
                    <a:pt x="225653" y="42773"/>
                  </a:lnTo>
                  <a:lnTo>
                    <a:pt x="230225" y="42773"/>
                  </a:lnTo>
                  <a:lnTo>
                    <a:pt x="230225" y="148018"/>
                  </a:lnTo>
                  <a:lnTo>
                    <a:pt x="251561" y="148018"/>
                  </a:lnTo>
                  <a:lnTo>
                    <a:pt x="251561" y="117449"/>
                  </a:lnTo>
                  <a:lnTo>
                    <a:pt x="295846" y="117449"/>
                  </a:lnTo>
                  <a:lnTo>
                    <a:pt x="295846" y="99161"/>
                  </a:lnTo>
                  <a:lnTo>
                    <a:pt x="251561" y="99161"/>
                  </a:lnTo>
                  <a:lnTo>
                    <a:pt x="251561" y="80873"/>
                  </a:lnTo>
                  <a:lnTo>
                    <a:pt x="292798" y="80873"/>
                  </a:lnTo>
                  <a:lnTo>
                    <a:pt x="292798" y="61061"/>
                  </a:lnTo>
                  <a:lnTo>
                    <a:pt x="251561" y="61061"/>
                  </a:lnTo>
                  <a:lnTo>
                    <a:pt x="251561" y="42773"/>
                  </a:lnTo>
                  <a:lnTo>
                    <a:pt x="300418" y="42773"/>
                  </a:lnTo>
                  <a:lnTo>
                    <a:pt x="300418" y="24384"/>
                  </a:lnTo>
                  <a:close/>
                </a:path>
                <a:path w="603884" h="149860">
                  <a:moveTo>
                    <a:pt x="454444" y="54965"/>
                  </a:moveTo>
                  <a:lnTo>
                    <a:pt x="439305" y="43827"/>
                  </a:lnTo>
                  <a:lnTo>
                    <a:pt x="425869" y="31102"/>
                  </a:lnTo>
                  <a:lnTo>
                    <a:pt x="414159" y="16954"/>
                  </a:lnTo>
                  <a:lnTo>
                    <a:pt x="404152" y="1524"/>
                  </a:lnTo>
                  <a:lnTo>
                    <a:pt x="385775" y="10668"/>
                  </a:lnTo>
                  <a:lnTo>
                    <a:pt x="393446" y="24130"/>
                  </a:lnTo>
                  <a:lnTo>
                    <a:pt x="402577" y="36855"/>
                  </a:lnTo>
                  <a:lnTo>
                    <a:pt x="412851" y="48704"/>
                  </a:lnTo>
                  <a:lnTo>
                    <a:pt x="423964" y="59537"/>
                  </a:lnTo>
                  <a:lnTo>
                    <a:pt x="335483" y="59537"/>
                  </a:lnTo>
                  <a:lnTo>
                    <a:pt x="347243" y="48679"/>
                  </a:lnTo>
                  <a:lnTo>
                    <a:pt x="357581" y="36664"/>
                  </a:lnTo>
                  <a:lnTo>
                    <a:pt x="366763" y="23495"/>
                  </a:lnTo>
                  <a:lnTo>
                    <a:pt x="375107" y="9144"/>
                  </a:lnTo>
                  <a:lnTo>
                    <a:pt x="355295" y="1524"/>
                  </a:lnTo>
                  <a:lnTo>
                    <a:pt x="345935" y="17005"/>
                  </a:lnTo>
                  <a:lnTo>
                    <a:pt x="334149" y="31483"/>
                  </a:lnTo>
                  <a:lnTo>
                    <a:pt x="320357" y="45110"/>
                  </a:lnTo>
                  <a:lnTo>
                    <a:pt x="305003" y="58013"/>
                  </a:lnTo>
                  <a:lnTo>
                    <a:pt x="314147" y="67157"/>
                  </a:lnTo>
                  <a:lnTo>
                    <a:pt x="318719" y="74777"/>
                  </a:lnTo>
                  <a:lnTo>
                    <a:pt x="320243" y="71729"/>
                  </a:lnTo>
                  <a:lnTo>
                    <a:pt x="326339" y="68681"/>
                  </a:lnTo>
                  <a:lnTo>
                    <a:pt x="326339" y="80873"/>
                  </a:lnTo>
                  <a:lnTo>
                    <a:pt x="347675" y="80873"/>
                  </a:lnTo>
                  <a:lnTo>
                    <a:pt x="346151" y="91541"/>
                  </a:lnTo>
                  <a:lnTo>
                    <a:pt x="344627" y="99161"/>
                  </a:lnTo>
                  <a:lnTo>
                    <a:pt x="341579" y="103733"/>
                  </a:lnTo>
                  <a:lnTo>
                    <a:pt x="340055" y="108305"/>
                  </a:lnTo>
                  <a:lnTo>
                    <a:pt x="335483" y="112877"/>
                  </a:lnTo>
                  <a:lnTo>
                    <a:pt x="317195" y="126682"/>
                  </a:lnTo>
                  <a:lnTo>
                    <a:pt x="308051" y="129730"/>
                  </a:lnTo>
                  <a:lnTo>
                    <a:pt x="312623" y="134302"/>
                  </a:lnTo>
                  <a:lnTo>
                    <a:pt x="317195" y="140398"/>
                  </a:lnTo>
                  <a:lnTo>
                    <a:pt x="323291" y="148018"/>
                  </a:lnTo>
                  <a:lnTo>
                    <a:pt x="330758" y="144576"/>
                  </a:lnTo>
                  <a:lnTo>
                    <a:pt x="362915" y="112877"/>
                  </a:lnTo>
                  <a:lnTo>
                    <a:pt x="369011" y="80873"/>
                  </a:lnTo>
                  <a:lnTo>
                    <a:pt x="405676" y="80873"/>
                  </a:lnTo>
                  <a:lnTo>
                    <a:pt x="402628" y="120497"/>
                  </a:lnTo>
                  <a:lnTo>
                    <a:pt x="401104" y="122021"/>
                  </a:lnTo>
                  <a:lnTo>
                    <a:pt x="386346" y="121831"/>
                  </a:lnTo>
                  <a:lnTo>
                    <a:pt x="378460" y="121373"/>
                  </a:lnTo>
                  <a:lnTo>
                    <a:pt x="369011" y="120497"/>
                  </a:lnTo>
                  <a:lnTo>
                    <a:pt x="372059" y="135826"/>
                  </a:lnTo>
                  <a:lnTo>
                    <a:pt x="372059" y="143446"/>
                  </a:lnTo>
                  <a:lnTo>
                    <a:pt x="408724" y="143446"/>
                  </a:lnTo>
                  <a:lnTo>
                    <a:pt x="427278" y="115785"/>
                  </a:lnTo>
                  <a:lnTo>
                    <a:pt x="430060" y="65633"/>
                  </a:lnTo>
                  <a:lnTo>
                    <a:pt x="436156" y="71729"/>
                  </a:lnTo>
                  <a:lnTo>
                    <a:pt x="440728" y="74777"/>
                  </a:lnTo>
                  <a:lnTo>
                    <a:pt x="445300" y="67157"/>
                  </a:lnTo>
                  <a:lnTo>
                    <a:pt x="454444" y="54965"/>
                  </a:lnTo>
                  <a:close/>
                </a:path>
                <a:path w="603884" h="149860">
                  <a:moveTo>
                    <a:pt x="600837" y="33629"/>
                  </a:moveTo>
                  <a:lnTo>
                    <a:pt x="567309" y="33629"/>
                  </a:lnTo>
                  <a:lnTo>
                    <a:pt x="590169" y="15240"/>
                  </a:lnTo>
                  <a:lnTo>
                    <a:pt x="577977" y="3048"/>
                  </a:lnTo>
                  <a:lnTo>
                    <a:pt x="570509" y="8509"/>
                  </a:lnTo>
                  <a:lnTo>
                    <a:pt x="563880" y="13525"/>
                  </a:lnTo>
                  <a:lnTo>
                    <a:pt x="557834" y="18275"/>
                  </a:lnTo>
                  <a:lnTo>
                    <a:pt x="552069" y="22860"/>
                  </a:lnTo>
                  <a:lnTo>
                    <a:pt x="561213" y="33629"/>
                  </a:lnTo>
                  <a:lnTo>
                    <a:pt x="541312" y="33629"/>
                  </a:lnTo>
                  <a:lnTo>
                    <a:pt x="541312" y="1524"/>
                  </a:lnTo>
                  <a:lnTo>
                    <a:pt x="521500" y="1524"/>
                  </a:lnTo>
                  <a:lnTo>
                    <a:pt x="521500" y="33629"/>
                  </a:lnTo>
                  <a:lnTo>
                    <a:pt x="503212" y="33629"/>
                  </a:lnTo>
                  <a:lnTo>
                    <a:pt x="509308" y="25908"/>
                  </a:lnTo>
                  <a:lnTo>
                    <a:pt x="513880" y="22860"/>
                  </a:lnTo>
                  <a:lnTo>
                    <a:pt x="507022" y="17411"/>
                  </a:lnTo>
                  <a:lnTo>
                    <a:pt x="500164" y="12382"/>
                  </a:lnTo>
                  <a:lnTo>
                    <a:pt x="493306" y="7645"/>
                  </a:lnTo>
                  <a:lnTo>
                    <a:pt x="486448" y="3048"/>
                  </a:lnTo>
                  <a:lnTo>
                    <a:pt x="475780" y="15240"/>
                  </a:lnTo>
                  <a:lnTo>
                    <a:pt x="498640" y="33629"/>
                  </a:lnTo>
                  <a:lnTo>
                    <a:pt x="463588" y="33629"/>
                  </a:lnTo>
                  <a:lnTo>
                    <a:pt x="463588" y="50393"/>
                  </a:lnTo>
                  <a:lnTo>
                    <a:pt x="509308" y="50393"/>
                  </a:lnTo>
                  <a:lnTo>
                    <a:pt x="500468" y="55816"/>
                  </a:lnTo>
                  <a:lnTo>
                    <a:pt x="490067" y="60680"/>
                  </a:lnTo>
                  <a:lnTo>
                    <a:pt x="478231" y="64960"/>
                  </a:lnTo>
                  <a:lnTo>
                    <a:pt x="465112" y="68681"/>
                  </a:lnTo>
                  <a:lnTo>
                    <a:pt x="469684" y="74777"/>
                  </a:lnTo>
                  <a:lnTo>
                    <a:pt x="472732" y="80873"/>
                  </a:lnTo>
                  <a:lnTo>
                    <a:pt x="474256" y="85445"/>
                  </a:lnTo>
                  <a:lnTo>
                    <a:pt x="488276" y="81445"/>
                  </a:lnTo>
                  <a:lnTo>
                    <a:pt x="500735" y="76301"/>
                  </a:lnTo>
                  <a:lnTo>
                    <a:pt x="511759" y="70015"/>
                  </a:lnTo>
                  <a:lnTo>
                    <a:pt x="521500" y="62585"/>
                  </a:lnTo>
                  <a:lnTo>
                    <a:pt x="521500" y="76301"/>
                  </a:lnTo>
                  <a:lnTo>
                    <a:pt x="541312" y="76301"/>
                  </a:lnTo>
                  <a:lnTo>
                    <a:pt x="541312" y="64109"/>
                  </a:lnTo>
                  <a:lnTo>
                    <a:pt x="580199" y="82105"/>
                  </a:lnTo>
                  <a:lnTo>
                    <a:pt x="590169" y="86969"/>
                  </a:lnTo>
                  <a:lnTo>
                    <a:pt x="599313" y="70205"/>
                  </a:lnTo>
                  <a:lnTo>
                    <a:pt x="583717" y="64109"/>
                  </a:lnTo>
                  <a:lnTo>
                    <a:pt x="579767" y="62585"/>
                  </a:lnTo>
                  <a:lnTo>
                    <a:pt x="562394" y="55816"/>
                  </a:lnTo>
                  <a:lnTo>
                    <a:pt x="549021" y="50393"/>
                  </a:lnTo>
                  <a:lnTo>
                    <a:pt x="600837" y="50393"/>
                  </a:lnTo>
                  <a:lnTo>
                    <a:pt x="600837" y="33629"/>
                  </a:lnTo>
                  <a:close/>
                </a:path>
                <a:path w="603884" h="149860">
                  <a:moveTo>
                    <a:pt x="603885" y="129730"/>
                  </a:moveTo>
                  <a:lnTo>
                    <a:pt x="587629" y="127457"/>
                  </a:lnTo>
                  <a:lnTo>
                    <a:pt x="573214" y="123024"/>
                  </a:lnTo>
                  <a:lnTo>
                    <a:pt x="560819" y="116586"/>
                  </a:lnTo>
                  <a:lnTo>
                    <a:pt x="552437" y="109829"/>
                  </a:lnTo>
                  <a:lnTo>
                    <a:pt x="550545" y="108305"/>
                  </a:lnTo>
                  <a:lnTo>
                    <a:pt x="602361" y="108305"/>
                  </a:lnTo>
                  <a:lnTo>
                    <a:pt x="602361" y="90017"/>
                  </a:lnTo>
                  <a:lnTo>
                    <a:pt x="539788" y="90017"/>
                  </a:lnTo>
                  <a:lnTo>
                    <a:pt x="541312" y="86969"/>
                  </a:lnTo>
                  <a:lnTo>
                    <a:pt x="541312" y="80873"/>
                  </a:lnTo>
                  <a:lnTo>
                    <a:pt x="521500" y="80873"/>
                  </a:lnTo>
                  <a:lnTo>
                    <a:pt x="521500" y="83921"/>
                  </a:lnTo>
                  <a:lnTo>
                    <a:pt x="519976" y="86969"/>
                  </a:lnTo>
                  <a:lnTo>
                    <a:pt x="519976" y="90017"/>
                  </a:lnTo>
                  <a:lnTo>
                    <a:pt x="460540" y="90017"/>
                  </a:lnTo>
                  <a:lnTo>
                    <a:pt x="460540" y="108305"/>
                  </a:lnTo>
                  <a:lnTo>
                    <a:pt x="513880" y="108305"/>
                  </a:lnTo>
                  <a:lnTo>
                    <a:pt x="505307" y="115722"/>
                  </a:lnTo>
                  <a:lnTo>
                    <a:pt x="493306" y="121881"/>
                  </a:lnTo>
                  <a:lnTo>
                    <a:pt x="477875" y="126606"/>
                  </a:lnTo>
                  <a:lnTo>
                    <a:pt x="459016" y="129730"/>
                  </a:lnTo>
                  <a:lnTo>
                    <a:pt x="463588" y="134302"/>
                  </a:lnTo>
                  <a:lnTo>
                    <a:pt x="466636" y="140398"/>
                  </a:lnTo>
                  <a:lnTo>
                    <a:pt x="472732" y="148018"/>
                  </a:lnTo>
                  <a:lnTo>
                    <a:pt x="495300" y="141427"/>
                  </a:lnTo>
                  <a:lnTo>
                    <a:pt x="512737" y="132969"/>
                  </a:lnTo>
                  <a:lnTo>
                    <a:pt x="525018" y="122478"/>
                  </a:lnTo>
                  <a:lnTo>
                    <a:pt x="532168" y="109829"/>
                  </a:lnTo>
                  <a:lnTo>
                    <a:pt x="542798" y="123571"/>
                  </a:lnTo>
                  <a:lnTo>
                    <a:pt x="556260" y="134874"/>
                  </a:lnTo>
                  <a:lnTo>
                    <a:pt x="572554" y="143573"/>
                  </a:lnTo>
                  <a:lnTo>
                    <a:pt x="591693" y="149542"/>
                  </a:lnTo>
                  <a:lnTo>
                    <a:pt x="593217" y="144970"/>
                  </a:lnTo>
                  <a:lnTo>
                    <a:pt x="597789" y="137350"/>
                  </a:lnTo>
                  <a:lnTo>
                    <a:pt x="603885" y="129730"/>
                  </a:lnTo>
                  <a:close/>
                </a:path>
              </a:pathLst>
            </a:custGeom>
            <a:solidFill>
              <a:srgbClr val="1F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555355" y="4053173"/>
              <a:ext cx="338613" cy="11134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936640" y="4062317"/>
              <a:ext cx="417861" cy="8848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8587454" y="4225480"/>
              <a:ext cx="744220" cy="181610"/>
            </a:xfrm>
            <a:custGeom>
              <a:avLst/>
              <a:gdLst/>
              <a:ahLst/>
              <a:cxnLst/>
              <a:rect l="l" t="t" r="r" b="b"/>
              <a:pathLst>
                <a:path w="744220" h="181610">
                  <a:moveTo>
                    <a:pt x="710660" y="181546"/>
                  </a:moveTo>
                  <a:lnTo>
                    <a:pt x="33528" y="181546"/>
                  </a:lnTo>
                  <a:lnTo>
                    <a:pt x="19812" y="176974"/>
                  </a:lnTo>
                  <a:lnTo>
                    <a:pt x="15240" y="173926"/>
                  </a:lnTo>
                  <a:lnTo>
                    <a:pt x="4572" y="163258"/>
                  </a:lnTo>
                  <a:lnTo>
                    <a:pt x="3048" y="157162"/>
                  </a:lnTo>
                  <a:lnTo>
                    <a:pt x="0" y="148018"/>
                  </a:lnTo>
                  <a:lnTo>
                    <a:pt x="0" y="143446"/>
                  </a:lnTo>
                  <a:lnTo>
                    <a:pt x="0" y="33623"/>
                  </a:lnTo>
                  <a:lnTo>
                    <a:pt x="4572" y="19907"/>
                  </a:lnTo>
                  <a:lnTo>
                    <a:pt x="7620" y="15335"/>
                  </a:lnTo>
                  <a:lnTo>
                    <a:pt x="12192" y="12287"/>
                  </a:lnTo>
                  <a:lnTo>
                    <a:pt x="15240" y="7715"/>
                  </a:lnTo>
                  <a:lnTo>
                    <a:pt x="19812" y="4667"/>
                  </a:lnTo>
                  <a:lnTo>
                    <a:pt x="33528" y="0"/>
                  </a:lnTo>
                  <a:lnTo>
                    <a:pt x="710660" y="0"/>
                  </a:lnTo>
                  <a:lnTo>
                    <a:pt x="724376" y="4667"/>
                  </a:lnTo>
                  <a:lnTo>
                    <a:pt x="728948" y="7715"/>
                  </a:lnTo>
                  <a:lnTo>
                    <a:pt x="731996" y="12287"/>
                  </a:lnTo>
                  <a:lnTo>
                    <a:pt x="736568" y="15335"/>
                  </a:lnTo>
                  <a:lnTo>
                    <a:pt x="739616" y="19907"/>
                  </a:lnTo>
                  <a:lnTo>
                    <a:pt x="744188" y="33623"/>
                  </a:lnTo>
                  <a:lnTo>
                    <a:pt x="744188" y="148018"/>
                  </a:lnTo>
                  <a:lnTo>
                    <a:pt x="741140" y="157162"/>
                  </a:lnTo>
                  <a:lnTo>
                    <a:pt x="739616" y="163258"/>
                  </a:lnTo>
                  <a:lnTo>
                    <a:pt x="728948" y="173926"/>
                  </a:lnTo>
                  <a:lnTo>
                    <a:pt x="724376" y="176974"/>
                  </a:lnTo>
                  <a:lnTo>
                    <a:pt x="710660" y="1815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666696" y="4272826"/>
              <a:ext cx="582930" cy="78105"/>
            </a:xfrm>
            <a:custGeom>
              <a:avLst/>
              <a:gdLst/>
              <a:ahLst/>
              <a:cxnLst/>
              <a:rect l="l" t="t" r="r" b="b"/>
              <a:pathLst>
                <a:path w="582929" h="78104">
                  <a:moveTo>
                    <a:pt x="54952" y="6096"/>
                  </a:moveTo>
                  <a:lnTo>
                    <a:pt x="50380" y="4572"/>
                  </a:lnTo>
                  <a:lnTo>
                    <a:pt x="44196" y="3048"/>
                  </a:lnTo>
                  <a:lnTo>
                    <a:pt x="36576" y="3048"/>
                  </a:lnTo>
                  <a:lnTo>
                    <a:pt x="2476" y="26479"/>
                  </a:lnTo>
                  <a:lnTo>
                    <a:pt x="0" y="42672"/>
                  </a:lnTo>
                  <a:lnTo>
                    <a:pt x="571" y="50203"/>
                  </a:lnTo>
                  <a:lnTo>
                    <a:pt x="33528" y="77812"/>
                  </a:lnTo>
                  <a:lnTo>
                    <a:pt x="42672" y="77812"/>
                  </a:lnTo>
                  <a:lnTo>
                    <a:pt x="48856" y="76288"/>
                  </a:lnTo>
                  <a:lnTo>
                    <a:pt x="54952" y="73240"/>
                  </a:lnTo>
                  <a:lnTo>
                    <a:pt x="54952" y="65620"/>
                  </a:lnTo>
                  <a:lnTo>
                    <a:pt x="48856" y="68668"/>
                  </a:lnTo>
                  <a:lnTo>
                    <a:pt x="42672" y="70192"/>
                  </a:lnTo>
                  <a:lnTo>
                    <a:pt x="27432" y="70192"/>
                  </a:lnTo>
                  <a:lnTo>
                    <a:pt x="21336" y="67144"/>
                  </a:lnTo>
                  <a:lnTo>
                    <a:pt x="16764" y="62572"/>
                  </a:lnTo>
                  <a:lnTo>
                    <a:pt x="12192" y="56476"/>
                  </a:lnTo>
                  <a:lnTo>
                    <a:pt x="10668" y="50292"/>
                  </a:lnTo>
                  <a:lnTo>
                    <a:pt x="10668" y="32004"/>
                  </a:lnTo>
                  <a:lnTo>
                    <a:pt x="12192" y="25908"/>
                  </a:lnTo>
                  <a:lnTo>
                    <a:pt x="22860" y="15240"/>
                  </a:lnTo>
                  <a:lnTo>
                    <a:pt x="28956" y="12192"/>
                  </a:lnTo>
                  <a:lnTo>
                    <a:pt x="42672" y="12192"/>
                  </a:lnTo>
                  <a:lnTo>
                    <a:pt x="48856" y="13716"/>
                  </a:lnTo>
                  <a:lnTo>
                    <a:pt x="54952" y="16764"/>
                  </a:lnTo>
                  <a:lnTo>
                    <a:pt x="54952" y="6096"/>
                  </a:lnTo>
                  <a:close/>
                </a:path>
                <a:path w="582929" h="78104">
                  <a:moveTo>
                    <a:pt x="76479" y="482"/>
                  </a:moveTo>
                  <a:lnTo>
                    <a:pt x="67348" y="482"/>
                  </a:lnTo>
                  <a:lnTo>
                    <a:pt x="67348" y="76682"/>
                  </a:lnTo>
                  <a:lnTo>
                    <a:pt x="76479" y="76682"/>
                  </a:lnTo>
                  <a:lnTo>
                    <a:pt x="76479" y="482"/>
                  </a:lnTo>
                  <a:close/>
                </a:path>
                <a:path w="582929" h="78104">
                  <a:moveTo>
                    <a:pt x="129641" y="44196"/>
                  </a:moveTo>
                  <a:lnTo>
                    <a:pt x="128498" y="35318"/>
                  </a:lnTo>
                  <a:lnTo>
                    <a:pt x="126657" y="32004"/>
                  </a:lnTo>
                  <a:lnTo>
                    <a:pt x="125069" y="29146"/>
                  </a:lnTo>
                  <a:lnTo>
                    <a:pt x="119354" y="25552"/>
                  </a:lnTo>
                  <a:lnTo>
                    <a:pt x="111353" y="24384"/>
                  </a:lnTo>
                  <a:lnTo>
                    <a:pt x="105257" y="24384"/>
                  </a:lnTo>
                  <a:lnTo>
                    <a:pt x="99161" y="25908"/>
                  </a:lnTo>
                  <a:lnTo>
                    <a:pt x="94589" y="28956"/>
                  </a:lnTo>
                  <a:lnTo>
                    <a:pt x="94589" y="38100"/>
                  </a:lnTo>
                  <a:lnTo>
                    <a:pt x="99161" y="33528"/>
                  </a:lnTo>
                  <a:lnTo>
                    <a:pt x="105257" y="32004"/>
                  </a:lnTo>
                  <a:lnTo>
                    <a:pt x="117449" y="32004"/>
                  </a:lnTo>
                  <a:lnTo>
                    <a:pt x="122021" y="35052"/>
                  </a:lnTo>
                  <a:lnTo>
                    <a:pt x="122021" y="44196"/>
                  </a:lnTo>
                  <a:lnTo>
                    <a:pt x="122021" y="50292"/>
                  </a:lnTo>
                  <a:lnTo>
                    <a:pt x="122021" y="61048"/>
                  </a:lnTo>
                  <a:lnTo>
                    <a:pt x="120497" y="64096"/>
                  </a:lnTo>
                  <a:lnTo>
                    <a:pt x="117449" y="67144"/>
                  </a:lnTo>
                  <a:lnTo>
                    <a:pt x="111353" y="70192"/>
                  </a:lnTo>
                  <a:lnTo>
                    <a:pt x="102209" y="70192"/>
                  </a:lnTo>
                  <a:lnTo>
                    <a:pt x="97637" y="65620"/>
                  </a:lnTo>
                  <a:lnTo>
                    <a:pt x="97637" y="59524"/>
                  </a:lnTo>
                  <a:lnTo>
                    <a:pt x="102209" y="54952"/>
                  </a:lnTo>
                  <a:lnTo>
                    <a:pt x="105257" y="53428"/>
                  </a:lnTo>
                  <a:lnTo>
                    <a:pt x="109829" y="53428"/>
                  </a:lnTo>
                  <a:lnTo>
                    <a:pt x="122021" y="50292"/>
                  </a:lnTo>
                  <a:lnTo>
                    <a:pt x="122021" y="44196"/>
                  </a:lnTo>
                  <a:lnTo>
                    <a:pt x="105257" y="45720"/>
                  </a:lnTo>
                  <a:lnTo>
                    <a:pt x="94589" y="47244"/>
                  </a:lnTo>
                  <a:lnTo>
                    <a:pt x="88493" y="53428"/>
                  </a:lnTo>
                  <a:lnTo>
                    <a:pt x="88493" y="67144"/>
                  </a:lnTo>
                  <a:lnTo>
                    <a:pt x="90017" y="71716"/>
                  </a:lnTo>
                  <a:lnTo>
                    <a:pt x="93065" y="74764"/>
                  </a:lnTo>
                  <a:lnTo>
                    <a:pt x="96113" y="76288"/>
                  </a:lnTo>
                  <a:lnTo>
                    <a:pt x="100685" y="77812"/>
                  </a:lnTo>
                  <a:lnTo>
                    <a:pt x="112877" y="77812"/>
                  </a:lnTo>
                  <a:lnTo>
                    <a:pt x="117449" y="74764"/>
                  </a:lnTo>
                  <a:lnTo>
                    <a:pt x="119735" y="70192"/>
                  </a:lnTo>
                  <a:lnTo>
                    <a:pt x="120497" y="68668"/>
                  </a:lnTo>
                  <a:lnTo>
                    <a:pt x="122021" y="68668"/>
                  </a:lnTo>
                  <a:lnTo>
                    <a:pt x="122021" y="76288"/>
                  </a:lnTo>
                  <a:lnTo>
                    <a:pt x="129641" y="76288"/>
                  </a:lnTo>
                  <a:lnTo>
                    <a:pt x="129641" y="68668"/>
                  </a:lnTo>
                  <a:lnTo>
                    <a:pt x="129641" y="50292"/>
                  </a:lnTo>
                  <a:lnTo>
                    <a:pt x="129641" y="44196"/>
                  </a:lnTo>
                  <a:close/>
                </a:path>
                <a:path w="582929" h="78104">
                  <a:moveTo>
                    <a:pt x="176885" y="56489"/>
                  </a:moveTo>
                  <a:lnTo>
                    <a:pt x="173837" y="54965"/>
                  </a:lnTo>
                  <a:lnTo>
                    <a:pt x="172313" y="51816"/>
                  </a:lnTo>
                  <a:lnTo>
                    <a:pt x="167741" y="50292"/>
                  </a:lnTo>
                  <a:lnTo>
                    <a:pt x="163169" y="47244"/>
                  </a:lnTo>
                  <a:lnTo>
                    <a:pt x="158597" y="45720"/>
                  </a:lnTo>
                  <a:lnTo>
                    <a:pt x="155549" y="44196"/>
                  </a:lnTo>
                  <a:lnTo>
                    <a:pt x="154025" y="42672"/>
                  </a:lnTo>
                  <a:lnTo>
                    <a:pt x="152501" y="42672"/>
                  </a:lnTo>
                  <a:lnTo>
                    <a:pt x="152501" y="35052"/>
                  </a:lnTo>
                  <a:lnTo>
                    <a:pt x="154025" y="33528"/>
                  </a:lnTo>
                  <a:lnTo>
                    <a:pt x="157073" y="32004"/>
                  </a:lnTo>
                  <a:lnTo>
                    <a:pt x="166217" y="32004"/>
                  </a:lnTo>
                  <a:lnTo>
                    <a:pt x="175361" y="35052"/>
                  </a:lnTo>
                  <a:lnTo>
                    <a:pt x="175361" y="25908"/>
                  </a:lnTo>
                  <a:lnTo>
                    <a:pt x="170789" y="24384"/>
                  </a:lnTo>
                  <a:lnTo>
                    <a:pt x="157073" y="24384"/>
                  </a:lnTo>
                  <a:lnTo>
                    <a:pt x="152501" y="25908"/>
                  </a:lnTo>
                  <a:lnTo>
                    <a:pt x="147929" y="28956"/>
                  </a:lnTo>
                  <a:lnTo>
                    <a:pt x="144881" y="30480"/>
                  </a:lnTo>
                  <a:lnTo>
                    <a:pt x="141833" y="35052"/>
                  </a:lnTo>
                  <a:lnTo>
                    <a:pt x="141833" y="42672"/>
                  </a:lnTo>
                  <a:lnTo>
                    <a:pt x="143357" y="45720"/>
                  </a:lnTo>
                  <a:lnTo>
                    <a:pt x="144881" y="47244"/>
                  </a:lnTo>
                  <a:lnTo>
                    <a:pt x="146405" y="50292"/>
                  </a:lnTo>
                  <a:lnTo>
                    <a:pt x="150977" y="51816"/>
                  </a:lnTo>
                  <a:lnTo>
                    <a:pt x="155549" y="54965"/>
                  </a:lnTo>
                  <a:lnTo>
                    <a:pt x="161645" y="56489"/>
                  </a:lnTo>
                  <a:lnTo>
                    <a:pt x="164693" y="58013"/>
                  </a:lnTo>
                  <a:lnTo>
                    <a:pt x="166217" y="59537"/>
                  </a:lnTo>
                  <a:lnTo>
                    <a:pt x="167741" y="59537"/>
                  </a:lnTo>
                  <a:lnTo>
                    <a:pt x="167741" y="68681"/>
                  </a:lnTo>
                  <a:lnTo>
                    <a:pt x="164693" y="70205"/>
                  </a:lnTo>
                  <a:lnTo>
                    <a:pt x="152501" y="70205"/>
                  </a:lnTo>
                  <a:lnTo>
                    <a:pt x="146405" y="68681"/>
                  </a:lnTo>
                  <a:lnTo>
                    <a:pt x="141833" y="65633"/>
                  </a:lnTo>
                  <a:lnTo>
                    <a:pt x="141833" y="74777"/>
                  </a:lnTo>
                  <a:lnTo>
                    <a:pt x="146405" y="77825"/>
                  </a:lnTo>
                  <a:lnTo>
                    <a:pt x="163169" y="77825"/>
                  </a:lnTo>
                  <a:lnTo>
                    <a:pt x="167741" y="76301"/>
                  </a:lnTo>
                  <a:lnTo>
                    <a:pt x="170789" y="74777"/>
                  </a:lnTo>
                  <a:lnTo>
                    <a:pt x="175361" y="71729"/>
                  </a:lnTo>
                  <a:lnTo>
                    <a:pt x="176885" y="67157"/>
                  </a:lnTo>
                  <a:lnTo>
                    <a:pt x="176885" y="56489"/>
                  </a:lnTo>
                  <a:close/>
                </a:path>
                <a:path w="582929" h="78104">
                  <a:moveTo>
                    <a:pt x="221068" y="59537"/>
                  </a:moveTo>
                  <a:lnTo>
                    <a:pt x="219544" y="56489"/>
                  </a:lnTo>
                  <a:lnTo>
                    <a:pt x="218020" y="54965"/>
                  </a:lnTo>
                  <a:lnTo>
                    <a:pt x="216496" y="51816"/>
                  </a:lnTo>
                  <a:lnTo>
                    <a:pt x="211924" y="50292"/>
                  </a:lnTo>
                  <a:lnTo>
                    <a:pt x="199732" y="44196"/>
                  </a:lnTo>
                  <a:lnTo>
                    <a:pt x="198208" y="42672"/>
                  </a:lnTo>
                  <a:lnTo>
                    <a:pt x="196684" y="42672"/>
                  </a:lnTo>
                  <a:lnTo>
                    <a:pt x="195160" y="41148"/>
                  </a:lnTo>
                  <a:lnTo>
                    <a:pt x="195160" y="36576"/>
                  </a:lnTo>
                  <a:lnTo>
                    <a:pt x="199732" y="32004"/>
                  </a:lnTo>
                  <a:lnTo>
                    <a:pt x="210400" y="32004"/>
                  </a:lnTo>
                  <a:lnTo>
                    <a:pt x="214972" y="33528"/>
                  </a:lnTo>
                  <a:lnTo>
                    <a:pt x="218020" y="35052"/>
                  </a:lnTo>
                  <a:lnTo>
                    <a:pt x="218020" y="25908"/>
                  </a:lnTo>
                  <a:lnTo>
                    <a:pt x="214972" y="24384"/>
                  </a:lnTo>
                  <a:lnTo>
                    <a:pt x="201256" y="24384"/>
                  </a:lnTo>
                  <a:lnTo>
                    <a:pt x="196684" y="25908"/>
                  </a:lnTo>
                  <a:lnTo>
                    <a:pt x="192112" y="28956"/>
                  </a:lnTo>
                  <a:lnTo>
                    <a:pt x="189064" y="30480"/>
                  </a:lnTo>
                  <a:lnTo>
                    <a:pt x="186016" y="35052"/>
                  </a:lnTo>
                  <a:lnTo>
                    <a:pt x="186016" y="42672"/>
                  </a:lnTo>
                  <a:lnTo>
                    <a:pt x="187540" y="45720"/>
                  </a:lnTo>
                  <a:lnTo>
                    <a:pt x="189064" y="47244"/>
                  </a:lnTo>
                  <a:lnTo>
                    <a:pt x="190588" y="50292"/>
                  </a:lnTo>
                  <a:lnTo>
                    <a:pt x="195160" y="51816"/>
                  </a:lnTo>
                  <a:lnTo>
                    <a:pt x="199732" y="54965"/>
                  </a:lnTo>
                  <a:lnTo>
                    <a:pt x="204304" y="56489"/>
                  </a:lnTo>
                  <a:lnTo>
                    <a:pt x="210400" y="59537"/>
                  </a:lnTo>
                  <a:lnTo>
                    <a:pt x="211924" y="59537"/>
                  </a:lnTo>
                  <a:lnTo>
                    <a:pt x="211924" y="68681"/>
                  </a:lnTo>
                  <a:lnTo>
                    <a:pt x="208876" y="70205"/>
                  </a:lnTo>
                  <a:lnTo>
                    <a:pt x="196684" y="70205"/>
                  </a:lnTo>
                  <a:lnTo>
                    <a:pt x="190588" y="68681"/>
                  </a:lnTo>
                  <a:lnTo>
                    <a:pt x="186016" y="65633"/>
                  </a:lnTo>
                  <a:lnTo>
                    <a:pt x="186016" y="74777"/>
                  </a:lnTo>
                  <a:lnTo>
                    <a:pt x="190588" y="77825"/>
                  </a:lnTo>
                  <a:lnTo>
                    <a:pt x="205828" y="77825"/>
                  </a:lnTo>
                  <a:lnTo>
                    <a:pt x="211924" y="76301"/>
                  </a:lnTo>
                  <a:lnTo>
                    <a:pt x="214972" y="74777"/>
                  </a:lnTo>
                  <a:lnTo>
                    <a:pt x="219544" y="71729"/>
                  </a:lnTo>
                  <a:lnTo>
                    <a:pt x="221068" y="67157"/>
                  </a:lnTo>
                  <a:lnTo>
                    <a:pt x="221068" y="59537"/>
                  </a:lnTo>
                  <a:close/>
                </a:path>
                <a:path w="582929" h="78104">
                  <a:moveTo>
                    <a:pt x="242506" y="25908"/>
                  </a:moveTo>
                  <a:lnTo>
                    <a:pt x="233362" y="25908"/>
                  </a:lnTo>
                  <a:lnTo>
                    <a:pt x="233362" y="76301"/>
                  </a:lnTo>
                  <a:lnTo>
                    <a:pt x="242506" y="76301"/>
                  </a:lnTo>
                  <a:lnTo>
                    <a:pt x="242506" y="25908"/>
                  </a:lnTo>
                  <a:close/>
                </a:path>
                <a:path w="582929" h="78104">
                  <a:moveTo>
                    <a:pt x="244030" y="4572"/>
                  </a:moveTo>
                  <a:lnTo>
                    <a:pt x="240982" y="1524"/>
                  </a:lnTo>
                  <a:lnTo>
                    <a:pt x="234886" y="1524"/>
                  </a:lnTo>
                  <a:lnTo>
                    <a:pt x="233362" y="3048"/>
                  </a:lnTo>
                  <a:lnTo>
                    <a:pt x="233362" y="4572"/>
                  </a:lnTo>
                  <a:lnTo>
                    <a:pt x="231838" y="6096"/>
                  </a:lnTo>
                  <a:lnTo>
                    <a:pt x="231838" y="9144"/>
                  </a:lnTo>
                  <a:lnTo>
                    <a:pt x="234886" y="12192"/>
                  </a:lnTo>
                  <a:lnTo>
                    <a:pt x="240982" y="12192"/>
                  </a:lnTo>
                  <a:lnTo>
                    <a:pt x="242506" y="10668"/>
                  </a:lnTo>
                  <a:lnTo>
                    <a:pt x="244030" y="10668"/>
                  </a:lnTo>
                  <a:lnTo>
                    <a:pt x="244030" y="4572"/>
                  </a:lnTo>
                  <a:close/>
                </a:path>
                <a:path w="582929" h="78104">
                  <a:moveTo>
                    <a:pt x="285178" y="0"/>
                  </a:moveTo>
                  <a:lnTo>
                    <a:pt x="274510" y="0"/>
                  </a:lnTo>
                  <a:lnTo>
                    <a:pt x="269938" y="1524"/>
                  </a:lnTo>
                  <a:lnTo>
                    <a:pt x="263842" y="7620"/>
                  </a:lnTo>
                  <a:lnTo>
                    <a:pt x="262318" y="12192"/>
                  </a:lnTo>
                  <a:lnTo>
                    <a:pt x="262318" y="25908"/>
                  </a:lnTo>
                  <a:lnTo>
                    <a:pt x="253174" y="25908"/>
                  </a:lnTo>
                  <a:lnTo>
                    <a:pt x="253174" y="33528"/>
                  </a:lnTo>
                  <a:lnTo>
                    <a:pt x="262318" y="33528"/>
                  </a:lnTo>
                  <a:lnTo>
                    <a:pt x="262318" y="76288"/>
                  </a:lnTo>
                  <a:lnTo>
                    <a:pt x="271462" y="76288"/>
                  </a:lnTo>
                  <a:lnTo>
                    <a:pt x="271462" y="33528"/>
                  </a:lnTo>
                  <a:lnTo>
                    <a:pt x="283654" y="33528"/>
                  </a:lnTo>
                  <a:lnTo>
                    <a:pt x="283654" y="25908"/>
                  </a:lnTo>
                  <a:lnTo>
                    <a:pt x="271462" y="25908"/>
                  </a:lnTo>
                  <a:lnTo>
                    <a:pt x="271462" y="10668"/>
                  </a:lnTo>
                  <a:lnTo>
                    <a:pt x="274510" y="7620"/>
                  </a:lnTo>
                  <a:lnTo>
                    <a:pt x="283654" y="7620"/>
                  </a:lnTo>
                  <a:lnTo>
                    <a:pt x="285178" y="9144"/>
                  </a:lnTo>
                  <a:lnTo>
                    <a:pt x="285178" y="0"/>
                  </a:lnTo>
                  <a:close/>
                </a:path>
                <a:path w="582929" h="78104">
                  <a:moveTo>
                    <a:pt x="300418" y="25908"/>
                  </a:moveTo>
                  <a:lnTo>
                    <a:pt x="291274" y="25908"/>
                  </a:lnTo>
                  <a:lnTo>
                    <a:pt x="291274" y="76301"/>
                  </a:lnTo>
                  <a:lnTo>
                    <a:pt x="300418" y="76301"/>
                  </a:lnTo>
                  <a:lnTo>
                    <a:pt x="300418" y="25908"/>
                  </a:lnTo>
                  <a:close/>
                </a:path>
                <a:path w="582929" h="78104">
                  <a:moveTo>
                    <a:pt x="301942" y="4572"/>
                  </a:moveTo>
                  <a:lnTo>
                    <a:pt x="298894" y="1524"/>
                  </a:lnTo>
                  <a:lnTo>
                    <a:pt x="292798" y="1524"/>
                  </a:lnTo>
                  <a:lnTo>
                    <a:pt x="292798" y="3048"/>
                  </a:lnTo>
                  <a:lnTo>
                    <a:pt x="291274" y="4572"/>
                  </a:lnTo>
                  <a:lnTo>
                    <a:pt x="291274" y="10668"/>
                  </a:lnTo>
                  <a:lnTo>
                    <a:pt x="292798" y="10668"/>
                  </a:lnTo>
                  <a:lnTo>
                    <a:pt x="292798" y="12192"/>
                  </a:lnTo>
                  <a:lnTo>
                    <a:pt x="298894" y="12192"/>
                  </a:lnTo>
                  <a:lnTo>
                    <a:pt x="300418" y="10668"/>
                  </a:lnTo>
                  <a:lnTo>
                    <a:pt x="301942" y="10668"/>
                  </a:lnTo>
                  <a:lnTo>
                    <a:pt x="301942" y="4572"/>
                  </a:lnTo>
                  <a:close/>
                </a:path>
                <a:path w="582929" h="78104">
                  <a:moveTo>
                    <a:pt x="352336" y="27432"/>
                  </a:moveTo>
                  <a:lnTo>
                    <a:pt x="349288" y="24384"/>
                  </a:lnTo>
                  <a:lnTo>
                    <a:pt x="332422" y="24384"/>
                  </a:lnTo>
                  <a:lnTo>
                    <a:pt x="326326" y="27432"/>
                  </a:lnTo>
                  <a:lnTo>
                    <a:pt x="320230" y="32004"/>
                  </a:lnTo>
                  <a:lnTo>
                    <a:pt x="315658" y="36576"/>
                  </a:lnTo>
                  <a:lnTo>
                    <a:pt x="314134" y="44196"/>
                  </a:lnTo>
                  <a:lnTo>
                    <a:pt x="314134" y="59524"/>
                  </a:lnTo>
                  <a:lnTo>
                    <a:pt x="315658" y="65620"/>
                  </a:lnTo>
                  <a:lnTo>
                    <a:pt x="320230" y="71716"/>
                  </a:lnTo>
                  <a:lnTo>
                    <a:pt x="324802" y="76288"/>
                  </a:lnTo>
                  <a:lnTo>
                    <a:pt x="330898" y="77812"/>
                  </a:lnTo>
                  <a:lnTo>
                    <a:pt x="344716" y="77812"/>
                  </a:lnTo>
                  <a:lnTo>
                    <a:pt x="349288" y="76288"/>
                  </a:lnTo>
                  <a:lnTo>
                    <a:pt x="352336" y="74764"/>
                  </a:lnTo>
                  <a:lnTo>
                    <a:pt x="352336" y="65620"/>
                  </a:lnTo>
                  <a:lnTo>
                    <a:pt x="349288" y="68668"/>
                  </a:lnTo>
                  <a:lnTo>
                    <a:pt x="344716" y="70192"/>
                  </a:lnTo>
                  <a:lnTo>
                    <a:pt x="335470" y="70192"/>
                  </a:lnTo>
                  <a:lnTo>
                    <a:pt x="330898" y="68668"/>
                  </a:lnTo>
                  <a:lnTo>
                    <a:pt x="324802" y="62572"/>
                  </a:lnTo>
                  <a:lnTo>
                    <a:pt x="323278" y="58000"/>
                  </a:lnTo>
                  <a:lnTo>
                    <a:pt x="323278" y="45720"/>
                  </a:lnTo>
                  <a:lnTo>
                    <a:pt x="324802" y="41148"/>
                  </a:lnTo>
                  <a:lnTo>
                    <a:pt x="327850" y="36576"/>
                  </a:lnTo>
                  <a:lnTo>
                    <a:pt x="330898" y="33528"/>
                  </a:lnTo>
                  <a:lnTo>
                    <a:pt x="335470" y="32004"/>
                  </a:lnTo>
                  <a:lnTo>
                    <a:pt x="344716" y="32004"/>
                  </a:lnTo>
                  <a:lnTo>
                    <a:pt x="349288" y="33528"/>
                  </a:lnTo>
                  <a:lnTo>
                    <a:pt x="352336" y="35052"/>
                  </a:lnTo>
                  <a:lnTo>
                    <a:pt x="352336" y="27432"/>
                  </a:lnTo>
                  <a:close/>
                </a:path>
                <a:path w="582929" h="78104">
                  <a:moveTo>
                    <a:pt x="402628" y="44196"/>
                  </a:moveTo>
                  <a:lnTo>
                    <a:pt x="401485" y="35318"/>
                  </a:lnTo>
                  <a:lnTo>
                    <a:pt x="399643" y="32004"/>
                  </a:lnTo>
                  <a:lnTo>
                    <a:pt x="398056" y="29146"/>
                  </a:lnTo>
                  <a:lnTo>
                    <a:pt x="392341" y="25552"/>
                  </a:lnTo>
                  <a:lnTo>
                    <a:pt x="384340" y="24384"/>
                  </a:lnTo>
                  <a:lnTo>
                    <a:pt x="376720" y="24384"/>
                  </a:lnTo>
                  <a:lnTo>
                    <a:pt x="370624" y="25908"/>
                  </a:lnTo>
                  <a:lnTo>
                    <a:pt x="366052" y="28956"/>
                  </a:lnTo>
                  <a:lnTo>
                    <a:pt x="366052" y="38100"/>
                  </a:lnTo>
                  <a:lnTo>
                    <a:pt x="370624" y="33528"/>
                  </a:lnTo>
                  <a:lnTo>
                    <a:pt x="376720" y="32004"/>
                  </a:lnTo>
                  <a:lnTo>
                    <a:pt x="390436" y="32004"/>
                  </a:lnTo>
                  <a:lnTo>
                    <a:pt x="393484" y="35052"/>
                  </a:lnTo>
                  <a:lnTo>
                    <a:pt x="393484" y="44196"/>
                  </a:lnTo>
                  <a:lnTo>
                    <a:pt x="393484" y="50292"/>
                  </a:lnTo>
                  <a:lnTo>
                    <a:pt x="393484" y="61048"/>
                  </a:lnTo>
                  <a:lnTo>
                    <a:pt x="391960" y="64096"/>
                  </a:lnTo>
                  <a:lnTo>
                    <a:pt x="387388" y="68668"/>
                  </a:lnTo>
                  <a:lnTo>
                    <a:pt x="384340" y="70192"/>
                  </a:lnTo>
                  <a:lnTo>
                    <a:pt x="375196" y="70192"/>
                  </a:lnTo>
                  <a:lnTo>
                    <a:pt x="372148" y="68668"/>
                  </a:lnTo>
                  <a:lnTo>
                    <a:pt x="370624" y="67144"/>
                  </a:lnTo>
                  <a:lnTo>
                    <a:pt x="370624" y="58000"/>
                  </a:lnTo>
                  <a:lnTo>
                    <a:pt x="373672" y="54952"/>
                  </a:lnTo>
                  <a:lnTo>
                    <a:pt x="376720" y="53428"/>
                  </a:lnTo>
                  <a:lnTo>
                    <a:pt x="381292" y="53428"/>
                  </a:lnTo>
                  <a:lnTo>
                    <a:pt x="393484" y="50292"/>
                  </a:lnTo>
                  <a:lnTo>
                    <a:pt x="393484" y="44196"/>
                  </a:lnTo>
                  <a:lnTo>
                    <a:pt x="378244" y="45720"/>
                  </a:lnTo>
                  <a:lnTo>
                    <a:pt x="366052" y="47244"/>
                  </a:lnTo>
                  <a:lnTo>
                    <a:pt x="361480" y="53428"/>
                  </a:lnTo>
                  <a:lnTo>
                    <a:pt x="361480" y="67144"/>
                  </a:lnTo>
                  <a:lnTo>
                    <a:pt x="363004" y="71716"/>
                  </a:lnTo>
                  <a:lnTo>
                    <a:pt x="366052" y="74764"/>
                  </a:lnTo>
                  <a:lnTo>
                    <a:pt x="372148" y="77812"/>
                  </a:lnTo>
                  <a:lnTo>
                    <a:pt x="384340" y="77812"/>
                  </a:lnTo>
                  <a:lnTo>
                    <a:pt x="388912" y="74764"/>
                  </a:lnTo>
                  <a:lnTo>
                    <a:pt x="392341" y="70192"/>
                  </a:lnTo>
                  <a:lnTo>
                    <a:pt x="393484" y="68668"/>
                  </a:lnTo>
                  <a:lnTo>
                    <a:pt x="393484" y="76288"/>
                  </a:lnTo>
                  <a:lnTo>
                    <a:pt x="402628" y="76288"/>
                  </a:lnTo>
                  <a:lnTo>
                    <a:pt x="402628" y="68668"/>
                  </a:lnTo>
                  <a:lnTo>
                    <a:pt x="402628" y="50292"/>
                  </a:lnTo>
                  <a:lnTo>
                    <a:pt x="402628" y="44196"/>
                  </a:lnTo>
                  <a:close/>
                </a:path>
                <a:path w="582929" h="78104">
                  <a:moveTo>
                    <a:pt x="442252" y="25908"/>
                  </a:moveTo>
                  <a:lnTo>
                    <a:pt x="430060" y="25908"/>
                  </a:lnTo>
                  <a:lnTo>
                    <a:pt x="430060" y="10668"/>
                  </a:lnTo>
                  <a:lnTo>
                    <a:pt x="420916" y="13716"/>
                  </a:lnTo>
                  <a:lnTo>
                    <a:pt x="420916" y="25908"/>
                  </a:lnTo>
                  <a:lnTo>
                    <a:pt x="411772" y="25908"/>
                  </a:lnTo>
                  <a:lnTo>
                    <a:pt x="411772" y="33528"/>
                  </a:lnTo>
                  <a:lnTo>
                    <a:pt x="420916" y="33528"/>
                  </a:lnTo>
                  <a:lnTo>
                    <a:pt x="420916" y="73240"/>
                  </a:lnTo>
                  <a:lnTo>
                    <a:pt x="425488" y="77812"/>
                  </a:lnTo>
                  <a:lnTo>
                    <a:pt x="440728" y="77812"/>
                  </a:lnTo>
                  <a:lnTo>
                    <a:pt x="442252" y="76288"/>
                  </a:lnTo>
                  <a:lnTo>
                    <a:pt x="442252" y="68668"/>
                  </a:lnTo>
                  <a:lnTo>
                    <a:pt x="440728" y="70192"/>
                  </a:lnTo>
                  <a:lnTo>
                    <a:pt x="431584" y="70192"/>
                  </a:lnTo>
                  <a:lnTo>
                    <a:pt x="431584" y="68668"/>
                  </a:lnTo>
                  <a:lnTo>
                    <a:pt x="430060" y="67144"/>
                  </a:lnTo>
                  <a:lnTo>
                    <a:pt x="430060" y="33528"/>
                  </a:lnTo>
                  <a:lnTo>
                    <a:pt x="442252" y="33528"/>
                  </a:lnTo>
                  <a:lnTo>
                    <a:pt x="442252" y="25908"/>
                  </a:lnTo>
                  <a:close/>
                </a:path>
                <a:path w="582929" h="78104">
                  <a:moveTo>
                    <a:pt x="462064" y="25908"/>
                  </a:moveTo>
                  <a:lnTo>
                    <a:pt x="452920" y="25908"/>
                  </a:lnTo>
                  <a:lnTo>
                    <a:pt x="452920" y="76301"/>
                  </a:lnTo>
                  <a:lnTo>
                    <a:pt x="462064" y="76301"/>
                  </a:lnTo>
                  <a:lnTo>
                    <a:pt x="462064" y="25908"/>
                  </a:lnTo>
                  <a:close/>
                </a:path>
                <a:path w="582929" h="78104">
                  <a:moveTo>
                    <a:pt x="463588" y="6096"/>
                  </a:moveTo>
                  <a:lnTo>
                    <a:pt x="462064" y="4572"/>
                  </a:lnTo>
                  <a:lnTo>
                    <a:pt x="462064" y="3048"/>
                  </a:lnTo>
                  <a:lnTo>
                    <a:pt x="460540" y="1524"/>
                  </a:lnTo>
                  <a:lnTo>
                    <a:pt x="454444" y="1524"/>
                  </a:lnTo>
                  <a:lnTo>
                    <a:pt x="452920" y="3048"/>
                  </a:lnTo>
                  <a:lnTo>
                    <a:pt x="452920" y="4572"/>
                  </a:lnTo>
                  <a:lnTo>
                    <a:pt x="451396" y="6096"/>
                  </a:lnTo>
                  <a:lnTo>
                    <a:pt x="451396" y="9144"/>
                  </a:lnTo>
                  <a:lnTo>
                    <a:pt x="454444" y="12192"/>
                  </a:lnTo>
                  <a:lnTo>
                    <a:pt x="460540" y="12192"/>
                  </a:lnTo>
                  <a:lnTo>
                    <a:pt x="463588" y="9144"/>
                  </a:lnTo>
                  <a:lnTo>
                    <a:pt x="463588" y="6096"/>
                  </a:lnTo>
                  <a:close/>
                </a:path>
                <a:path w="582929" h="78104">
                  <a:moveTo>
                    <a:pt x="526161" y="42672"/>
                  </a:moveTo>
                  <a:lnTo>
                    <a:pt x="523113" y="36576"/>
                  </a:lnTo>
                  <a:lnTo>
                    <a:pt x="520065" y="32004"/>
                  </a:lnTo>
                  <a:lnTo>
                    <a:pt x="517017" y="27940"/>
                  </a:lnTo>
                  <a:lnTo>
                    <a:pt x="517017" y="44196"/>
                  </a:lnTo>
                  <a:lnTo>
                    <a:pt x="517017" y="58000"/>
                  </a:lnTo>
                  <a:lnTo>
                    <a:pt x="515493" y="62572"/>
                  </a:lnTo>
                  <a:lnTo>
                    <a:pt x="509397" y="68668"/>
                  </a:lnTo>
                  <a:lnTo>
                    <a:pt x="506349" y="70192"/>
                  </a:lnTo>
                  <a:lnTo>
                    <a:pt x="495681" y="70192"/>
                  </a:lnTo>
                  <a:lnTo>
                    <a:pt x="491109" y="68668"/>
                  </a:lnTo>
                  <a:lnTo>
                    <a:pt x="485013" y="62572"/>
                  </a:lnTo>
                  <a:lnTo>
                    <a:pt x="483489" y="58000"/>
                  </a:lnTo>
                  <a:lnTo>
                    <a:pt x="483489" y="45720"/>
                  </a:lnTo>
                  <a:lnTo>
                    <a:pt x="485013" y="41148"/>
                  </a:lnTo>
                  <a:lnTo>
                    <a:pt x="488061" y="36576"/>
                  </a:lnTo>
                  <a:lnTo>
                    <a:pt x="491109" y="33528"/>
                  </a:lnTo>
                  <a:lnTo>
                    <a:pt x="495681" y="32004"/>
                  </a:lnTo>
                  <a:lnTo>
                    <a:pt x="506349" y="32004"/>
                  </a:lnTo>
                  <a:lnTo>
                    <a:pt x="509397" y="33528"/>
                  </a:lnTo>
                  <a:lnTo>
                    <a:pt x="515493" y="39624"/>
                  </a:lnTo>
                  <a:lnTo>
                    <a:pt x="517017" y="44196"/>
                  </a:lnTo>
                  <a:lnTo>
                    <a:pt x="517017" y="27940"/>
                  </a:lnTo>
                  <a:lnTo>
                    <a:pt x="515493" y="25908"/>
                  </a:lnTo>
                  <a:lnTo>
                    <a:pt x="509397" y="24384"/>
                  </a:lnTo>
                  <a:lnTo>
                    <a:pt x="492633" y="24384"/>
                  </a:lnTo>
                  <a:lnTo>
                    <a:pt x="486537" y="27432"/>
                  </a:lnTo>
                  <a:lnTo>
                    <a:pt x="481965" y="32004"/>
                  </a:lnTo>
                  <a:lnTo>
                    <a:pt x="477291" y="36576"/>
                  </a:lnTo>
                  <a:lnTo>
                    <a:pt x="474243" y="42672"/>
                  </a:lnTo>
                  <a:lnTo>
                    <a:pt x="474243" y="59524"/>
                  </a:lnTo>
                  <a:lnTo>
                    <a:pt x="477291" y="65620"/>
                  </a:lnTo>
                  <a:lnTo>
                    <a:pt x="481965" y="70192"/>
                  </a:lnTo>
                  <a:lnTo>
                    <a:pt x="486537" y="76288"/>
                  </a:lnTo>
                  <a:lnTo>
                    <a:pt x="492633" y="77812"/>
                  </a:lnTo>
                  <a:lnTo>
                    <a:pt x="507873" y="77812"/>
                  </a:lnTo>
                  <a:lnTo>
                    <a:pt x="513969" y="76288"/>
                  </a:lnTo>
                  <a:lnTo>
                    <a:pt x="518541" y="70192"/>
                  </a:lnTo>
                  <a:lnTo>
                    <a:pt x="523113" y="65620"/>
                  </a:lnTo>
                  <a:lnTo>
                    <a:pt x="526161" y="59524"/>
                  </a:lnTo>
                  <a:lnTo>
                    <a:pt x="526161" y="42672"/>
                  </a:lnTo>
                  <a:close/>
                </a:path>
                <a:path w="582929" h="78104">
                  <a:moveTo>
                    <a:pt x="582549" y="38100"/>
                  </a:moveTo>
                  <a:lnTo>
                    <a:pt x="581025" y="33528"/>
                  </a:lnTo>
                  <a:lnTo>
                    <a:pt x="580009" y="32004"/>
                  </a:lnTo>
                  <a:lnTo>
                    <a:pt x="577977" y="28956"/>
                  </a:lnTo>
                  <a:lnTo>
                    <a:pt x="574929" y="25908"/>
                  </a:lnTo>
                  <a:lnTo>
                    <a:pt x="570357" y="24384"/>
                  </a:lnTo>
                  <a:lnTo>
                    <a:pt x="558165" y="24384"/>
                  </a:lnTo>
                  <a:lnTo>
                    <a:pt x="552069" y="27432"/>
                  </a:lnTo>
                  <a:lnTo>
                    <a:pt x="547497" y="33528"/>
                  </a:lnTo>
                  <a:lnTo>
                    <a:pt x="547497" y="25908"/>
                  </a:lnTo>
                  <a:lnTo>
                    <a:pt x="538353" y="25908"/>
                  </a:lnTo>
                  <a:lnTo>
                    <a:pt x="538353" y="76288"/>
                  </a:lnTo>
                  <a:lnTo>
                    <a:pt x="547497" y="76288"/>
                  </a:lnTo>
                  <a:lnTo>
                    <a:pt x="547497" y="42672"/>
                  </a:lnTo>
                  <a:lnTo>
                    <a:pt x="549021" y="39624"/>
                  </a:lnTo>
                  <a:lnTo>
                    <a:pt x="555117" y="33528"/>
                  </a:lnTo>
                  <a:lnTo>
                    <a:pt x="558165" y="32004"/>
                  </a:lnTo>
                  <a:lnTo>
                    <a:pt x="568833" y="32004"/>
                  </a:lnTo>
                  <a:lnTo>
                    <a:pt x="573405" y="36576"/>
                  </a:lnTo>
                  <a:lnTo>
                    <a:pt x="573405" y="76288"/>
                  </a:lnTo>
                  <a:lnTo>
                    <a:pt x="582549" y="76288"/>
                  </a:lnTo>
                  <a:lnTo>
                    <a:pt x="582549" y="38100"/>
                  </a:lnTo>
                  <a:close/>
                </a:path>
              </a:pathLst>
            </a:custGeom>
            <a:solidFill>
              <a:srgbClr val="7E21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9" name="object 49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60021" y="6094113"/>
            <a:ext cx="9073810" cy="744388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10150602" y="7288720"/>
            <a:ext cx="226060" cy="74930"/>
            <a:chOff x="10150602" y="7288720"/>
            <a:chExt cx="226060" cy="74930"/>
          </a:xfrm>
        </p:grpSpPr>
        <p:sp>
          <p:nvSpPr>
            <p:cNvPr id="56" name="object 56"/>
            <p:cNvSpPr/>
            <p:nvPr/>
          </p:nvSpPr>
          <p:spPr>
            <a:xfrm>
              <a:off x="10150602" y="7288720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40" h="73659">
                  <a:moveTo>
                    <a:pt x="27431" y="73247"/>
                  </a:moveTo>
                  <a:lnTo>
                    <a:pt x="18287" y="73247"/>
                  </a:lnTo>
                  <a:lnTo>
                    <a:pt x="18287" y="16764"/>
                  </a:lnTo>
                  <a:lnTo>
                    <a:pt x="16763" y="18288"/>
                  </a:lnTo>
                  <a:lnTo>
                    <a:pt x="13715" y="19812"/>
                  </a:lnTo>
                  <a:lnTo>
                    <a:pt x="10667" y="22860"/>
                  </a:lnTo>
                  <a:lnTo>
                    <a:pt x="6095" y="24384"/>
                  </a:lnTo>
                  <a:lnTo>
                    <a:pt x="0" y="27432"/>
                  </a:lnTo>
                  <a:lnTo>
                    <a:pt x="0" y="18288"/>
                  </a:lnTo>
                  <a:lnTo>
                    <a:pt x="6095" y="16764"/>
                  </a:lnTo>
                  <a:lnTo>
                    <a:pt x="10667" y="13716"/>
                  </a:lnTo>
                  <a:lnTo>
                    <a:pt x="18287" y="6096"/>
                  </a:lnTo>
                  <a:lnTo>
                    <a:pt x="21335" y="0"/>
                  </a:lnTo>
                  <a:lnTo>
                    <a:pt x="27431" y="0"/>
                  </a:lnTo>
                  <a:lnTo>
                    <a:pt x="27431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200893" y="7288720"/>
              <a:ext cx="175355" cy="747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60297"/>
            <a:ext cx="1134745" cy="279400"/>
          </a:xfrm>
          <a:custGeom>
            <a:avLst/>
            <a:gdLst/>
            <a:ahLst/>
            <a:cxnLst/>
            <a:rect l="l" t="t" r="r" b="b"/>
            <a:pathLst>
              <a:path w="1134745" h="279400">
                <a:moveTo>
                  <a:pt x="100584" y="140309"/>
                </a:moveTo>
                <a:lnTo>
                  <a:pt x="82296" y="143357"/>
                </a:lnTo>
                <a:lnTo>
                  <a:pt x="82296" y="96113"/>
                </a:lnTo>
                <a:lnTo>
                  <a:pt x="99060" y="96113"/>
                </a:lnTo>
                <a:lnTo>
                  <a:pt x="99060" y="59436"/>
                </a:lnTo>
                <a:lnTo>
                  <a:pt x="82296" y="59436"/>
                </a:lnTo>
                <a:lnTo>
                  <a:pt x="82296" y="3048"/>
                </a:lnTo>
                <a:lnTo>
                  <a:pt x="48768" y="3048"/>
                </a:lnTo>
                <a:lnTo>
                  <a:pt x="48768" y="59436"/>
                </a:lnTo>
                <a:lnTo>
                  <a:pt x="35052" y="59436"/>
                </a:lnTo>
                <a:lnTo>
                  <a:pt x="35293" y="51435"/>
                </a:lnTo>
                <a:lnTo>
                  <a:pt x="36334" y="35433"/>
                </a:lnTo>
                <a:lnTo>
                  <a:pt x="36576" y="27432"/>
                </a:lnTo>
                <a:lnTo>
                  <a:pt x="12192" y="25908"/>
                </a:lnTo>
                <a:lnTo>
                  <a:pt x="9855" y="51676"/>
                </a:lnTo>
                <a:lnTo>
                  <a:pt x="7239" y="76441"/>
                </a:lnTo>
                <a:lnTo>
                  <a:pt x="4051" y="100355"/>
                </a:lnTo>
                <a:lnTo>
                  <a:pt x="0" y="123545"/>
                </a:lnTo>
                <a:lnTo>
                  <a:pt x="6578" y="126098"/>
                </a:lnTo>
                <a:lnTo>
                  <a:pt x="12573" y="129070"/>
                </a:lnTo>
                <a:lnTo>
                  <a:pt x="18008" y="132334"/>
                </a:lnTo>
                <a:lnTo>
                  <a:pt x="22860" y="135737"/>
                </a:lnTo>
                <a:lnTo>
                  <a:pt x="25120" y="125691"/>
                </a:lnTo>
                <a:lnTo>
                  <a:pt x="27241" y="115925"/>
                </a:lnTo>
                <a:lnTo>
                  <a:pt x="29070" y="106159"/>
                </a:lnTo>
                <a:lnTo>
                  <a:pt x="30480" y="96113"/>
                </a:lnTo>
                <a:lnTo>
                  <a:pt x="48768" y="96113"/>
                </a:lnTo>
                <a:lnTo>
                  <a:pt x="48768" y="149453"/>
                </a:lnTo>
                <a:lnTo>
                  <a:pt x="0" y="158597"/>
                </a:lnTo>
                <a:lnTo>
                  <a:pt x="6096" y="198310"/>
                </a:lnTo>
                <a:lnTo>
                  <a:pt x="15760" y="195148"/>
                </a:lnTo>
                <a:lnTo>
                  <a:pt x="26289" y="192405"/>
                </a:lnTo>
                <a:lnTo>
                  <a:pt x="37388" y="189953"/>
                </a:lnTo>
                <a:lnTo>
                  <a:pt x="48768" y="187642"/>
                </a:lnTo>
                <a:lnTo>
                  <a:pt x="48768" y="276136"/>
                </a:lnTo>
                <a:lnTo>
                  <a:pt x="82296" y="276136"/>
                </a:lnTo>
                <a:lnTo>
                  <a:pt x="82296" y="187642"/>
                </a:lnTo>
                <a:lnTo>
                  <a:pt x="82296" y="181546"/>
                </a:lnTo>
                <a:lnTo>
                  <a:pt x="100584" y="176974"/>
                </a:lnTo>
                <a:lnTo>
                  <a:pt x="100584" y="143357"/>
                </a:lnTo>
                <a:lnTo>
                  <a:pt x="100584" y="140309"/>
                </a:lnTo>
                <a:close/>
              </a:path>
              <a:path w="1134745" h="279400">
                <a:moveTo>
                  <a:pt x="274510" y="147929"/>
                </a:moveTo>
                <a:lnTo>
                  <a:pt x="246989" y="147929"/>
                </a:lnTo>
                <a:lnTo>
                  <a:pt x="246989" y="129641"/>
                </a:lnTo>
                <a:lnTo>
                  <a:pt x="207365" y="129641"/>
                </a:lnTo>
                <a:lnTo>
                  <a:pt x="207365" y="147929"/>
                </a:lnTo>
                <a:lnTo>
                  <a:pt x="106680" y="147929"/>
                </a:lnTo>
                <a:lnTo>
                  <a:pt x="106680" y="181546"/>
                </a:lnTo>
                <a:lnTo>
                  <a:pt x="129641" y="181546"/>
                </a:lnTo>
                <a:lnTo>
                  <a:pt x="109728" y="195262"/>
                </a:lnTo>
                <a:lnTo>
                  <a:pt x="118897" y="205600"/>
                </a:lnTo>
                <a:lnTo>
                  <a:pt x="127914" y="216217"/>
                </a:lnTo>
                <a:lnTo>
                  <a:pt x="136613" y="227418"/>
                </a:lnTo>
                <a:lnTo>
                  <a:pt x="144881" y="239458"/>
                </a:lnTo>
                <a:lnTo>
                  <a:pt x="173837" y="216598"/>
                </a:lnTo>
                <a:lnTo>
                  <a:pt x="158026" y="198501"/>
                </a:lnTo>
                <a:lnTo>
                  <a:pt x="143357" y="181546"/>
                </a:lnTo>
                <a:lnTo>
                  <a:pt x="207365" y="181546"/>
                </a:lnTo>
                <a:lnTo>
                  <a:pt x="207365" y="216598"/>
                </a:lnTo>
                <a:lnTo>
                  <a:pt x="206197" y="227418"/>
                </a:lnTo>
                <a:lnTo>
                  <a:pt x="202603" y="235077"/>
                </a:lnTo>
                <a:lnTo>
                  <a:pt x="196532" y="239458"/>
                </a:lnTo>
                <a:lnTo>
                  <a:pt x="196862" y="239458"/>
                </a:lnTo>
                <a:lnTo>
                  <a:pt x="187553" y="240982"/>
                </a:lnTo>
                <a:lnTo>
                  <a:pt x="180136" y="240753"/>
                </a:lnTo>
                <a:lnTo>
                  <a:pt x="162471" y="239699"/>
                </a:lnTo>
                <a:lnTo>
                  <a:pt x="152501" y="239458"/>
                </a:lnTo>
                <a:lnTo>
                  <a:pt x="152565" y="239699"/>
                </a:lnTo>
                <a:lnTo>
                  <a:pt x="154546" y="246049"/>
                </a:lnTo>
                <a:lnTo>
                  <a:pt x="156311" y="254368"/>
                </a:lnTo>
                <a:lnTo>
                  <a:pt x="160121" y="276136"/>
                </a:lnTo>
                <a:lnTo>
                  <a:pt x="179209" y="275869"/>
                </a:lnTo>
                <a:lnTo>
                  <a:pt x="195173" y="275183"/>
                </a:lnTo>
                <a:lnTo>
                  <a:pt x="233222" y="262331"/>
                </a:lnTo>
                <a:lnTo>
                  <a:pt x="244944" y="240982"/>
                </a:lnTo>
                <a:lnTo>
                  <a:pt x="244995" y="240753"/>
                </a:lnTo>
                <a:lnTo>
                  <a:pt x="245097" y="240220"/>
                </a:lnTo>
                <a:lnTo>
                  <a:pt x="245198" y="239699"/>
                </a:lnTo>
                <a:lnTo>
                  <a:pt x="245237" y="239458"/>
                </a:lnTo>
                <a:lnTo>
                  <a:pt x="246418" y="233299"/>
                </a:lnTo>
                <a:lnTo>
                  <a:pt x="246989" y="222694"/>
                </a:lnTo>
                <a:lnTo>
                  <a:pt x="246989" y="181546"/>
                </a:lnTo>
                <a:lnTo>
                  <a:pt x="274510" y="181546"/>
                </a:lnTo>
                <a:lnTo>
                  <a:pt x="274510" y="147929"/>
                </a:lnTo>
                <a:close/>
              </a:path>
              <a:path w="1134745" h="279400">
                <a:moveTo>
                  <a:pt x="277558" y="91541"/>
                </a:moveTo>
                <a:lnTo>
                  <a:pt x="207365" y="91541"/>
                </a:lnTo>
                <a:lnTo>
                  <a:pt x="207365" y="67157"/>
                </a:lnTo>
                <a:lnTo>
                  <a:pt x="265366" y="67157"/>
                </a:lnTo>
                <a:lnTo>
                  <a:pt x="265366" y="35052"/>
                </a:lnTo>
                <a:lnTo>
                  <a:pt x="207365" y="35052"/>
                </a:lnTo>
                <a:lnTo>
                  <a:pt x="207365" y="3048"/>
                </a:lnTo>
                <a:lnTo>
                  <a:pt x="169265" y="3048"/>
                </a:lnTo>
                <a:lnTo>
                  <a:pt x="169265" y="35052"/>
                </a:lnTo>
                <a:lnTo>
                  <a:pt x="112877" y="35052"/>
                </a:lnTo>
                <a:lnTo>
                  <a:pt x="112877" y="67157"/>
                </a:lnTo>
                <a:lnTo>
                  <a:pt x="169265" y="67157"/>
                </a:lnTo>
                <a:lnTo>
                  <a:pt x="169265" y="91541"/>
                </a:lnTo>
                <a:lnTo>
                  <a:pt x="102108" y="91541"/>
                </a:lnTo>
                <a:lnTo>
                  <a:pt x="102108" y="125069"/>
                </a:lnTo>
                <a:lnTo>
                  <a:pt x="277558" y="125069"/>
                </a:lnTo>
                <a:lnTo>
                  <a:pt x="277558" y="91541"/>
                </a:lnTo>
                <a:close/>
              </a:path>
              <a:path w="1134745" h="279400">
                <a:moveTo>
                  <a:pt x="381190" y="22860"/>
                </a:moveTo>
                <a:lnTo>
                  <a:pt x="347662" y="0"/>
                </a:lnTo>
                <a:lnTo>
                  <a:pt x="333667" y="15938"/>
                </a:lnTo>
                <a:lnTo>
                  <a:pt x="319087" y="31432"/>
                </a:lnTo>
                <a:lnTo>
                  <a:pt x="303949" y="46088"/>
                </a:lnTo>
                <a:lnTo>
                  <a:pt x="288226" y="59436"/>
                </a:lnTo>
                <a:lnTo>
                  <a:pt x="291655" y="70040"/>
                </a:lnTo>
                <a:lnTo>
                  <a:pt x="295084" y="81051"/>
                </a:lnTo>
                <a:lnTo>
                  <a:pt x="298513" y="92329"/>
                </a:lnTo>
                <a:lnTo>
                  <a:pt x="301942" y="103733"/>
                </a:lnTo>
                <a:lnTo>
                  <a:pt x="322249" y="85737"/>
                </a:lnTo>
                <a:lnTo>
                  <a:pt x="342138" y="66154"/>
                </a:lnTo>
                <a:lnTo>
                  <a:pt x="361734" y="45148"/>
                </a:lnTo>
                <a:lnTo>
                  <a:pt x="381190" y="22860"/>
                </a:lnTo>
                <a:close/>
              </a:path>
              <a:path w="1134745" h="279400">
                <a:moveTo>
                  <a:pt x="387286" y="97637"/>
                </a:moveTo>
                <a:lnTo>
                  <a:pt x="353758" y="77825"/>
                </a:lnTo>
                <a:lnTo>
                  <a:pt x="339204" y="97256"/>
                </a:lnTo>
                <a:lnTo>
                  <a:pt x="323088" y="116687"/>
                </a:lnTo>
                <a:lnTo>
                  <a:pt x="305536" y="136118"/>
                </a:lnTo>
                <a:lnTo>
                  <a:pt x="286702" y="155549"/>
                </a:lnTo>
                <a:lnTo>
                  <a:pt x="289229" y="165290"/>
                </a:lnTo>
                <a:lnTo>
                  <a:pt x="292036" y="176022"/>
                </a:lnTo>
                <a:lnTo>
                  <a:pt x="294843" y="187579"/>
                </a:lnTo>
                <a:lnTo>
                  <a:pt x="297370" y="199834"/>
                </a:lnTo>
                <a:lnTo>
                  <a:pt x="303085" y="195249"/>
                </a:lnTo>
                <a:lnTo>
                  <a:pt x="308800" y="190500"/>
                </a:lnTo>
                <a:lnTo>
                  <a:pt x="314515" y="185483"/>
                </a:lnTo>
                <a:lnTo>
                  <a:pt x="320230" y="180022"/>
                </a:lnTo>
                <a:lnTo>
                  <a:pt x="320230" y="274612"/>
                </a:lnTo>
                <a:lnTo>
                  <a:pt x="356806" y="274612"/>
                </a:lnTo>
                <a:lnTo>
                  <a:pt x="356806" y="180022"/>
                </a:lnTo>
                <a:lnTo>
                  <a:pt x="356806" y="138785"/>
                </a:lnTo>
                <a:lnTo>
                  <a:pt x="364782" y="128498"/>
                </a:lnTo>
                <a:lnTo>
                  <a:pt x="372618" y="118211"/>
                </a:lnTo>
                <a:lnTo>
                  <a:pt x="380161" y="107924"/>
                </a:lnTo>
                <a:lnTo>
                  <a:pt x="387286" y="97637"/>
                </a:lnTo>
                <a:close/>
              </a:path>
              <a:path w="1134745" h="279400">
                <a:moveTo>
                  <a:pt x="564261" y="228790"/>
                </a:moveTo>
                <a:lnTo>
                  <a:pt x="504736" y="228790"/>
                </a:lnTo>
                <a:lnTo>
                  <a:pt x="504736" y="152501"/>
                </a:lnTo>
                <a:lnTo>
                  <a:pt x="553593" y="152501"/>
                </a:lnTo>
                <a:lnTo>
                  <a:pt x="553593" y="117449"/>
                </a:lnTo>
                <a:lnTo>
                  <a:pt x="504736" y="117449"/>
                </a:lnTo>
                <a:lnTo>
                  <a:pt x="504736" y="54864"/>
                </a:lnTo>
                <a:lnTo>
                  <a:pt x="559689" y="54864"/>
                </a:lnTo>
                <a:lnTo>
                  <a:pt x="559689" y="19812"/>
                </a:lnTo>
                <a:lnTo>
                  <a:pt x="388810" y="19812"/>
                </a:lnTo>
                <a:lnTo>
                  <a:pt x="388810" y="54864"/>
                </a:lnTo>
                <a:lnTo>
                  <a:pt x="466636" y="54864"/>
                </a:lnTo>
                <a:lnTo>
                  <a:pt x="466636" y="228790"/>
                </a:lnTo>
                <a:lnTo>
                  <a:pt x="434632" y="228790"/>
                </a:lnTo>
                <a:lnTo>
                  <a:pt x="434632" y="86969"/>
                </a:lnTo>
                <a:lnTo>
                  <a:pt x="396430" y="86969"/>
                </a:lnTo>
                <a:lnTo>
                  <a:pt x="396430" y="228790"/>
                </a:lnTo>
                <a:lnTo>
                  <a:pt x="370522" y="228790"/>
                </a:lnTo>
                <a:lnTo>
                  <a:pt x="370522" y="263944"/>
                </a:lnTo>
                <a:lnTo>
                  <a:pt x="564261" y="263944"/>
                </a:lnTo>
                <a:lnTo>
                  <a:pt x="564261" y="228790"/>
                </a:lnTo>
                <a:close/>
              </a:path>
              <a:path w="1134745" h="279400">
                <a:moveTo>
                  <a:pt x="635889" y="183070"/>
                </a:moveTo>
                <a:lnTo>
                  <a:pt x="600837" y="183070"/>
                </a:lnTo>
                <a:lnTo>
                  <a:pt x="600837" y="234886"/>
                </a:lnTo>
                <a:lnTo>
                  <a:pt x="597789" y="239458"/>
                </a:lnTo>
                <a:lnTo>
                  <a:pt x="571881" y="239458"/>
                </a:lnTo>
                <a:lnTo>
                  <a:pt x="574141" y="248602"/>
                </a:lnTo>
                <a:lnTo>
                  <a:pt x="576313" y="257848"/>
                </a:lnTo>
                <a:lnTo>
                  <a:pt x="578091" y="266331"/>
                </a:lnTo>
                <a:lnTo>
                  <a:pt x="579501" y="274612"/>
                </a:lnTo>
                <a:lnTo>
                  <a:pt x="596099" y="274307"/>
                </a:lnTo>
                <a:lnTo>
                  <a:pt x="633603" y="257416"/>
                </a:lnTo>
                <a:lnTo>
                  <a:pt x="635800" y="240982"/>
                </a:lnTo>
                <a:lnTo>
                  <a:pt x="635889" y="183070"/>
                </a:lnTo>
                <a:close/>
              </a:path>
              <a:path w="1134745" h="279400">
                <a:moveTo>
                  <a:pt x="658749" y="53340"/>
                </a:moveTo>
                <a:lnTo>
                  <a:pt x="635889" y="53340"/>
                </a:lnTo>
                <a:lnTo>
                  <a:pt x="635889" y="4572"/>
                </a:lnTo>
                <a:lnTo>
                  <a:pt x="600837" y="4572"/>
                </a:lnTo>
                <a:lnTo>
                  <a:pt x="600837" y="53340"/>
                </a:lnTo>
                <a:lnTo>
                  <a:pt x="573405" y="53340"/>
                </a:lnTo>
                <a:lnTo>
                  <a:pt x="573405" y="88493"/>
                </a:lnTo>
                <a:lnTo>
                  <a:pt x="600837" y="88493"/>
                </a:lnTo>
                <a:lnTo>
                  <a:pt x="600837" y="135737"/>
                </a:lnTo>
                <a:lnTo>
                  <a:pt x="571881" y="141833"/>
                </a:lnTo>
                <a:lnTo>
                  <a:pt x="574484" y="176974"/>
                </a:lnTo>
                <a:lnTo>
                  <a:pt x="600837" y="176974"/>
                </a:lnTo>
                <a:lnTo>
                  <a:pt x="635889" y="176974"/>
                </a:lnTo>
                <a:lnTo>
                  <a:pt x="635889" y="166306"/>
                </a:lnTo>
                <a:lnTo>
                  <a:pt x="657225" y="160121"/>
                </a:lnTo>
                <a:lnTo>
                  <a:pt x="657225" y="128117"/>
                </a:lnTo>
                <a:lnTo>
                  <a:pt x="657225" y="123545"/>
                </a:lnTo>
                <a:lnTo>
                  <a:pt x="635889" y="128117"/>
                </a:lnTo>
                <a:lnTo>
                  <a:pt x="635889" y="88493"/>
                </a:lnTo>
                <a:lnTo>
                  <a:pt x="658749" y="88493"/>
                </a:lnTo>
                <a:lnTo>
                  <a:pt x="658749" y="53340"/>
                </a:lnTo>
                <a:close/>
              </a:path>
              <a:path w="1134745" h="279400">
                <a:moveTo>
                  <a:pt x="831049" y="9144"/>
                </a:moveTo>
                <a:lnTo>
                  <a:pt x="794473" y="9144"/>
                </a:lnTo>
                <a:lnTo>
                  <a:pt x="794473" y="41148"/>
                </a:lnTo>
                <a:lnTo>
                  <a:pt x="794473" y="54864"/>
                </a:lnTo>
                <a:lnTo>
                  <a:pt x="794473" y="80873"/>
                </a:lnTo>
                <a:lnTo>
                  <a:pt x="794473" y="94589"/>
                </a:lnTo>
                <a:lnTo>
                  <a:pt x="713701" y="94589"/>
                </a:lnTo>
                <a:lnTo>
                  <a:pt x="713701" y="80873"/>
                </a:lnTo>
                <a:lnTo>
                  <a:pt x="794473" y="80873"/>
                </a:lnTo>
                <a:lnTo>
                  <a:pt x="794473" y="54864"/>
                </a:lnTo>
                <a:lnTo>
                  <a:pt x="713701" y="54864"/>
                </a:lnTo>
                <a:lnTo>
                  <a:pt x="713701" y="41148"/>
                </a:lnTo>
                <a:lnTo>
                  <a:pt x="794473" y="41148"/>
                </a:lnTo>
                <a:lnTo>
                  <a:pt x="794473" y="9144"/>
                </a:lnTo>
                <a:lnTo>
                  <a:pt x="678561" y="9144"/>
                </a:lnTo>
                <a:lnTo>
                  <a:pt x="678561" y="126593"/>
                </a:lnTo>
                <a:lnTo>
                  <a:pt x="831049" y="126593"/>
                </a:lnTo>
                <a:lnTo>
                  <a:pt x="831049" y="94589"/>
                </a:lnTo>
                <a:lnTo>
                  <a:pt x="831049" y="80873"/>
                </a:lnTo>
                <a:lnTo>
                  <a:pt x="831049" y="54864"/>
                </a:lnTo>
                <a:lnTo>
                  <a:pt x="831049" y="41148"/>
                </a:lnTo>
                <a:lnTo>
                  <a:pt x="831049" y="9144"/>
                </a:lnTo>
                <a:close/>
              </a:path>
              <a:path w="1134745" h="279400">
                <a:moveTo>
                  <a:pt x="850963" y="237934"/>
                </a:moveTo>
                <a:lnTo>
                  <a:pt x="776185" y="237934"/>
                </a:lnTo>
                <a:lnTo>
                  <a:pt x="776185" y="233362"/>
                </a:lnTo>
                <a:lnTo>
                  <a:pt x="776185" y="219646"/>
                </a:lnTo>
                <a:lnTo>
                  <a:pt x="838771" y="219646"/>
                </a:lnTo>
                <a:lnTo>
                  <a:pt x="838771" y="189166"/>
                </a:lnTo>
                <a:lnTo>
                  <a:pt x="776185" y="189166"/>
                </a:lnTo>
                <a:lnTo>
                  <a:pt x="776185" y="172402"/>
                </a:lnTo>
                <a:lnTo>
                  <a:pt x="849439" y="172402"/>
                </a:lnTo>
                <a:lnTo>
                  <a:pt x="849439" y="140309"/>
                </a:lnTo>
                <a:lnTo>
                  <a:pt x="663321" y="140309"/>
                </a:lnTo>
                <a:lnTo>
                  <a:pt x="663321" y="172402"/>
                </a:lnTo>
                <a:lnTo>
                  <a:pt x="739609" y="172402"/>
                </a:lnTo>
                <a:lnTo>
                  <a:pt x="739609" y="233362"/>
                </a:lnTo>
                <a:lnTo>
                  <a:pt x="733590" y="229933"/>
                </a:lnTo>
                <a:lnTo>
                  <a:pt x="726846" y="224218"/>
                </a:lnTo>
                <a:lnTo>
                  <a:pt x="719251" y="216217"/>
                </a:lnTo>
                <a:lnTo>
                  <a:pt x="710653" y="205930"/>
                </a:lnTo>
                <a:lnTo>
                  <a:pt x="715225" y="183070"/>
                </a:lnTo>
                <a:lnTo>
                  <a:pt x="683133" y="175450"/>
                </a:lnTo>
                <a:lnTo>
                  <a:pt x="678510" y="199466"/>
                </a:lnTo>
                <a:lnTo>
                  <a:pt x="671322" y="221183"/>
                </a:lnTo>
                <a:lnTo>
                  <a:pt x="661276" y="240652"/>
                </a:lnTo>
                <a:lnTo>
                  <a:pt x="648081" y="257848"/>
                </a:lnTo>
                <a:lnTo>
                  <a:pt x="659320" y="265087"/>
                </a:lnTo>
                <a:lnTo>
                  <a:pt x="668007" y="271132"/>
                </a:lnTo>
                <a:lnTo>
                  <a:pt x="678561" y="279184"/>
                </a:lnTo>
                <a:lnTo>
                  <a:pt x="685126" y="270649"/>
                </a:lnTo>
                <a:lnTo>
                  <a:pt x="690994" y="261226"/>
                </a:lnTo>
                <a:lnTo>
                  <a:pt x="695998" y="251244"/>
                </a:lnTo>
                <a:lnTo>
                  <a:pt x="699985" y="240982"/>
                </a:lnTo>
                <a:lnTo>
                  <a:pt x="712012" y="252425"/>
                </a:lnTo>
                <a:lnTo>
                  <a:pt x="756373" y="270040"/>
                </a:lnTo>
                <a:lnTo>
                  <a:pt x="790727" y="271132"/>
                </a:lnTo>
                <a:lnTo>
                  <a:pt x="797979" y="271132"/>
                </a:lnTo>
                <a:lnTo>
                  <a:pt x="817283" y="270891"/>
                </a:lnTo>
                <a:lnTo>
                  <a:pt x="843343" y="270040"/>
                </a:lnTo>
                <a:lnTo>
                  <a:pt x="845388" y="260273"/>
                </a:lnTo>
                <a:lnTo>
                  <a:pt x="847255" y="251244"/>
                </a:lnTo>
                <a:lnTo>
                  <a:pt x="848918" y="244233"/>
                </a:lnTo>
                <a:lnTo>
                  <a:pt x="849972" y="240982"/>
                </a:lnTo>
                <a:lnTo>
                  <a:pt x="850087" y="240652"/>
                </a:lnTo>
                <a:lnTo>
                  <a:pt x="850963" y="237934"/>
                </a:lnTo>
                <a:close/>
              </a:path>
              <a:path w="1134745" h="279400">
                <a:moveTo>
                  <a:pt x="1001928" y="224218"/>
                </a:moveTo>
                <a:lnTo>
                  <a:pt x="1000404" y="189166"/>
                </a:lnTo>
                <a:lnTo>
                  <a:pt x="985164" y="192214"/>
                </a:lnTo>
                <a:lnTo>
                  <a:pt x="985164" y="48768"/>
                </a:lnTo>
                <a:lnTo>
                  <a:pt x="994308" y="48768"/>
                </a:lnTo>
                <a:lnTo>
                  <a:pt x="994308" y="13716"/>
                </a:lnTo>
                <a:lnTo>
                  <a:pt x="946975" y="13716"/>
                </a:lnTo>
                <a:lnTo>
                  <a:pt x="946975" y="48768"/>
                </a:lnTo>
                <a:lnTo>
                  <a:pt x="946975" y="76301"/>
                </a:lnTo>
                <a:lnTo>
                  <a:pt x="946975" y="109829"/>
                </a:lnTo>
                <a:lnTo>
                  <a:pt x="946975" y="138785"/>
                </a:lnTo>
                <a:lnTo>
                  <a:pt x="946975" y="172402"/>
                </a:lnTo>
                <a:lnTo>
                  <a:pt x="946975" y="196786"/>
                </a:lnTo>
                <a:lnTo>
                  <a:pt x="907351" y="202882"/>
                </a:lnTo>
                <a:lnTo>
                  <a:pt x="907351" y="172402"/>
                </a:lnTo>
                <a:lnTo>
                  <a:pt x="946975" y="172402"/>
                </a:lnTo>
                <a:lnTo>
                  <a:pt x="946975" y="138785"/>
                </a:lnTo>
                <a:lnTo>
                  <a:pt x="907351" y="138785"/>
                </a:lnTo>
                <a:lnTo>
                  <a:pt x="907351" y="109829"/>
                </a:lnTo>
                <a:lnTo>
                  <a:pt x="946975" y="109829"/>
                </a:lnTo>
                <a:lnTo>
                  <a:pt x="946975" y="76301"/>
                </a:lnTo>
                <a:lnTo>
                  <a:pt x="907351" y="76301"/>
                </a:lnTo>
                <a:lnTo>
                  <a:pt x="907351" y="48768"/>
                </a:lnTo>
                <a:lnTo>
                  <a:pt x="946975" y="48768"/>
                </a:lnTo>
                <a:lnTo>
                  <a:pt x="946975" y="13716"/>
                </a:lnTo>
                <a:lnTo>
                  <a:pt x="861631" y="13716"/>
                </a:lnTo>
                <a:lnTo>
                  <a:pt x="861631" y="48768"/>
                </a:lnTo>
                <a:lnTo>
                  <a:pt x="870775" y="48768"/>
                </a:lnTo>
                <a:lnTo>
                  <a:pt x="870775" y="207454"/>
                </a:lnTo>
                <a:lnTo>
                  <a:pt x="858583" y="208978"/>
                </a:lnTo>
                <a:lnTo>
                  <a:pt x="863155" y="247078"/>
                </a:lnTo>
                <a:lnTo>
                  <a:pt x="946975" y="233362"/>
                </a:lnTo>
                <a:lnTo>
                  <a:pt x="946975" y="276136"/>
                </a:lnTo>
                <a:lnTo>
                  <a:pt x="985164" y="276136"/>
                </a:lnTo>
                <a:lnTo>
                  <a:pt x="985164" y="233362"/>
                </a:lnTo>
                <a:lnTo>
                  <a:pt x="985164" y="227266"/>
                </a:lnTo>
                <a:lnTo>
                  <a:pt x="1001928" y="224218"/>
                </a:lnTo>
                <a:close/>
              </a:path>
              <a:path w="1134745" h="279400">
                <a:moveTo>
                  <a:pt x="1134618" y="237934"/>
                </a:moveTo>
                <a:lnTo>
                  <a:pt x="1120279" y="229082"/>
                </a:lnTo>
                <a:lnTo>
                  <a:pt x="1119924" y="228790"/>
                </a:lnTo>
                <a:lnTo>
                  <a:pt x="1107097" y="218503"/>
                </a:lnTo>
                <a:lnTo>
                  <a:pt x="1095095" y="206222"/>
                </a:lnTo>
                <a:lnTo>
                  <a:pt x="1084224" y="192214"/>
                </a:lnTo>
                <a:lnTo>
                  <a:pt x="1097953" y="162166"/>
                </a:lnTo>
                <a:lnTo>
                  <a:pt x="1102372" y="149453"/>
                </a:lnTo>
                <a:lnTo>
                  <a:pt x="1109383" y="129260"/>
                </a:lnTo>
                <a:lnTo>
                  <a:pt x="1109433" y="129070"/>
                </a:lnTo>
                <a:lnTo>
                  <a:pt x="1118565" y="93484"/>
                </a:lnTo>
                <a:lnTo>
                  <a:pt x="1125474" y="54864"/>
                </a:lnTo>
                <a:lnTo>
                  <a:pt x="1125474" y="18288"/>
                </a:lnTo>
                <a:lnTo>
                  <a:pt x="1087272" y="18288"/>
                </a:lnTo>
                <a:lnTo>
                  <a:pt x="1087272" y="54864"/>
                </a:lnTo>
                <a:lnTo>
                  <a:pt x="1083017" y="80619"/>
                </a:lnTo>
                <a:lnTo>
                  <a:pt x="1077175" y="105054"/>
                </a:lnTo>
                <a:lnTo>
                  <a:pt x="1069924" y="128041"/>
                </a:lnTo>
                <a:lnTo>
                  <a:pt x="1069835" y="128257"/>
                </a:lnTo>
                <a:lnTo>
                  <a:pt x="1061364" y="149453"/>
                </a:lnTo>
                <a:lnTo>
                  <a:pt x="1053960" y="128257"/>
                </a:lnTo>
                <a:lnTo>
                  <a:pt x="1053909" y="128041"/>
                </a:lnTo>
                <a:lnTo>
                  <a:pt x="1047838" y="105625"/>
                </a:lnTo>
                <a:lnTo>
                  <a:pt x="1047737" y="105054"/>
                </a:lnTo>
                <a:lnTo>
                  <a:pt x="1043152" y="81267"/>
                </a:lnTo>
                <a:lnTo>
                  <a:pt x="1043076" y="80619"/>
                </a:lnTo>
                <a:lnTo>
                  <a:pt x="1040028" y="54864"/>
                </a:lnTo>
                <a:lnTo>
                  <a:pt x="1087272" y="54864"/>
                </a:lnTo>
                <a:lnTo>
                  <a:pt x="1087272" y="18288"/>
                </a:lnTo>
                <a:lnTo>
                  <a:pt x="998880" y="18288"/>
                </a:lnTo>
                <a:lnTo>
                  <a:pt x="998880" y="54864"/>
                </a:lnTo>
                <a:lnTo>
                  <a:pt x="1003452" y="54864"/>
                </a:lnTo>
                <a:lnTo>
                  <a:pt x="1007414" y="93484"/>
                </a:lnTo>
                <a:lnTo>
                  <a:pt x="1014501" y="129070"/>
                </a:lnTo>
                <a:lnTo>
                  <a:pt x="1014564" y="129260"/>
                </a:lnTo>
                <a:lnTo>
                  <a:pt x="1024458" y="161518"/>
                </a:lnTo>
                <a:lnTo>
                  <a:pt x="1036980" y="190690"/>
                </a:lnTo>
                <a:lnTo>
                  <a:pt x="1027264" y="204076"/>
                </a:lnTo>
                <a:lnTo>
                  <a:pt x="1016406" y="216598"/>
                </a:lnTo>
                <a:lnTo>
                  <a:pt x="1004404" y="227990"/>
                </a:lnTo>
                <a:lnTo>
                  <a:pt x="991260" y="237934"/>
                </a:lnTo>
                <a:lnTo>
                  <a:pt x="997839" y="247980"/>
                </a:lnTo>
                <a:lnTo>
                  <a:pt x="1003833" y="257606"/>
                </a:lnTo>
                <a:lnTo>
                  <a:pt x="1009269" y="266954"/>
                </a:lnTo>
                <a:lnTo>
                  <a:pt x="1014120" y="276136"/>
                </a:lnTo>
                <a:lnTo>
                  <a:pt x="1026629" y="265518"/>
                </a:lnTo>
                <a:lnTo>
                  <a:pt x="1038694" y="254177"/>
                </a:lnTo>
                <a:lnTo>
                  <a:pt x="1049921" y="241985"/>
                </a:lnTo>
                <a:lnTo>
                  <a:pt x="1059840" y="228790"/>
                </a:lnTo>
                <a:lnTo>
                  <a:pt x="1071587" y="242189"/>
                </a:lnTo>
                <a:lnTo>
                  <a:pt x="1084033" y="254749"/>
                </a:lnTo>
                <a:lnTo>
                  <a:pt x="1097356" y="266166"/>
                </a:lnTo>
                <a:lnTo>
                  <a:pt x="1111656" y="276136"/>
                </a:lnTo>
                <a:lnTo>
                  <a:pt x="1118247" y="264375"/>
                </a:lnTo>
                <a:lnTo>
                  <a:pt x="1124280" y="254177"/>
                </a:lnTo>
                <a:lnTo>
                  <a:pt x="1129741" y="245414"/>
                </a:lnTo>
                <a:lnTo>
                  <a:pt x="1134618" y="237934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10060" y="942689"/>
            <a:ext cx="50800" cy="160655"/>
          </a:xfrm>
          <a:custGeom>
            <a:avLst/>
            <a:gdLst/>
            <a:ahLst/>
            <a:cxnLst/>
            <a:rect l="l" t="t" r="r" b="b"/>
            <a:pathLst>
              <a:path w="50800" h="160655">
                <a:moveTo>
                  <a:pt x="32004" y="45720"/>
                </a:moveTo>
                <a:lnTo>
                  <a:pt x="18288" y="45720"/>
                </a:lnTo>
                <a:lnTo>
                  <a:pt x="12192" y="44196"/>
                </a:lnTo>
                <a:lnTo>
                  <a:pt x="6096" y="39624"/>
                </a:lnTo>
                <a:lnTo>
                  <a:pt x="1524" y="35052"/>
                </a:lnTo>
                <a:lnTo>
                  <a:pt x="0" y="28956"/>
                </a:lnTo>
                <a:lnTo>
                  <a:pt x="0" y="16764"/>
                </a:lnTo>
                <a:lnTo>
                  <a:pt x="1524" y="10668"/>
                </a:lnTo>
                <a:lnTo>
                  <a:pt x="6096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2004" y="0"/>
                </a:lnTo>
                <a:lnTo>
                  <a:pt x="38100" y="1524"/>
                </a:lnTo>
                <a:lnTo>
                  <a:pt x="47244" y="10668"/>
                </a:lnTo>
                <a:lnTo>
                  <a:pt x="50292" y="16764"/>
                </a:lnTo>
                <a:lnTo>
                  <a:pt x="50292" y="28956"/>
                </a:lnTo>
                <a:lnTo>
                  <a:pt x="47244" y="35052"/>
                </a:lnTo>
                <a:lnTo>
                  <a:pt x="38100" y="44196"/>
                </a:lnTo>
                <a:lnTo>
                  <a:pt x="32004" y="45720"/>
                </a:lnTo>
                <a:close/>
              </a:path>
              <a:path w="50800" h="160655">
                <a:moveTo>
                  <a:pt x="32004" y="160115"/>
                </a:moveTo>
                <a:lnTo>
                  <a:pt x="18288" y="160115"/>
                </a:lnTo>
                <a:lnTo>
                  <a:pt x="12192" y="158591"/>
                </a:lnTo>
                <a:lnTo>
                  <a:pt x="6096" y="154019"/>
                </a:lnTo>
                <a:lnTo>
                  <a:pt x="1524" y="149447"/>
                </a:lnTo>
                <a:lnTo>
                  <a:pt x="0" y="143351"/>
                </a:lnTo>
                <a:lnTo>
                  <a:pt x="0" y="131159"/>
                </a:lnTo>
                <a:lnTo>
                  <a:pt x="1524" y="125063"/>
                </a:lnTo>
                <a:lnTo>
                  <a:pt x="6096" y="120491"/>
                </a:lnTo>
                <a:lnTo>
                  <a:pt x="12192" y="115919"/>
                </a:lnTo>
                <a:lnTo>
                  <a:pt x="18288" y="114395"/>
                </a:lnTo>
                <a:lnTo>
                  <a:pt x="32004" y="114395"/>
                </a:lnTo>
                <a:lnTo>
                  <a:pt x="38100" y="115919"/>
                </a:lnTo>
                <a:lnTo>
                  <a:pt x="47244" y="125063"/>
                </a:lnTo>
                <a:lnTo>
                  <a:pt x="50292" y="131159"/>
                </a:lnTo>
                <a:lnTo>
                  <a:pt x="50292" y="143351"/>
                </a:lnTo>
                <a:lnTo>
                  <a:pt x="47244" y="149447"/>
                </a:lnTo>
                <a:lnTo>
                  <a:pt x="38100" y="158591"/>
                </a:lnTo>
                <a:lnTo>
                  <a:pt x="32004" y="160115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249519" y="878586"/>
            <a:ext cx="1240790" cy="224790"/>
            <a:chOff x="2249519" y="878586"/>
            <a:chExt cx="1240790" cy="2247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49519" y="878586"/>
              <a:ext cx="399478" cy="22421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85656" y="878585"/>
              <a:ext cx="804545" cy="224790"/>
            </a:xfrm>
            <a:custGeom>
              <a:avLst/>
              <a:gdLst/>
              <a:ahLst/>
              <a:cxnLst/>
              <a:rect l="l" t="t" r="r" b="b"/>
              <a:pathLst>
                <a:path w="804545" h="224790">
                  <a:moveTo>
                    <a:pt x="128117" y="183134"/>
                  </a:moveTo>
                  <a:lnTo>
                    <a:pt x="47256" y="183134"/>
                  </a:lnTo>
                  <a:lnTo>
                    <a:pt x="47256" y="4064"/>
                  </a:lnTo>
                  <a:lnTo>
                    <a:pt x="0" y="4064"/>
                  </a:lnTo>
                  <a:lnTo>
                    <a:pt x="0" y="183134"/>
                  </a:lnTo>
                  <a:lnTo>
                    <a:pt x="0" y="221234"/>
                  </a:lnTo>
                  <a:lnTo>
                    <a:pt x="128117" y="221234"/>
                  </a:lnTo>
                  <a:lnTo>
                    <a:pt x="128117" y="183134"/>
                  </a:lnTo>
                  <a:close/>
                </a:path>
                <a:path w="804545" h="224790">
                  <a:moveTo>
                    <a:pt x="346138" y="111353"/>
                  </a:moveTo>
                  <a:lnTo>
                    <a:pt x="339280" y="66573"/>
                  </a:lnTo>
                  <a:lnTo>
                    <a:pt x="318706" y="32004"/>
                  </a:lnTo>
                  <a:lnTo>
                    <a:pt x="298792" y="15633"/>
                  </a:lnTo>
                  <a:lnTo>
                    <a:pt x="298792" y="111353"/>
                  </a:lnTo>
                  <a:lnTo>
                    <a:pt x="298691" y="115925"/>
                  </a:lnTo>
                  <a:lnTo>
                    <a:pt x="289902" y="154749"/>
                  </a:lnTo>
                  <a:lnTo>
                    <a:pt x="253796" y="183438"/>
                  </a:lnTo>
                  <a:lnTo>
                    <a:pt x="240893" y="184594"/>
                  </a:lnTo>
                  <a:lnTo>
                    <a:pt x="228028" y="183438"/>
                  </a:lnTo>
                  <a:lnTo>
                    <a:pt x="192862" y="153885"/>
                  </a:lnTo>
                  <a:lnTo>
                    <a:pt x="184505" y="112877"/>
                  </a:lnTo>
                  <a:lnTo>
                    <a:pt x="184594" y="111353"/>
                  </a:lnTo>
                  <a:lnTo>
                    <a:pt x="185381" y="97713"/>
                  </a:lnTo>
                  <a:lnTo>
                    <a:pt x="185432" y="97472"/>
                  </a:lnTo>
                  <a:lnTo>
                    <a:pt x="188125" y="84112"/>
                  </a:lnTo>
                  <a:lnTo>
                    <a:pt x="192862" y="71945"/>
                  </a:lnTo>
                  <a:lnTo>
                    <a:pt x="199745" y="61061"/>
                  </a:lnTo>
                  <a:lnTo>
                    <a:pt x="208343" y="52158"/>
                  </a:lnTo>
                  <a:lnTo>
                    <a:pt x="218224" y="45961"/>
                  </a:lnTo>
                  <a:lnTo>
                    <a:pt x="229603" y="42316"/>
                  </a:lnTo>
                  <a:lnTo>
                    <a:pt x="229793" y="42316"/>
                  </a:lnTo>
                  <a:lnTo>
                    <a:pt x="242417" y="41148"/>
                  </a:lnTo>
                  <a:lnTo>
                    <a:pt x="283654" y="59537"/>
                  </a:lnTo>
                  <a:lnTo>
                    <a:pt x="297802" y="97472"/>
                  </a:lnTo>
                  <a:lnTo>
                    <a:pt x="298792" y="111353"/>
                  </a:lnTo>
                  <a:lnTo>
                    <a:pt x="298792" y="15633"/>
                  </a:lnTo>
                  <a:lnTo>
                    <a:pt x="285369" y="8001"/>
                  </a:lnTo>
                  <a:lnTo>
                    <a:pt x="265734" y="2006"/>
                  </a:lnTo>
                  <a:lnTo>
                    <a:pt x="243941" y="0"/>
                  </a:lnTo>
                  <a:lnTo>
                    <a:pt x="220205" y="2006"/>
                  </a:lnTo>
                  <a:lnTo>
                    <a:pt x="180721" y="18008"/>
                  </a:lnTo>
                  <a:lnTo>
                    <a:pt x="151815" y="49237"/>
                  </a:lnTo>
                  <a:lnTo>
                    <a:pt x="137477" y="91046"/>
                  </a:lnTo>
                  <a:lnTo>
                    <a:pt x="135737" y="115925"/>
                  </a:lnTo>
                  <a:lnTo>
                    <a:pt x="137477" y="138836"/>
                  </a:lnTo>
                  <a:lnTo>
                    <a:pt x="151815" y="177736"/>
                  </a:lnTo>
                  <a:lnTo>
                    <a:pt x="180428" y="206870"/>
                  </a:lnTo>
                  <a:lnTo>
                    <a:pt x="217551" y="222224"/>
                  </a:lnTo>
                  <a:lnTo>
                    <a:pt x="217360" y="222224"/>
                  </a:lnTo>
                  <a:lnTo>
                    <a:pt x="239369" y="224218"/>
                  </a:lnTo>
                  <a:lnTo>
                    <a:pt x="262280" y="222224"/>
                  </a:lnTo>
                  <a:lnTo>
                    <a:pt x="282892" y="216217"/>
                  </a:lnTo>
                  <a:lnTo>
                    <a:pt x="317182" y="192214"/>
                  </a:lnTo>
                  <a:lnTo>
                    <a:pt x="339090" y="156972"/>
                  </a:lnTo>
                  <a:lnTo>
                    <a:pt x="344411" y="135382"/>
                  </a:lnTo>
                  <a:lnTo>
                    <a:pt x="346138" y="111353"/>
                  </a:lnTo>
                  <a:close/>
                </a:path>
                <a:path w="804545" h="224790">
                  <a:moveTo>
                    <a:pt x="523024" y="65633"/>
                  </a:moveTo>
                  <a:lnTo>
                    <a:pt x="475780" y="65633"/>
                  </a:lnTo>
                  <a:lnTo>
                    <a:pt x="446824" y="164782"/>
                  </a:lnTo>
                  <a:lnTo>
                    <a:pt x="444804" y="171627"/>
                  </a:lnTo>
                  <a:lnTo>
                    <a:pt x="443204" y="178308"/>
                  </a:lnTo>
                  <a:lnTo>
                    <a:pt x="441896" y="184696"/>
                  </a:lnTo>
                  <a:lnTo>
                    <a:pt x="440728" y="190690"/>
                  </a:lnTo>
                  <a:lnTo>
                    <a:pt x="440423" y="184696"/>
                  </a:lnTo>
                  <a:lnTo>
                    <a:pt x="439394" y="178117"/>
                  </a:lnTo>
                  <a:lnTo>
                    <a:pt x="437515" y="170980"/>
                  </a:lnTo>
                  <a:lnTo>
                    <a:pt x="434632" y="163258"/>
                  </a:lnTo>
                  <a:lnTo>
                    <a:pt x="407098" y="65633"/>
                  </a:lnTo>
                  <a:lnTo>
                    <a:pt x="358330" y="65633"/>
                  </a:lnTo>
                  <a:lnTo>
                    <a:pt x="413296" y="221170"/>
                  </a:lnTo>
                  <a:lnTo>
                    <a:pt x="465112" y="221170"/>
                  </a:lnTo>
                  <a:lnTo>
                    <a:pt x="476465" y="190690"/>
                  </a:lnTo>
                  <a:lnTo>
                    <a:pt x="523024" y="65633"/>
                  </a:lnTo>
                  <a:close/>
                </a:path>
                <a:path w="804545" h="224790">
                  <a:moveTo>
                    <a:pt x="689229" y="161734"/>
                  </a:moveTo>
                  <a:lnTo>
                    <a:pt x="674382" y="125069"/>
                  </a:lnTo>
                  <a:lnTo>
                    <a:pt x="645033" y="106781"/>
                  </a:lnTo>
                  <a:lnTo>
                    <a:pt x="653402" y="102158"/>
                  </a:lnTo>
                  <a:lnTo>
                    <a:pt x="660463" y="97256"/>
                  </a:lnTo>
                  <a:lnTo>
                    <a:pt x="666686" y="91782"/>
                  </a:lnTo>
                  <a:lnTo>
                    <a:pt x="666902" y="91541"/>
                  </a:lnTo>
                  <a:lnTo>
                    <a:pt x="672465" y="85445"/>
                  </a:lnTo>
                  <a:lnTo>
                    <a:pt x="676465" y="79235"/>
                  </a:lnTo>
                  <a:lnTo>
                    <a:pt x="679323" y="72301"/>
                  </a:lnTo>
                  <a:lnTo>
                    <a:pt x="681037" y="65087"/>
                  </a:lnTo>
                  <a:lnTo>
                    <a:pt x="681609" y="58013"/>
                  </a:lnTo>
                  <a:lnTo>
                    <a:pt x="681037" y="50050"/>
                  </a:lnTo>
                  <a:lnTo>
                    <a:pt x="661987" y="16573"/>
                  </a:lnTo>
                  <a:lnTo>
                    <a:pt x="643509" y="5905"/>
                  </a:lnTo>
                  <a:lnTo>
                    <a:pt x="643509" y="158686"/>
                  </a:lnTo>
                  <a:lnTo>
                    <a:pt x="642937" y="165506"/>
                  </a:lnTo>
                  <a:lnTo>
                    <a:pt x="620649" y="192214"/>
                  </a:lnTo>
                  <a:lnTo>
                    <a:pt x="602361" y="192214"/>
                  </a:lnTo>
                  <a:lnTo>
                    <a:pt x="579501" y="158686"/>
                  </a:lnTo>
                  <a:lnTo>
                    <a:pt x="580072" y="151866"/>
                  </a:lnTo>
                  <a:lnTo>
                    <a:pt x="602361" y="125069"/>
                  </a:lnTo>
                  <a:lnTo>
                    <a:pt x="620649" y="125069"/>
                  </a:lnTo>
                  <a:lnTo>
                    <a:pt x="643509" y="158686"/>
                  </a:lnTo>
                  <a:lnTo>
                    <a:pt x="643509" y="5905"/>
                  </a:lnTo>
                  <a:lnTo>
                    <a:pt x="639800" y="4508"/>
                  </a:lnTo>
                  <a:lnTo>
                    <a:pt x="638937" y="4279"/>
                  </a:lnTo>
                  <a:lnTo>
                    <a:pt x="638937" y="54965"/>
                  </a:lnTo>
                  <a:lnTo>
                    <a:pt x="638937" y="71729"/>
                  </a:lnTo>
                  <a:lnTo>
                    <a:pt x="635889" y="77825"/>
                  </a:lnTo>
                  <a:lnTo>
                    <a:pt x="631317" y="83921"/>
                  </a:lnTo>
                  <a:lnTo>
                    <a:pt x="625221" y="88493"/>
                  </a:lnTo>
                  <a:lnTo>
                    <a:pt x="619125" y="91541"/>
                  </a:lnTo>
                  <a:lnTo>
                    <a:pt x="605409" y="91541"/>
                  </a:lnTo>
                  <a:lnTo>
                    <a:pt x="599313" y="88493"/>
                  </a:lnTo>
                  <a:lnTo>
                    <a:pt x="594741" y="82397"/>
                  </a:lnTo>
                  <a:lnTo>
                    <a:pt x="588645" y="77825"/>
                  </a:lnTo>
                  <a:lnTo>
                    <a:pt x="587121" y="70205"/>
                  </a:lnTo>
                  <a:lnTo>
                    <a:pt x="587121" y="54965"/>
                  </a:lnTo>
                  <a:lnTo>
                    <a:pt x="588645" y="47345"/>
                  </a:lnTo>
                  <a:lnTo>
                    <a:pt x="594741" y="42672"/>
                  </a:lnTo>
                  <a:lnTo>
                    <a:pt x="599313" y="36576"/>
                  </a:lnTo>
                  <a:lnTo>
                    <a:pt x="605409" y="33528"/>
                  </a:lnTo>
                  <a:lnTo>
                    <a:pt x="620649" y="33528"/>
                  </a:lnTo>
                  <a:lnTo>
                    <a:pt x="626745" y="36576"/>
                  </a:lnTo>
                  <a:lnTo>
                    <a:pt x="631317" y="42672"/>
                  </a:lnTo>
                  <a:lnTo>
                    <a:pt x="635889" y="47345"/>
                  </a:lnTo>
                  <a:lnTo>
                    <a:pt x="638937" y="54965"/>
                  </a:lnTo>
                  <a:lnTo>
                    <a:pt x="638937" y="4279"/>
                  </a:lnTo>
                  <a:lnTo>
                    <a:pt x="630936" y="2095"/>
                  </a:lnTo>
                  <a:lnTo>
                    <a:pt x="621512" y="558"/>
                  </a:lnTo>
                  <a:lnTo>
                    <a:pt x="611505" y="0"/>
                  </a:lnTo>
                  <a:lnTo>
                    <a:pt x="602386" y="558"/>
                  </a:lnTo>
                  <a:lnTo>
                    <a:pt x="562546" y="17145"/>
                  </a:lnTo>
                  <a:lnTo>
                    <a:pt x="543407" y="50253"/>
                  </a:lnTo>
                  <a:lnTo>
                    <a:pt x="542836" y="58013"/>
                  </a:lnTo>
                  <a:lnTo>
                    <a:pt x="543407" y="65747"/>
                  </a:lnTo>
                  <a:lnTo>
                    <a:pt x="569645" y="102831"/>
                  </a:lnTo>
                  <a:lnTo>
                    <a:pt x="577977" y="106781"/>
                  </a:lnTo>
                  <a:lnTo>
                    <a:pt x="568248" y="110756"/>
                  </a:lnTo>
                  <a:lnTo>
                    <a:pt x="537692" y="144360"/>
                  </a:lnTo>
                  <a:lnTo>
                    <a:pt x="535216" y="161734"/>
                  </a:lnTo>
                  <a:lnTo>
                    <a:pt x="536625" y="174879"/>
                  </a:lnTo>
                  <a:lnTo>
                    <a:pt x="556641" y="207454"/>
                  </a:lnTo>
                  <a:lnTo>
                    <a:pt x="595223" y="223100"/>
                  </a:lnTo>
                  <a:lnTo>
                    <a:pt x="611505" y="224218"/>
                  </a:lnTo>
                  <a:lnTo>
                    <a:pt x="627824" y="223100"/>
                  </a:lnTo>
                  <a:lnTo>
                    <a:pt x="667893" y="207454"/>
                  </a:lnTo>
                  <a:lnTo>
                    <a:pt x="687832" y="174879"/>
                  </a:lnTo>
                  <a:lnTo>
                    <a:pt x="689229" y="161734"/>
                  </a:lnTo>
                  <a:close/>
                </a:path>
                <a:path w="804545" h="224790">
                  <a:moveTo>
                    <a:pt x="804291" y="122682"/>
                  </a:moveTo>
                  <a:lnTo>
                    <a:pt x="720483" y="122682"/>
                  </a:lnTo>
                  <a:lnTo>
                    <a:pt x="720483" y="154686"/>
                  </a:lnTo>
                  <a:lnTo>
                    <a:pt x="804291" y="154686"/>
                  </a:lnTo>
                  <a:lnTo>
                    <a:pt x="804291" y="122682"/>
                  </a:lnTo>
                  <a:close/>
                </a:path>
              </a:pathLst>
            </a:custGeom>
            <a:solidFill>
              <a:srgbClr val="1118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535108" y="883158"/>
            <a:ext cx="640715" cy="219710"/>
            <a:chOff x="3535108" y="883158"/>
            <a:chExt cx="640715" cy="21971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5108" y="883158"/>
              <a:ext cx="329374" cy="2196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3439" y="941165"/>
              <a:ext cx="115919" cy="1616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9170" y="941165"/>
              <a:ext cx="146399" cy="16163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12" name="object 12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9751022" y="938123"/>
            <a:ext cx="114300" cy="104139"/>
          </a:xfrm>
          <a:custGeom>
            <a:avLst/>
            <a:gdLst/>
            <a:ahLst/>
            <a:cxnLst/>
            <a:rect l="l" t="t" r="r" b="b"/>
            <a:pathLst>
              <a:path w="114300" h="104140">
                <a:moveTo>
                  <a:pt x="36576" y="0"/>
                </a:moveTo>
                <a:lnTo>
                  <a:pt x="30480" y="0"/>
                </a:lnTo>
                <a:lnTo>
                  <a:pt x="27432" y="3048"/>
                </a:lnTo>
                <a:lnTo>
                  <a:pt x="22860" y="6096"/>
                </a:lnTo>
                <a:lnTo>
                  <a:pt x="16764" y="9144"/>
                </a:lnTo>
                <a:lnTo>
                  <a:pt x="10668" y="13716"/>
                </a:lnTo>
                <a:lnTo>
                  <a:pt x="4572" y="15240"/>
                </a:lnTo>
                <a:lnTo>
                  <a:pt x="0" y="16764"/>
                </a:lnTo>
                <a:lnTo>
                  <a:pt x="0" y="28956"/>
                </a:lnTo>
                <a:lnTo>
                  <a:pt x="4572" y="28956"/>
                </a:lnTo>
                <a:lnTo>
                  <a:pt x="13716" y="24384"/>
                </a:lnTo>
                <a:lnTo>
                  <a:pt x="18288" y="21336"/>
                </a:lnTo>
                <a:lnTo>
                  <a:pt x="21336" y="19812"/>
                </a:lnTo>
                <a:lnTo>
                  <a:pt x="22860" y="18288"/>
                </a:lnTo>
                <a:lnTo>
                  <a:pt x="22860" y="103720"/>
                </a:lnTo>
                <a:lnTo>
                  <a:pt x="36576" y="103720"/>
                </a:lnTo>
                <a:lnTo>
                  <a:pt x="36576" y="0"/>
                </a:lnTo>
                <a:close/>
              </a:path>
              <a:path w="114300" h="104140">
                <a:moveTo>
                  <a:pt x="114300" y="0"/>
                </a:moveTo>
                <a:lnTo>
                  <a:pt x="109728" y="0"/>
                </a:lnTo>
                <a:lnTo>
                  <a:pt x="100584" y="6096"/>
                </a:lnTo>
                <a:lnTo>
                  <a:pt x="94488" y="9144"/>
                </a:lnTo>
                <a:lnTo>
                  <a:pt x="88392" y="13716"/>
                </a:lnTo>
                <a:lnTo>
                  <a:pt x="83820" y="15240"/>
                </a:lnTo>
                <a:lnTo>
                  <a:pt x="77724" y="16764"/>
                </a:lnTo>
                <a:lnTo>
                  <a:pt x="77724" y="28956"/>
                </a:lnTo>
                <a:lnTo>
                  <a:pt x="82296" y="28956"/>
                </a:lnTo>
                <a:lnTo>
                  <a:pt x="86868" y="27432"/>
                </a:lnTo>
                <a:lnTo>
                  <a:pt x="96012" y="21336"/>
                </a:lnTo>
                <a:lnTo>
                  <a:pt x="99060" y="19812"/>
                </a:lnTo>
                <a:lnTo>
                  <a:pt x="100584" y="18288"/>
                </a:lnTo>
                <a:lnTo>
                  <a:pt x="100584" y="103720"/>
                </a:lnTo>
                <a:lnTo>
                  <a:pt x="114300" y="103720"/>
                </a:lnTo>
                <a:lnTo>
                  <a:pt x="114300" y="0"/>
                </a:lnTo>
                <a:close/>
              </a:path>
            </a:pathLst>
          </a:custGeom>
          <a:solidFill>
            <a:srgbClr val="23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3626" y="1281302"/>
            <a:ext cx="1708023" cy="187642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821436" y="3768851"/>
            <a:ext cx="71755" cy="1104900"/>
          </a:xfrm>
          <a:custGeom>
            <a:avLst/>
            <a:gdLst/>
            <a:ahLst/>
            <a:cxnLst/>
            <a:rect l="l" t="t" r="r" b="b"/>
            <a:pathLst>
              <a:path w="71755" h="1104900">
                <a:moveTo>
                  <a:pt x="71628" y="1524"/>
                </a:moveTo>
                <a:lnTo>
                  <a:pt x="68580" y="0"/>
                </a:lnTo>
                <a:lnTo>
                  <a:pt x="71628" y="0"/>
                </a:lnTo>
                <a:lnTo>
                  <a:pt x="71628" y="1524"/>
                </a:lnTo>
                <a:close/>
              </a:path>
              <a:path w="71755" h="1104900">
                <a:moveTo>
                  <a:pt x="39624" y="1060704"/>
                </a:moveTo>
                <a:lnTo>
                  <a:pt x="4572" y="1060704"/>
                </a:lnTo>
                <a:lnTo>
                  <a:pt x="4572" y="1056132"/>
                </a:lnTo>
                <a:lnTo>
                  <a:pt x="3048" y="1056132"/>
                </a:lnTo>
                <a:lnTo>
                  <a:pt x="3048" y="1050036"/>
                </a:lnTo>
                <a:lnTo>
                  <a:pt x="1524" y="1050036"/>
                </a:lnTo>
                <a:lnTo>
                  <a:pt x="1524" y="1040892"/>
                </a:lnTo>
                <a:lnTo>
                  <a:pt x="0" y="1040892"/>
                </a:lnTo>
                <a:lnTo>
                  <a:pt x="0" y="65532"/>
                </a:lnTo>
                <a:lnTo>
                  <a:pt x="9143" y="38100"/>
                </a:lnTo>
                <a:lnTo>
                  <a:pt x="10668" y="35051"/>
                </a:lnTo>
                <a:lnTo>
                  <a:pt x="12191" y="33528"/>
                </a:lnTo>
                <a:lnTo>
                  <a:pt x="13716" y="30480"/>
                </a:lnTo>
                <a:lnTo>
                  <a:pt x="18288" y="25908"/>
                </a:lnTo>
                <a:lnTo>
                  <a:pt x="19812" y="22859"/>
                </a:lnTo>
                <a:lnTo>
                  <a:pt x="21336" y="21336"/>
                </a:lnTo>
                <a:lnTo>
                  <a:pt x="24384" y="19812"/>
                </a:lnTo>
                <a:lnTo>
                  <a:pt x="30480" y="13716"/>
                </a:lnTo>
                <a:lnTo>
                  <a:pt x="36576" y="10667"/>
                </a:lnTo>
                <a:lnTo>
                  <a:pt x="38100" y="9144"/>
                </a:lnTo>
                <a:lnTo>
                  <a:pt x="47243" y="4572"/>
                </a:lnTo>
                <a:lnTo>
                  <a:pt x="53339" y="3048"/>
                </a:lnTo>
                <a:lnTo>
                  <a:pt x="57912" y="1524"/>
                </a:lnTo>
                <a:lnTo>
                  <a:pt x="67056" y="1524"/>
                </a:lnTo>
                <a:lnTo>
                  <a:pt x="64008" y="3048"/>
                </a:lnTo>
                <a:lnTo>
                  <a:pt x="62484" y="4572"/>
                </a:lnTo>
                <a:lnTo>
                  <a:pt x="59436" y="6096"/>
                </a:lnTo>
                <a:lnTo>
                  <a:pt x="57912" y="7620"/>
                </a:lnTo>
                <a:lnTo>
                  <a:pt x="56388" y="10667"/>
                </a:lnTo>
                <a:lnTo>
                  <a:pt x="51816" y="15240"/>
                </a:lnTo>
                <a:lnTo>
                  <a:pt x="44195" y="30480"/>
                </a:lnTo>
                <a:lnTo>
                  <a:pt x="39624" y="44196"/>
                </a:lnTo>
                <a:lnTo>
                  <a:pt x="38100" y="54864"/>
                </a:lnTo>
                <a:lnTo>
                  <a:pt x="38100" y="1051560"/>
                </a:lnTo>
                <a:lnTo>
                  <a:pt x="39624" y="1051560"/>
                </a:lnTo>
                <a:lnTo>
                  <a:pt x="39624" y="1060704"/>
                </a:lnTo>
                <a:close/>
              </a:path>
              <a:path w="71755" h="1104900">
                <a:moveTo>
                  <a:pt x="42672" y="1071372"/>
                </a:moveTo>
                <a:lnTo>
                  <a:pt x="10668" y="1071372"/>
                </a:lnTo>
                <a:lnTo>
                  <a:pt x="10668" y="1068324"/>
                </a:lnTo>
                <a:lnTo>
                  <a:pt x="9143" y="1068324"/>
                </a:lnTo>
                <a:lnTo>
                  <a:pt x="9143" y="1065276"/>
                </a:lnTo>
                <a:lnTo>
                  <a:pt x="7620" y="1065276"/>
                </a:lnTo>
                <a:lnTo>
                  <a:pt x="7620" y="1062228"/>
                </a:lnTo>
                <a:lnTo>
                  <a:pt x="6095" y="1060704"/>
                </a:lnTo>
                <a:lnTo>
                  <a:pt x="41148" y="1060704"/>
                </a:lnTo>
                <a:lnTo>
                  <a:pt x="41148" y="1066800"/>
                </a:lnTo>
                <a:lnTo>
                  <a:pt x="42672" y="1066800"/>
                </a:lnTo>
                <a:lnTo>
                  <a:pt x="42672" y="1071372"/>
                </a:lnTo>
                <a:close/>
              </a:path>
              <a:path w="71755" h="1104900">
                <a:moveTo>
                  <a:pt x="45720" y="1077468"/>
                </a:moveTo>
                <a:lnTo>
                  <a:pt x="15239" y="1077468"/>
                </a:lnTo>
                <a:lnTo>
                  <a:pt x="15239" y="1074420"/>
                </a:lnTo>
                <a:lnTo>
                  <a:pt x="12191" y="1071372"/>
                </a:lnTo>
                <a:lnTo>
                  <a:pt x="44195" y="1071372"/>
                </a:lnTo>
                <a:lnTo>
                  <a:pt x="44195" y="1074420"/>
                </a:lnTo>
                <a:lnTo>
                  <a:pt x="45720" y="1074420"/>
                </a:lnTo>
                <a:lnTo>
                  <a:pt x="45720" y="1077468"/>
                </a:lnTo>
                <a:close/>
              </a:path>
              <a:path w="71755" h="1104900">
                <a:moveTo>
                  <a:pt x="67056" y="1104900"/>
                </a:moveTo>
                <a:lnTo>
                  <a:pt x="59436" y="1103376"/>
                </a:lnTo>
                <a:lnTo>
                  <a:pt x="45720" y="1098804"/>
                </a:lnTo>
                <a:lnTo>
                  <a:pt x="33528" y="1092708"/>
                </a:lnTo>
                <a:lnTo>
                  <a:pt x="30480" y="1089660"/>
                </a:lnTo>
                <a:lnTo>
                  <a:pt x="27432" y="1088136"/>
                </a:lnTo>
                <a:lnTo>
                  <a:pt x="16764" y="1077468"/>
                </a:lnTo>
                <a:lnTo>
                  <a:pt x="47243" y="1077468"/>
                </a:lnTo>
                <a:lnTo>
                  <a:pt x="47243" y="1082040"/>
                </a:lnTo>
                <a:lnTo>
                  <a:pt x="48768" y="1082040"/>
                </a:lnTo>
                <a:lnTo>
                  <a:pt x="48768" y="1085088"/>
                </a:lnTo>
                <a:lnTo>
                  <a:pt x="50291" y="1085088"/>
                </a:lnTo>
                <a:lnTo>
                  <a:pt x="51816" y="1086612"/>
                </a:lnTo>
                <a:lnTo>
                  <a:pt x="51816" y="1089660"/>
                </a:lnTo>
                <a:lnTo>
                  <a:pt x="53339" y="1089660"/>
                </a:lnTo>
                <a:lnTo>
                  <a:pt x="53339" y="1092708"/>
                </a:lnTo>
                <a:lnTo>
                  <a:pt x="54864" y="1092708"/>
                </a:lnTo>
                <a:lnTo>
                  <a:pt x="62484" y="1100328"/>
                </a:lnTo>
                <a:lnTo>
                  <a:pt x="65532" y="1101851"/>
                </a:lnTo>
                <a:lnTo>
                  <a:pt x="67056" y="1103376"/>
                </a:lnTo>
                <a:lnTo>
                  <a:pt x="67056" y="1104900"/>
                </a:lnTo>
                <a:close/>
              </a:path>
            </a:pathLst>
          </a:custGeom>
          <a:solidFill>
            <a:srgbClr val="3B82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21436" y="5027676"/>
            <a:ext cx="68580" cy="952500"/>
          </a:xfrm>
          <a:custGeom>
            <a:avLst/>
            <a:gdLst/>
            <a:ahLst/>
            <a:cxnLst/>
            <a:rect l="l" t="t" r="r" b="b"/>
            <a:pathLst>
              <a:path w="68580" h="952500">
                <a:moveTo>
                  <a:pt x="41148" y="912875"/>
                </a:moveTo>
                <a:lnTo>
                  <a:pt x="7620" y="912875"/>
                </a:lnTo>
                <a:lnTo>
                  <a:pt x="7620" y="909827"/>
                </a:lnTo>
                <a:lnTo>
                  <a:pt x="6095" y="909827"/>
                </a:lnTo>
                <a:lnTo>
                  <a:pt x="6095" y="906779"/>
                </a:lnTo>
                <a:lnTo>
                  <a:pt x="4572" y="906779"/>
                </a:lnTo>
                <a:lnTo>
                  <a:pt x="4572" y="902207"/>
                </a:lnTo>
                <a:lnTo>
                  <a:pt x="3048" y="902207"/>
                </a:lnTo>
                <a:lnTo>
                  <a:pt x="3048" y="896111"/>
                </a:lnTo>
                <a:lnTo>
                  <a:pt x="1524" y="896111"/>
                </a:lnTo>
                <a:lnTo>
                  <a:pt x="1524" y="888491"/>
                </a:lnTo>
                <a:lnTo>
                  <a:pt x="0" y="888491"/>
                </a:lnTo>
                <a:lnTo>
                  <a:pt x="0" y="64007"/>
                </a:lnTo>
                <a:lnTo>
                  <a:pt x="3048" y="48767"/>
                </a:lnTo>
                <a:lnTo>
                  <a:pt x="10668" y="33527"/>
                </a:lnTo>
                <a:lnTo>
                  <a:pt x="16764" y="27431"/>
                </a:lnTo>
                <a:lnTo>
                  <a:pt x="18288" y="24383"/>
                </a:lnTo>
                <a:lnTo>
                  <a:pt x="24384" y="18287"/>
                </a:lnTo>
                <a:lnTo>
                  <a:pt x="27432" y="16763"/>
                </a:lnTo>
                <a:lnTo>
                  <a:pt x="32004" y="12191"/>
                </a:lnTo>
                <a:lnTo>
                  <a:pt x="38100" y="9143"/>
                </a:lnTo>
                <a:lnTo>
                  <a:pt x="39624" y="7619"/>
                </a:lnTo>
                <a:lnTo>
                  <a:pt x="42672" y="6095"/>
                </a:lnTo>
                <a:lnTo>
                  <a:pt x="60960" y="0"/>
                </a:lnTo>
                <a:lnTo>
                  <a:pt x="68580" y="0"/>
                </a:lnTo>
                <a:lnTo>
                  <a:pt x="65532" y="1523"/>
                </a:lnTo>
                <a:lnTo>
                  <a:pt x="64008" y="3047"/>
                </a:lnTo>
                <a:lnTo>
                  <a:pt x="41148" y="38100"/>
                </a:lnTo>
                <a:lnTo>
                  <a:pt x="38100" y="53339"/>
                </a:lnTo>
                <a:lnTo>
                  <a:pt x="38100" y="899159"/>
                </a:lnTo>
                <a:lnTo>
                  <a:pt x="39624" y="899159"/>
                </a:lnTo>
                <a:lnTo>
                  <a:pt x="39624" y="908303"/>
                </a:lnTo>
                <a:lnTo>
                  <a:pt x="41148" y="908303"/>
                </a:lnTo>
                <a:lnTo>
                  <a:pt x="41148" y="912875"/>
                </a:lnTo>
                <a:close/>
              </a:path>
              <a:path w="68580" h="952500">
                <a:moveTo>
                  <a:pt x="42672" y="918971"/>
                </a:moveTo>
                <a:lnTo>
                  <a:pt x="10668" y="918971"/>
                </a:lnTo>
                <a:lnTo>
                  <a:pt x="10668" y="915923"/>
                </a:lnTo>
                <a:lnTo>
                  <a:pt x="9143" y="915923"/>
                </a:lnTo>
                <a:lnTo>
                  <a:pt x="9143" y="912875"/>
                </a:lnTo>
                <a:lnTo>
                  <a:pt x="42672" y="912875"/>
                </a:lnTo>
                <a:lnTo>
                  <a:pt x="42672" y="918971"/>
                </a:lnTo>
                <a:close/>
              </a:path>
              <a:path w="68580" h="952500">
                <a:moveTo>
                  <a:pt x="47243" y="928116"/>
                </a:moveTo>
                <a:lnTo>
                  <a:pt x="18288" y="928116"/>
                </a:lnTo>
                <a:lnTo>
                  <a:pt x="18288" y="925068"/>
                </a:lnTo>
                <a:lnTo>
                  <a:pt x="12191" y="918971"/>
                </a:lnTo>
                <a:lnTo>
                  <a:pt x="44195" y="918971"/>
                </a:lnTo>
                <a:lnTo>
                  <a:pt x="44195" y="922019"/>
                </a:lnTo>
                <a:lnTo>
                  <a:pt x="45720" y="922019"/>
                </a:lnTo>
                <a:lnTo>
                  <a:pt x="45720" y="925068"/>
                </a:lnTo>
                <a:lnTo>
                  <a:pt x="47243" y="925068"/>
                </a:lnTo>
                <a:lnTo>
                  <a:pt x="47243" y="928116"/>
                </a:lnTo>
                <a:close/>
              </a:path>
              <a:path w="68580" h="952500">
                <a:moveTo>
                  <a:pt x="68580" y="952500"/>
                </a:moveTo>
                <a:lnTo>
                  <a:pt x="60960" y="950975"/>
                </a:lnTo>
                <a:lnTo>
                  <a:pt x="47243" y="946403"/>
                </a:lnTo>
                <a:lnTo>
                  <a:pt x="32004" y="938784"/>
                </a:lnTo>
                <a:lnTo>
                  <a:pt x="25908" y="932687"/>
                </a:lnTo>
                <a:lnTo>
                  <a:pt x="22860" y="931163"/>
                </a:lnTo>
                <a:lnTo>
                  <a:pt x="19812" y="928116"/>
                </a:lnTo>
                <a:lnTo>
                  <a:pt x="48768" y="928116"/>
                </a:lnTo>
                <a:lnTo>
                  <a:pt x="48768" y="931163"/>
                </a:lnTo>
                <a:lnTo>
                  <a:pt x="50291" y="931163"/>
                </a:lnTo>
                <a:lnTo>
                  <a:pt x="50291" y="934211"/>
                </a:lnTo>
                <a:lnTo>
                  <a:pt x="51816" y="934211"/>
                </a:lnTo>
                <a:lnTo>
                  <a:pt x="51816" y="937259"/>
                </a:lnTo>
                <a:lnTo>
                  <a:pt x="53339" y="937259"/>
                </a:lnTo>
                <a:lnTo>
                  <a:pt x="53339" y="940307"/>
                </a:lnTo>
                <a:lnTo>
                  <a:pt x="54864" y="940307"/>
                </a:lnTo>
                <a:lnTo>
                  <a:pt x="60960" y="946403"/>
                </a:lnTo>
                <a:lnTo>
                  <a:pt x="64008" y="947927"/>
                </a:lnTo>
                <a:lnTo>
                  <a:pt x="65532" y="949451"/>
                </a:lnTo>
                <a:lnTo>
                  <a:pt x="68580" y="950975"/>
                </a:lnTo>
                <a:lnTo>
                  <a:pt x="68580" y="952500"/>
                </a:lnTo>
                <a:close/>
              </a:path>
            </a:pathLst>
          </a:custGeom>
          <a:solidFill>
            <a:srgbClr val="21C45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823626" y="2794634"/>
            <a:ext cx="982344" cy="192405"/>
            <a:chOff x="823626" y="2794634"/>
            <a:chExt cx="982344" cy="19240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3626" y="2795142"/>
              <a:ext cx="214979" cy="1458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58418" y="2832735"/>
              <a:ext cx="106775" cy="15411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187183" y="2794634"/>
              <a:ext cx="619125" cy="146685"/>
            </a:xfrm>
            <a:custGeom>
              <a:avLst/>
              <a:gdLst/>
              <a:ahLst/>
              <a:cxnLst/>
              <a:rect l="l" t="t" r="r" b="b"/>
              <a:pathLst>
                <a:path w="619125" h="146685">
                  <a:moveTo>
                    <a:pt x="56388" y="78105"/>
                  </a:moveTo>
                  <a:lnTo>
                    <a:pt x="0" y="78105"/>
                  </a:lnTo>
                  <a:lnTo>
                    <a:pt x="0" y="99441"/>
                  </a:lnTo>
                  <a:lnTo>
                    <a:pt x="56388" y="99441"/>
                  </a:lnTo>
                  <a:lnTo>
                    <a:pt x="56388" y="78105"/>
                  </a:lnTo>
                  <a:close/>
                </a:path>
                <a:path w="619125" h="146685">
                  <a:moveTo>
                    <a:pt x="211366" y="70104"/>
                  </a:moveTo>
                  <a:lnTo>
                    <a:pt x="206527" y="39230"/>
                  </a:lnTo>
                  <a:lnTo>
                    <a:pt x="197764" y="25908"/>
                  </a:lnTo>
                  <a:lnTo>
                    <a:pt x="192112" y="17335"/>
                  </a:lnTo>
                  <a:lnTo>
                    <a:pt x="179260" y="10325"/>
                  </a:lnTo>
                  <a:lnTo>
                    <a:pt x="179260" y="70104"/>
                  </a:lnTo>
                  <a:lnTo>
                    <a:pt x="178435" y="81026"/>
                  </a:lnTo>
                  <a:lnTo>
                    <a:pt x="151828" y="115735"/>
                  </a:lnTo>
                  <a:lnTo>
                    <a:pt x="132016" y="118973"/>
                  </a:lnTo>
                  <a:lnTo>
                    <a:pt x="115252" y="118973"/>
                  </a:lnTo>
                  <a:lnTo>
                    <a:pt x="115252" y="25908"/>
                  </a:lnTo>
                  <a:lnTo>
                    <a:pt x="132016" y="25908"/>
                  </a:lnTo>
                  <a:lnTo>
                    <a:pt x="171551" y="43751"/>
                  </a:lnTo>
                  <a:lnTo>
                    <a:pt x="179260" y="70104"/>
                  </a:lnTo>
                  <a:lnTo>
                    <a:pt x="179260" y="10325"/>
                  </a:lnTo>
                  <a:lnTo>
                    <a:pt x="168249" y="4318"/>
                  </a:lnTo>
                  <a:lnTo>
                    <a:pt x="135064" y="0"/>
                  </a:lnTo>
                  <a:lnTo>
                    <a:pt x="84772" y="0"/>
                  </a:lnTo>
                  <a:lnTo>
                    <a:pt x="84772" y="144881"/>
                  </a:lnTo>
                  <a:lnTo>
                    <a:pt x="135064" y="144881"/>
                  </a:lnTo>
                  <a:lnTo>
                    <a:pt x="178828" y="132664"/>
                  </a:lnTo>
                  <a:lnTo>
                    <a:pt x="205841" y="100291"/>
                  </a:lnTo>
                  <a:lnTo>
                    <a:pt x="209956" y="86220"/>
                  </a:lnTo>
                  <a:lnTo>
                    <a:pt x="211366" y="70104"/>
                  </a:lnTo>
                  <a:close/>
                </a:path>
                <a:path w="619125" h="146685">
                  <a:moveTo>
                    <a:pt x="336423" y="91541"/>
                  </a:moveTo>
                  <a:lnTo>
                    <a:pt x="322618" y="53352"/>
                  </a:lnTo>
                  <a:lnTo>
                    <a:pt x="305854" y="42710"/>
                  </a:lnTo>
                  <a:lnTo>
                    <a:pt x="305854" y="91541"/>
                  </a:lnTo>
                  <a:lnTo>
                    <a:pt x="304406" y="105549"/>
                  </a:lnTo>
                  <a:lnTo>
                    <a:pt x="299948" y="115544"/>
                  </a:lnTo>
                  <a:lnTo>
                    <a:pt x="292354" y="121551"/>
                  </a:lnTo>
                  <a:lnTo>
                    <a:pt x="281863" y="123469"/>
                  </a:lnTo>
                  <a:lnTo>
                    <a:pt x="281101" y="123469"/>
                  </a:lnTo>
                  <a:lnTo>
                    <a:pt x="258673" y="105549"/>
                  </a:lnTo>
                  <a:lnTo>
                    <a:pt x="258610" y="105041"/>
                  </a:lnTo>
                  <a:lnTo>
                    <a:pt x="257086" y="93065"/>
                  </a:lnTo>
                  <a:lnTo>
                    <a:pt x="257086" y="82397"/>
                  </a:lnTo>
                  <a:lnTo>
                    <a:pt x="258610" y="74777"/>
                  </a:lnTo>
                  <a:lnTo>
                    <a:pt x="263182" y="70116"/>
                  </a:lnTo>
                  <a:lnTo>
                    <a:pt x="267754" y="64020"/>
                  </a:lnTo>
                  <a:lnTo>
                    <a:pt x="273850" y="62496"/>
                  </a:lnTo>
                  <a:lnTo>
                    <a:pt x="281470" y="62496"/>
                  </a:lnTo>
                  <a:lnTo>
                    <a:pt x="292354" y="64223"/>
                  </a:lnTo>
                  <a:lnTo>
                    <a:pt x="299948" y="69545"/>
                  </a:lnTo>
                  <a:lnTo>
                    <a:pt x="304406" y="78600"/>
                  </a:lnTo>
                  <a:lnTo>
                    <a:pt x="305854" y="91541"/>
                  </a:lnTo>
                  <a:lnTo>
                    <a:pt x="305854" y="42710"/>
                  </a:lnTo>
                  <a:lnTo>
                    <a:pt x="305092" y="42303"/>
                  </a:lnTo>
                  <a:lnTo>
                    <a:pt x="294754" y="39204"/>
                  </a:lnTo>
                  <a:lnTo>
                    <a:pt x="282994" y="38112"/>
                  </a:lnTo>
                  <a:lnTo>
                    <a:pt x="270992" y="39204"/>
                  </a:lnTo>
                  <a:lnTo>
                    <a:pt x="234962" y="61048"/>
                  </a:lnTo>
                  <a:lnTo>
                    <a:pt x="227393" y="82397"/>
                  </a:lnTo>
                  <a:lnTo>
                    <a:pt x="226606" y="93065"/>
                  </a:lnTo>
                  <a:lnTo>
                    <a:pt x="241846" y="132689"/>
                  </a:lnTo>
                  <a:lnTo>
                    <a:pt x="269392" y="145529"/>
                  </a:lnTo>
                  <a:lnTo>
                    <a:pt x="269163" y="145529"/>
                  </a:lnTo>
                  <a:lnTo>
                    <a:pt x="281470" y="146405"/>
                  </a:lnTo>
                  <a:lnTo>
                    <a:pt x="293446" y="145529"/>
                  </a:lnTo>
                  <a:lnTo>
                    <a:pt x="304139" y="142786"/>
                  </a:lnTo>
                  <a:lnTo>
                    <a:pt x="332803" y="114211"/>
                  </a:lnTo>
                  <a:lnTo>
                    <a:pt x="335546" y="103517"/>
                  </a:lnTo>
                  <a:lnTo>
                    <a:pt x="336423" y="91541"/>
                  </a:lnTo>
                  <a:close/>
                </a:path>
                <a:path w="619125" h="146685">
                  <a:moveTo>
                    <a:pt x="505688" y="41148"/>
                  </a:moveTo>
                  <a:lnTo>
                    <a:pt x="476732" y="41148"/>
                  </a:lnTo>
                  <a:lnTo>
                    <a:pt x="462915" y="109829"/>
                  </a:lnTo>
                  <a:lnTo>
                    <a:pt x="461391" y="114401"/>
                  </a:lnTo>
                  <a:lnTo>
                    <a:pt x="461391" y="120497"/>
                  </a:lnTo>
                  <a:lnTo>
                    <a:pt x="459867" y="120497"/>
                  </a:lnTo>
                  <a:lnTo>
                    <a:pt x="459867" y="111353"/>
                  </a:lnTo>
                  <a:lnTo>
                    <a:pt x="458343" y="109829"/>
                  </a:lnTo>
                  <a:lnTo>
                    <a:pt x="443103" y="41148"/>
                  </a:lnTo>
                  <a:lnTo>
                    <a:pt x="414147" y="41148"/>
                  </a:lnTo>
                  <a:lnTo>
                    <a:pt x="395859" y="109829"/>
                  </a:lnTo>
                  <a:lnTo>
                    <a:pt x="394335" y="112877"/>
                  </a:lnTo>
                  <a:lnTo>
                    <a:pt x="394335" y="120497"/>
                  </a:lnTo>
                  <a:lnTo>
                    <a:pt x="392811" y="120497"/>
                  </a:lnTo>
                  <a:lnTo>
                    <a:pt x="392811" y="112877"/>
                  </a:lnTo>
                  <a:lnTo>
                    <a:pt x="391287" y="109829"/>
                  </a:lnTo>
                  <a:lnTo>
                    <a:pt x="376047" y="41148"/>
                  </a:lnTo>
                  <a:lnTo>
                    <a:pt x="345567" y="41148"/>
                  </a:lnTo>
                  <a:lnTo>
                    <a:pt x="374523" y="144881"/>
                  </a:lnTo>
                  <a:lnTo>
                    <a:pt x="406527" y="144881"/>
                  </a:lnTo>
                  <a:lnTo>
                    <a:pt x="423291" y="82397"/>
                  </a:lnTo>
                  <a:lnTo>
                    <a:pt x="424815" y="79349"/>
                  </a:lnTo>
                  <a:lnTo>
                    <a:pt x="424815" y="70104"/>
                  </a:lnTo>
                  <a:lnTo>
                    <a:pt x="426339" y="70104"/>
                  </a:lnTo>
                  <a:lnTo>
                    <a:pt x="426339" y="77825"/>
                  </a:lnTo>
                  <a:lnTo>
                    <a:pt x="427863" y="82397"/>
                  </a:lnTo>
                  <a:lnTo>
                    <a:pt x="443103" y="144881"/>
                  </a:lnTo>
                  <a:lnTo>
                    <a:pt x="475208" y="144881"/>
                  </a:lnTo>
                  <a:lnTo>
                    <a:pt x="505688" y="41148"/>
                  </a:lnTo>
                  <a:close/>
                </a:path>
                <a:path w="619125" h="146685">
                  <a:moveTo>
                    <a:pt x="618566" y="80873"/>
                  </a:moveTo>
                  <a:lnTo>
                    <a:pt x="616280" y="62572"/>
                  </a:lnTo>
                  <a:lnTo>
                    <a:pt x="609561" y="49161"/>
                  </a:lnTo>
                  <a:lnTo>
                    <a:pt x="598551" y="40919"/>
                  </a:lnTo>
                  <a:lnTo>
                    <a:pt x="583412" y="38100"/>
                  </a:lnTo>
                  <a:lnTo>
                    <a:pt x="573481" y="39484"/>
                  </a:lnTo>
                  <a:lnTo>
                    <a:pt x="564553" y="43434"/>
                  </a:lnTo>
                  <a:lnTo>
                    <a:pt x="557047" y="49682"/>
                  </a:lnTo>
                  <a:lnTo>
                    <a:pt x="551408" y="57912"/>
                  </a:lnTo>
                  <a:lnTo>
                    <a:pt x="549884" y="57912"/>
                  </a:lnTo>
                  <a:lnTo>
                    <a:pt x="549884" y="41148"/>
                  </a:lnTo>
                  <a:lnTo>
                    <a:pt x="520928" y="41148"/>
                  </a:lnTo>
                  <a:lnTo>
                    <a:pt x="520928" y="144881"/>
                  </a:lnTo>
                  <a:lnTo>
                    <a:pt x="549884" y="144881"/>
                  </a:lnTo>
                  <a:lnTo>
                    <a:pt x="549884" y="79349"/>
                  </a:lnTo>
                  <a:lnTo>
                    <a:pt x="552932" y="73253"/>
                  </a:lnTo>
                  <a:lnTo>
                    <a:pt x="555980" y="68580"/>
                  </a:lnTo>
                  <a:lnTo>
                    <a:pt x="560552" y="64008"/>
                  </a:lnTo>
                  <a:lnTo>
                    <a:pt x="565124" y="62484"/>
                  </a:lnTo>
                  <a:lnTo>
                    <a:pt x="569696" y="62484"/>
                  </a:lnTo>
                  <a:lnTo>
                    <a:pt x="577697" y="63944"/>
                  </a:lnTo>
                  <a:lnTo>
                    <a:pt x="583412" y="68402"/>
                  </a:lnTo>
                  <a:lnTo>
                    <a:pt x="586841" y="76034"/>
                  </a:lnTo>
                  <a:lnTo>
                    <a:pt x="587984" y="86969"/>
                  </a:lnTo>
                  <a:lnTo>
                    <a:pt x="587984" y="144881"/>
                  </a:lnTo>
                  <a:lnTo>
                    <a:pt x="618566" y="144881"/>
                  </a:lnTo>
                  <a:lnTo>
                    <a:pt x="618566" y="80873"/>
                  </a:lnTo>
                  <a:close/>
                </a:path>
              </a:pathLst>
            </a:custGeom>
            <a:solidFill>
              <a:srgbClr val="1F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75853" y="2779395"/>
            <a:ext cx="376713" cy="184499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820578" y="3201924"/>
            <a:ext cx="2449195" cy="149860"/>
            <a:chOff x="820578" y="3201924"/>
            <a:chExt cx="2449195" cy="149860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0578" y="3212592"/>
              <a:ext cx="204311" cy="11896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47750" y="3212591"/>
              <a:ext cx="343535" cy="119380"/>
            </a:xfrm>
            <a:custGeom>
              <a:avLst/>
              <a:gdLst/>
              <a:ahLst/>
              <a:cxnLst/>
              <a:rect l="l" t="t" r="r" b="b"/>
              <a:pathLst>
                <a:path w="343534" h="119379">
                  <a:moveTo>
                    <a:pt x="61048" y="103378"/>
                  </a:moveTo>
                  <a:lnTo>
                    <a:pt x="13716" y="103378"/>
                  </a:lnTo>
                  <a:lnTo>
                    <a:pt x="13716" y="1778"/>
                  </a:lnTo>
                  <a:lnTo>
                    <a:pt x="0" y="1778"/>
                  </a:lnTo>
                  <a:lnTo>
                    <a:pt x="0" y="103378"/>
                  </a:lnTo>
                  <a:lnTo>
                    <a:pt x="0" y="117348"/>
                  </a:lnTo>
                  <a:lnTo>
                    <a:pt x="61048" y="117348"/>
                  </a:lnTo>
                  <a:lnTo>
                    <a:pt x="61048" y="103378"/>
                  </a:lnTo>
                  <a:close/>
                </a:path>
                <a:path w="343534" h="119379">
                  <a:moveTo>
                    <a:pt x="173926" y="58013"/>
                  </a:moveTo>
                  <a:lnTo>
                    <a:pt x="160210" y="16764"/>
                  </a:lnTo>
                  <a:lnTo>
                    <a:pt x="158584" y="15252"/>
                  </a:lnTo>
                  <a:lnTo>
                    <a:pt x="158584" y="58013"/>
                  </a:lnTo>
                  <a:lnTo>
                    <a:pt x="158559" y="61061"/>
                  </a:lnTo>
                  <a:lnTo>
                    <a:pt x="141986" y="98831"/>
                  </a:lnTo>
                  <a:lnTo>
                    <a:pt x="119062" y="105257"/>
                  </a:lnTo>
                  <a:lnTo>
                    <a:pt x="110490" y="104635"/>
                  </a:lnTo>
                  <a:lnTo>
                    <a:pt x="81457" y="69494"/>
                  </a:lnTo>
                  <a:lnTo>
                    <a:pt x="80949" y="61061"/>
                  </a:lnTo>
                  <a:lnTo>
                    <a:pt x="80949" y="58013"/>
                  </a:lnTo>
                  <a:lnTo>
                    <a:pt x="81457" y="49784"/>
                  </a:lnTo>
                  <a:lnTo>
                    <a:pt x="81508" y="49568"/>
                  </a:lnTo>
                  <a:lnTo>
                    <a:pt x="83350" y="41008"/>
                  </a:lnTo>
                  <a:lnTo>
                    <a:pt x="111988" y="14338"/>
                  </a:lnTo>
                  <a:lnTo>
                    <a:pt x="120586" y="13716"/>
                  </a:lnTo>
                  <a:lnTo>
                    <a:pt x="128511" y="14338"/>
                  </a:lnTo>
                  <a:lnTo>
                    <a:pt x="156324" y="41008"/>
                  </a:lnTo>
                  <a:lnTo>
                    <a:pt x="158089" y="49568"/>
                  </a:lnTo>
                  <a:lnTo>
                    <a:pt x="158102" y="49784"/>
                  </a:lnTo>
                  <a:lnTo>
                    <a:pt x="158584" y="58013"/>
                  </a:lnTo>
                  <a:lnTo>
                    <a:pt x="158584" y="15252"/>
                  </a:lnTo>
                  <a:lnTo>
                    <a:pt x="120586" y="0"/>
                  </a:lnTo>
                  <a:lnTo>
                    <a:pt x="108572" y="1130"/>
                  </a:lnTo>
                  <a:lnTo>
                    <a:pt x="73101" y="25603"/>
                  </a:lnTo>
                  <a:lnTo>
                    <a:pt x="64096" y="61061"/>
                  </a:lnTo>
                  <a:lnTo>
                    <a:pt x="65189" y="73063"/>
                  </a:lnTo>
                  <a:lnTo>
                    <a:pt x="87731" y="109969"/>
                  </a:lnTo>
                  <a:lnTo>
                    <a:pt x="119062" y="118973"/>
                  </a:lnTo>
                  <a:lnTo>
                    <a:pt x="131038" y="117856"/>
                  </a:lnTo>
                  <a:lnTo>
                    <a:pt x="141732" y="114592"/>
                  </a:lnTo>
                  <a:lnTo>
                    <a:pt x="150990" y="109334"/>
                  </a:lnTo>
                  <a:lnTo>
                    <a:pt x="155384" y="105257"/>
                  </a:lnTo>
                  <a:lnTo>
                    <a:pt x="158686" y="102209"/>
                  </a:lnTo>
                  <a:lnTo>
                    <a:pt x="165557" y="93370"/>
                  </a:lnTo>
                  <a:lnTo>
                    <a:pt x="170307" y="82969"/>
                  </a:lnTo>
                  <a:lnTo>
                    <a:pt x="173037" y="71132"/>
                  </a:lnTo>
                  <a:lnTo>
                    <a:pt x="173151" y="69494"/>
                  </a:lnTo>
                  <a:lnTo>
                    <a:pt x="173926" y="58013"/>
                  </a:lnTo>
                  <a:close/>
                </a:path>
                <a:path w="343534" h="119379">
                  <a:moveTo>
                    <a:pt x="260794" y="35052"/>
                  </a:moveTo>
                  <a:lnTo>
                    <a:pt x="245554" y="35052"/>
                  </a:lnTo>
                  <a:lnTo>
                    <a:pt x="224218" y="94589"/>
                  </a:lnTo>
                  <a:lnTo>
                    <a:pt x="222694" y="97637"/>
                  </a:lnTo>
                  <a:lnTo>
                    <a:pt x="222694" y="100685"/>
                  </a:lnTo>
                  <a:lnTo>
                    <a:pt x="221170" y="105257"/>
                  </a:lnTo>
                  <a:lnTo>
                    <a:pt x="221170" y="102209"/>
                  </a:lnTo>
                  <a:lnTo>
                    <a:pt x="218122" y="93065"/>
                  </a:lnTo>
                  <a:lnTo>
                    <a:pt x="198310" y="35052"/>
                  </a:lnTo>
                  <a:lnTo>
                    <a:pt x="183070" y="35052"/>
                  </a:lnTo>
                  <a:lnTo>
                    <a:pt x="213550" y="117449"/>
                  </a:lnTo>
                  <a:lnTo>
                    <a:pt x="228790" y="117449"/>
                  </a:lnTo>
                  <a:lnTo>
                    <a:pt x="233514" y="105257"/>
                  </a:lnTo>
                  <a:lnTo>
                    <a:pt x="260794" y="35052"/>
                  </a:lnTo>
                  <a:close/>
                </a:path>
                <a:path w="343534" h="119379">
                  <a:moveTo>
                    <a:pt x="343179" y="77825"/>
                  </a:moveTo>
                  <a:lnTo>
                    <a:pt x="341655" y="71729"/>
                  </a:lnTo>
                  <a:lnTo>
                    <a:pt x="337083" y="67157"/>
                  </a:lnTo>
                  <a:lnTo>
                    <a:pt x="334035" y="61061"/>
                  </a:lnTo>
                  <a:lnTo>
                    <a:pt x="329463" y="57632"/>
                  </a:lnTo>
                  <a:lnTo>
                    <a:pt x="329463" y="77825"/>
                  </a:lnTo>
                  <a:lnTo>
                    <a:pt x="329463" y="91541"/>
                  </a:lnTo>
                  <a:lnTo>
                    <a:pt x="327939" y="96113"/>
                  </a:lnTo>
                  <a:lnTo>
                    <a:pt x="323367" y="100685"/>
                  </a:lnTo>
                  <a:lnTo>
                    <a:pt x="318693" y="105257"/>
                  </a:lnTo>
                  <a:lnTo>
                    <a:pt x="312597" y="106781"/>
                  </a:lnTo>
                  <a:lnTo>
                    <a:pt x="298881" y="106781"/>
                  </a:lnTo>
                  <a:lnTo>
                    <a:pt x="292785" y="105257"/>
                  </a:lnTo>
                  <a:lnTo>
                    <a:pt x="289737" y="100685"/>
                  </a:lnTo>
                  <a:lnTo>
                    <a:pt x="285165" y="96113"/>
                  </a:lnTo>
                  <a:lnTo>
                    <a:pt x="283641" y="91541"/>
                  </a:lnTo>
                  <a:lnTo>
                    <a:pt x="283641" y="77825"/>
                  </a:lnTo>
                  <a:lnTo>
                    <a:pt x="285165" y="71729"/>
                  </a:lnTo>
                  <a:lnTo>
                    <a:pt x="289737" y="68681"/>
                  </a:lnTo>
                  <a:lnTo>
                    <a:pt x="294309" y="64109"/>
                  </a:lnTo>
                  <a:lnTo>
                    <a:pt x="298881" y="61061"/>
                  </a:lnTo>
                  <a:lnTo>
                    <a:pt x="312597" y="61061"/>
                  </a:lnTo>
                  <a:lnTo>
                    <a:pt x="318693" y="64109"/>
                  </a:lnTo>
                  <a:lnTo>
                    <a:pt x="323367" y="68681"/>
                  </a:lnTo>
                  <a:lnTo>
                    <a:pt x="327939" y="73253"/>
                  </a:lnTo>
                  <a:lnTo>
                    <a:pt x="329463" y="77825"/>
                  </a:lnTo>
                  <a:lnTo>
                    <a:pt x="329463" y="57632"/>
                  </a:lnTo>
                  <a:lnTo>
                    <a:pt x="327939" y="56489"/>
                  </a:lnTo>
                  <a:lnTo>
                    <a:pt x="321843" y="54965"/>
                  </a:lnTo>
                  <a:lnTo>
                    <a:pt x="327939" y="51917"/>
                  </a:lnTo>
                  <a:lnTo>
                    <a:pt x="330987" y="48869"/>
                  </a:lnTo>
                  <a:lnTo>
                    <a:pt x="334035" y="44297"/>
                  </a:lnTo>
                  <a:lnTo>
                    <a:pt x="337083" y="39624"/>
                  </a:lnTo>
                  <a:lnTo>
                    <a:pt x="338607" y="35052"/>
                  </a:lnTo>
                  <a:lnTo>
                    <a:pt x="338607" y="24384"/>
                  </a:lnTo>
                  <a:lnTo>
                    <a:pt x="337083" y="18288"/>
                  </a:lnTo>
                  <a:lnTo>
                    <a:pt x="333019" y="12192"/>
                  </a:lnTo>
                  <a:lnTo>
                    <a:pt x="330987" y="9144"/>
                  </a:lnTo>
                  <a:lnTo>
                    <a:pt x="327939" y="6096"/>
                  </a:lnTo>
                  <a:lnTo>
                    <a:pt x="324891" y="4064"/>
                  </a:lnTo>
                  <a:lnTo>
                    <a:pt x="324891" y="25908"/>
                  </a:lnTo>
                  <a:lnTo>
                    <a:pt x="324891" y="35052"/>
                  </a:lnTo>
                  <a:lnTo>
                    <a:pt x="323367" y="39624"/>
                  </a:lnTo>
                  <a:lnTo>
                    <a:pt x="320217" y="44297"/>
                  </a:lnTo>
                  <a:lnTo>
                    <a:pt x="315645" y="47345"/>
                  </a:lnTo>
                  <a:lnTo>
                    <a:pt x="311073" y="48869"/>
                  </a:lnTo>
                  <a:lnTo>
                    <a:pt x="300405" y="48869"/>
                  </a:lnTo>
                  <a:lnTo>
                    <a:pt x="295833" y="47345"/>
                  </a:lnTo>
                  <a:lnTo>
                    <a:pt x="292785" y="44297"/>
                  </a:lnTo>
                  <a:lnTo>
                    <a:pt x="288213" y="39624"/>
                  </a:lnTo>
                  <a:lnTo>
                    <a:pt x="286689" y="35052"/>
                  </a:lnTo>
                  <a:lnTo>
                    <a:pt x="286689" y="25908"/>
                  </a:lnTo>
                  <a:lnTo>
                    <a:pt x="288213" y="21336"/>
                  </a:lnTo>
                  <a:lnTo>
                    <a:pt x="295833" y="13716"/>
                  </a:lnTo>
                  <a:lnTo>
                    <a:pt x="300405" y="12192"/>
                  </a:lnTo>
                  <a:lnTo>
                    <a:pt x="311073" y="12192"/>
                  </a:lnTo>
                  <a:lnTo>
                    <a:pt x="315645" y="13716"/>
                  </a:lnTo>
                  <a:lnTo>
                    <a:pt x="320217" y="16764"/>
                  </a:lnTo>
                  <a:lnTo>
                    <a:pt x="323367" y="21336"/>
                  </a:lnTo>
                  <a:lnTo>
                    <a:pt x="324891" y="25908"/>
                  </a:lnTo>
                  <a:lnTo>
                    <a:pt x="324891" y="4064"/>
                  </a:lnTo>
                  <a:lnTo>
                    <a:pt x="323367" y="3048"/>
                  </a:lnTo>
                  <a:lnTo>
                    <a:pt x="317169" y="1524"/>
                  </a:lnTo>
                  <a:lnTo>
                    <a:pt x="312597" y="0"/>
                  </a:lnTo>
                  <a:lnTo>
                    <a:pt x="300405" y="0"/>
                  </a:lnTo>
                  <a:lnTo>
                    <a:pt x="294309" y="1524"/>
                  </a:lnTo>
                  <a:lnTo>
                    <a:pt x="289737" y="3048"/>
                  </a:lnTo>
                  <a:lnTo>
                    <a:pt x="280593" y="9144"/>
                  </a:lnTo>
                  <a:lnTo>
                    <a:pt x="274497" y="18288"/>
                  </a:lnTo>
                  <a:lnTo>
                    <a:pt x="272973" y="24384"/>
                  </a:lnTo>
                  <a:lnTo>
                    <a:pt x="272973" y="35052"/>
                  </a:lnTo>
                  <a:lnTo>
                    <a:pt x="274497" y="39624"/>
                  </a:lnTo>
                  <a:lnTo>
                    <a:pt x="277545" y="44297"/>
                  </a:lnTo>
                  <a:lnTo>
                    <a:pt x="280593" y="48869"/>
                  </a:lnTo>
                  <a:lnTo>
                    <a:pt x="289737" y="54965"/>
                  </a:lnTo>
                  <a:lnTo>
                    <a:pt x="283641" y="56489"/>
                  </a:lnTo>
                  <a:lnTo>
                    <a:pt x="279069" y="61061"/>
                  </a:lnTo>
                  <a:lnTo>
                    <a:pt x="274497" y="67157"/>
                  </a:lnTo>
                  <a:lnTo>
                    <a:pt x="269925" y="71729"/>
                  </a:lnTo>
                  <a:lnTo>
                    <a:pt x="268401" y="77825"/>
                  </a:lnTo>
                  <a:lnTo>
                    <a:pt x="268401" y="91541"/>
                  </a:lnTo>
                  <a:lnTo>
                    <a:pt x="269925" y="97637"/>
                  </a:lnTo>
                  <a:lnTo>
                    <a:pt x="272973" y="102209"/>
                  </a:lnTo>
                  <a:lnTo>
                    <a:pt x="276021" y="108305"/>
                  </a:lnTo>
                  <a:lnTo>
                    <a:pt x="280593" y="111353"/>
                  </a:lnTo>
                  <a:lnTo>
                    <a:pt x="292785" y="117449"/>
                  </a:lnTo>
                  <a:lnTo>
                    <a:pt x="298881" y="118973"/>
                  </a:lnTo>
                  <a:lnTo>
                    <a:pt x="312597" y="118973"/>
                  </a:lnTo>
                  <a:lnTo>
                    <a:pt x="320217" y="117449"/>
                  </a:lnTo>
                  <a:lnTo>
                    <a:pt x="324891" y="114401"/>
                  </a:lnTo>
                  <a:lnTo>
                    <a:pt x="330987" y="111353"/>
                  </a:lnTo>
                  <a:lnTo>
                    <a:pt x="335559" y="108305"/>
                  </a:lnTo>
                  <a:lnTo>
                    <a:pt x="336321" y="106781"/>
                  </a:lnTo>
                  <a:lnTo>
                    <a:pt x="338607" y="102209"/>
                  </a:lnTo>
                  <a:lnTo>
                    <a:pt x="341655" y="97637"/>
                  </a:lnTo>
                  <a:lnTo>
                    <a:pt x="343179" y="91541"/>
                  </a:lnTo>
                  <a:lnTo>
                    <a:pt x="343179" y="77825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09700" y="3201924"/>
              <a:ext cx="1860041" cy="149447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376421" y="3203447"/>
            <a:ext cx="1215485" cy="147923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919638" y="3436810"/>
            <a:ext cx="749300" cy="160655"/>
            <a:chOff x="919638" y="3436810"/>
            <a:chExt cx="749300" cy="160655"/>
          </a:xfrm>
        </p:grpSpPr>
        <p:sp>
          <p:nvSpPr>
            <p:cNvPr id="29" name="object 29"/>
            <p:cNvSpPr/>
            <p:nvPr/>
          </p:nvSpPr>
          <p:spPr>
            <a:xfrm>
              <a:off x="919638" y="3442906"/>
              <a:ext cx="40005" cy="142240"/>
            </a:xfrm>
            <a:custGeom>
              <a:avLst/>
              <a:gdLst/>
              <a:ahLst/>
              <a:cxnLst/>
              <a:rect l="l" t="t" r="r" b="b"/>
              <a:pathLst>
                <a:path w="40005" h="142239">
                  <a:moveTo>
                    <a:pt x="38195" y="141922"/>
                  </a:moveTo>
                  <a:lnTo>
                    <a:pt x="26003" y="141922"/>
                  </a:lnTo>
                  <a:lnTo>
                    <a:pt x="14184" y="126453"/>
                  </a:lnTo>
                  <a:lnTo>
                    <a:pt x="6107" y="109680"/>
                  </a:lnTo>
                  <a:lnTo>
                    <a:pt x="1477" y="91478"/>
                  </a:lnTo>
                  <a:lnTo>
                    <a:pt x="0" y="71723"/>
                  </a:lnTo>
                  <a:lnTo>
                    <a:pt x="1477" y="51743"/>
                  </a:lnTo>
                  <a:lnTo>
                    <a:pt x="6107" y="33039"/>
                  </a:lnTo>
                  <a:lnTo>
                    <a:pt x="14184" y="15747"/>
                  </a:lnTo>
                  <a:lnTo>
                    <a:pt x="26003" y="0"/>
                  </a:lnTo>
                  <a:lnTo>
                    <a:pt x="39719" y="0"/>
                  </a:lnTo>
                  <a:lnTo>
                    <a:pt x="27702" y="15747"/>
                  </a:lnTo>
                  <a:lnTo>
                    <a:pt x="19097" y="33039"/>
                  </a:lnTo>
                  <a:lnTo>
                    <a:pt x="13921" y="51743"/>
                  </a:lnTo>
                  <a:lnTo>
                    <a:pt x="12191" y="71723"/>
                  </a:lnTo>
                  <a:lnTo>
                    <a:pt x="13897" y="90835"/>
                  </a:lnTo>
                  <a:lnTo>
                    <a:pt x="18907" y="109108"/>
                  </a:lnTo>
                  <a:lnTo>
                    <a:pt x="27059" y="126238"/>
                  </a:lnTo>
                  <a:lnTo>
                    <a:pt x="38195" y="141922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6789" y="3442906"/>
              <a:ext cx="259270" cy="11753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71968" y="3475006"/>
              <a:ext cx="68580" cy="839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60360" y="3436810"/>
              <a:ext cx="76295" cy="12363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1461039" y="3438334"/>
              <a:ext cx="18415" cy="120650"/>
            </a:xfrm>
            <a:custGeom>
              <a:avLst/>
              <a:gdLst/>
              <a:ahLst/>
              <a:cxnLst/>
              <a:rect l="l" t="t" r="r" b="b"/>
              <a:pathLst>
                <a:path w="18415" h="120650">
                  <a:moveTo>
                    <a:pt x="12192" y="18383"/>
                  </a:moveTo>
                  <a:lnTo>
                    <a:pt x="6096" y="18383"/>
                  </a:lnTo>
                  <a:lnTo>
                    <a:pt x="1524" y="13811"/>
                  </a:lnTo>
                  <a:lnTo>
                    <a:pt x="0" y="10668"/>
                  </a:lnTo>
                  <a:lnTo>
                    <a:pt x="0" y="6096"/>
                  </a:lnTo>
                  <a:lnTo>
                    <a:pt x="1524" y="4572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13716" y="0"/>
                  </a:lnTo>
                  <a:lnTo>
                    <a:pt x="16764" y="1524"/>
                  </a:lnTo>
                  <a:lnTo>
                    <a:pt x="18288" y="4572"/>
                  </a:lnTo>
                  <a:lnTo>
                    <a:pt x="18288" y="13811"/>
                  </a:lnTo>
                  <a:lnTo>
                    <a:pt x="16764" y="15335"/>
                  </a:lnTo>
                  <a:lnTo>
                    <a:pt x="13716" y="16859"/>
                  </a:lnTo>
                  <a:lnTo>
                    <a:pt x="12192" y="18383"/>
                  </a:lnTo>
                  <a:close/>
                </a:path>
                <a:path w="18415" h="120650">
                  <a:moveTo>
                    <a:pt x="16764" y="120586"/>
                  </a:moveTo>
                  <a:lnTo>
                    <a:pt x="1524" y="120586"/>
                  </a:lnTo>
                  <a:lnTo>
                    <a:pt x="1524" y="38195"/>
                  </a:lnTo>
                  <a:lnTo>
                    <a:pt x="16764" y="38195"/>
                  </a:lnTo>
                  <a:lnTo>
                    <a:pt x="16764" y="120586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03711" y="3475005"/>
              <a:ext cx="164782" cy="122015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41646" y="3442906"/>
            <a:ext cx="306514" cy="141922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2171700" y="3540537"/>
            <a:ext cx="22860" cy="40005"/>
          </a:xfrm>
          <a:custGeom>
            <a:avLst/>
            <a:gdLst/>
            <a:ahLst/>
            <a:cxnLst/>
            <a:rect l="l" t="t" r="r" b="b"/>
            <a:pathLst>
              <a:path w="22860" h="40004">
                <a:moveTo>
                  <a:pt x="9144" y="39719"/>
                </a:moveTo>
                <a:lnTo>
                  <a:pt x="0" y="39719"/>
                </a:lnTo>
                <a:lnTo>
                  <a:pt x="9144" y="0"/>
                </a:lnTo>
                <a:lnTo>
                  <a:pt x="22859" y="0"/>
                </a:lnTo>
                <a:lnTo>
                  <a:pt x="9144" y="39719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04376" y="3430714"/>
            <a:ext cx="1415415" cy="148590"/>
          </a:xfrm>
          <a:custGeom>
            <a:avLst/>
            <a:gdLst/>
            <a:ahLst/>
            <a:cxnLst/>
            <a:rect l="l" t="t" r="r" b="b"/>
            <a:pathLst>
              <a:path w="1415414" h="148589">
                <a:moveTo>
                  <a:pt x="146405" y="94589"/>
                </a:moveTo>
                <a:lnTo>
                  <a:pt x="126593" y="94589"/>
                </a:lnTo>
                <a:lnTo>
                  <a:pt x="126593" y="74777"/>
                </a:lnTo>
                <a:lnTo>
                  <a:pt x="126593" y="65633"/>
                </a:lnTo>
                <a:lnTo>
                  <a:pt x="126593" y="45821"/>
                </a:lnTo>
                <a:lnTo>
                  <a:pt x="126593" y="36677"/>
                </a:lnTo>
                <a:lnTo>
                  <a:pt x="114401" y="36677"/>
                </a:lnTo>
                <a:lnTo>
                  <a:pt x="114401" y="45821"/>
                </a:lnTo>
                <a:lnTo>
                  <a:pt x="114401" y="65633"/>
                </a:lnTo>
                <a:lnTo>
                  <a:pt x="114401" y="74777"/>
                </a:lnTo>
                <a:lnTo>
                  <a:pt x="114401" y="94589"/>
                </a:lnTo>
                <a:lnTo>
                  <a:pt x="77825" y="94589"/>
                </a:lnTo>
                <a:lnTo>
                  <a:pt x="77825" y="74777"/>
                </a:lnTo>
                <a:lnTo>
                  <a:pt x="114401" y="74777"/>
                </a:lnTo>
                <a:lnTo>
                  <a:pt x="114401" y="65633"/>
                </a:lnTo>
                <a:lnTo>
                  <a:pt x="77825" y="65633"/>
                </a:lnTo>
                <a:lnTo>
                  <a:pt x="77825" y="45821"/>
                </a:lnTo>
                <a:lnTo>
                  <a:pt x="114401" y="45821"/>
                </a:lnTo>
                <a:lnTo>
                  <a:pt x="114401" y="36677"/>
                </a:lnTo>
                <a:lnTo>
                  <a:pt x="77825" y="36677"/>
                </a:lnTo>
                <a:lnTo>
                  <a:pt x="77825" y="19913"/>
                </a:lnTo>
                <a:lnTo>
                  <a:pt x="140309" y="19913"/>
                </a:lnTo>
                <a:lnTo>
                  <a:pt x="140309" y="9144"/>
                </a:lnTo>
                <a:lnTo>
                  <a:pt x="4572" y="9144"/>
                </a:lnTo>
                <a:lnTo>
                  <a:pt x="4572" y="19913"/>
                </a:lnTo>
                <a:lnTo>
                  <a:pt x="67056" y="19913"/>
                </a:lnTo>
                <a:lnTo>
                  <a:pt x="67056" y="36677"/>
                </a:lnTo>
                <a:lnTo>
                  <a:pt x="67056" y="45821"/>
                </a:lnTo>
                <a:lnTo>
                  <a:pt x="67056" y="65633"/>
                </a:lnTo>
                <a:lnTo>
                  <a:pt x="67056" y="74777"/>
                </a:lnTo>
                <a:lnTo>
                  <a:pt x="67056" y="94589"/>
                </a:lnTo>
                <a:lnTo>
                  <a:pt x="30480" y="94589"/>
                </a:lnTo>
                <a:lnTo>
                  <a:pt x="30480" y="74777"/>
                </a:lnTo>
                <a:lnTo>
                  <a:pt x="67056" y="74777"/>
                </a:lnTo>
                <a:lnTo>
                  <a:pt x="67056" y="65633"/>
                </a:lnTo>
                <a:lnTo>
                  <a:pt x="30480" y="65633"/>
                </a:lnTo>
                <a:lnTo>
                  <a:pt x="30480" y="45821"/>
                </a:lnTo>
                <a:lnTo>
                  <a:pt x="67056" y="45821"/>
                </a:lnTo>
                <a:lnTo>
                  <a:pt x="67056" y="36677"/>
                </a:lnTo>
                <a:lnTo>
                  <a:pt x="18288" y="36677"/>
                </a:lnTo>
                <a:lnTo>
                  <a:pt x="18288" y="94589"/>
                </a:lnTo>
                <a:lnTo>
                  <a:pt x="0" y="94589"/>
                </a:lnTo>
                <a:lnTo>
                  <a:pt x="0" y="105257"/>
                </a:lnTo>
                <a:lnTo>
                  <a:pt x="18288" y="105257"/>
                </a:lnTo>
                <a:lnTo>
                  <a:pt x="18288" y="146494"/>
                </a:lnTo>
                <a:lnTo>
                  <a:pt x="30480" y="146494"/>
                </a:lnTo>
                <a:lnTo>
                  <a:pt x="30480" y="105257"/>
                </a:lnTo>
                <a:lnTo>
                  <a:pt x="114401" y="105257"/>
                </a:lnTo>
                <a:lnTo>
                  <a:pt x="114401" y="132778"/>
                </a:lnTo>
                <a:lnTo>
                  <a:pt x="111353" y="135826"/>
                </a:lnTo>
                <a:lnTo>
                  <a:pt x="105257" y="134302"/>
                </a:lnTo>
                <a:lnTo>
                  <a:pt x="83921" y="134302"/>
                </a:lnTo>
                <a:lnTo>
                  <a:pt x="85445" y="138874"/>
                </a:lnTo>
                <a:lnTo>
                  <a:pt x="85445" y="141922"/>
                </a:lnTo>
                <a:lnTo>
                  <a:pt x="86969" y="144970"/>
                </a:lnTo>
                <a:lnTo>
                  <a:pt x="122021" y="144970"/>
                </a:lnTo>
                <a:lnTo>
                  <a:pt x="126593" y="140398"/>
                </a:lnTo>
                <a:lnTo>
                  <a:pt x="126593" y="135826"/>
                </a:lnTo>
                <a:lnTo>
                  <a:pt x="126593" y="105257"/>
                </a:lnTo>
                <a:lnTo>
                  <a:pt x="146405" y="105257"/>
                </a:lnTo>
                <a:lnTo>
                  <a:pt x="146405" y="94589"/>
                </a:lnTo>
                <a:close/>
              </a:path>
              <a:path w="1415414" h="148589">
                <a:moveTo>
                  <a:pt x="297370" y="125158"/>
                </a:moveTo>
                <a:lnTo>
                  <a:pt x="250126" y="125158"/>
                </a:lnTo>
                <a:lnTo>
                  <a:pt x="250126" y="80873"/>
                </a:lnTo>
                <a:lnTo>
                  <a:pt x="289750" y="80873"/>
                </a:lnTo>
                <a:lnTo>
                  <a:pt x="289750" y="70205"/>
                </a:lnTo>
                <a:lnTo>
                  <a:pt x="250126" y="70205"/>
                </a:lnTo>
                <a:lnTo>
                  <a:pt x="250126" y="39725"/>
                </a:lnTo>
                <a:lnTo>
                  <a:pt x="237934" y="39725"/>
                </a:lnTo>
                <a:lnTo>
                  <a:pt x="237934" y="70205"/>
                </a:lnTo>
                <a:lnTo>
                  <a:pt x="199745" y="70205"/>
                </a:lnTo>
                <a:lnTo>
                  <a:pt x="199745" y="80873"/>
                </a:lnTo>
                <a:lnTo>
                  <a:pt x="237934" y="80873"/>
                </a:lnTo>
                <a:lnTo>
                  <a:pt x="237934" y="125158"/>
                </a:lnTo>
                <a:lnTo>
                  <a:pt x="192125" y="125158"/>
                </a:lnTo>
                <a:lnTo>
                  <a:pt x="192125" y="135826"/>
                </a:lnTo>
                <a:lnTo>
                  <a:pt x="297370" y="135826"/>
                </a:lnTo>
                <a:lnTo>
                  <a:pt x="297370" y="125158"/>
                </a:lnTo>
                <a:close/>
              </a:path>
              <a:path w="1415414" h="148589">
                <a:moveTo>
                  <a:pt x="297370" y="19913"/>
                </a:moveTo>
                <a:lnTo>
                  <a:pt x="211937" y="19913"/>
                </a:lnTo>
                <a:lnTo>
                  <a:pt x="213461" y="13716"/>
                </a:lnTo>
                <a:lnTo>
                  <a:pt x="216509" y="4572"/>
                </a:lnTo>
                <a:lnTo>
                  <a:pt x="204317" y="1524"/>
                </a:lnTo>
                <a:lnTo>
                  <a:pt x="201269" y="13716"/>
                </a:lnTo>
                <a:lnTo>
                  <a:pt x="198221" y="19913"/>
                </a:lnTo>
                <a:lnTo>
                  <a:pt x="154025" y="19913"/>
                </a:lnTo>
                <a:lnTo>
                  <a:pt x="154025" y="30581"/>
                </a:lnTo>
                <a:lnTo>
                  <a:pt x="193649" y="30581"/>
                </a:lnTo>
                <a:lnTo>
                  <a:pt x="185051" y="46532"/>
                </a:lnTo>
                <a:lnTo>
                  <a:pt x="175171" y="62204"/>
                </a:lnTo>
                <a:lnTo>
                  <a:pt x="163855" y="77304"/>
                </a:lnTo>
                <a:lnTo>
                  <a:pt x="150977" y="91541"/>
                </a:lnTo>
                <a:lnTo>
                  <a:pt x="152501" y="96113"/>
                </a:lnTo>
                <a:lnTo>
                  <a:pt x="155549" y="99161"/>
                </a:lnTo>
                <a:lnTo>
                  <a:pt x="157073" y="102209"/>
                </a:lnTo>
                <a:lnTo>
                  <a:pt x="175361" y="83921"/>
                </a:lnTo>
                <a:lnTo>
                  <a:pt x="175361" y="146494"/>
                </a:lnTo>
                <a:lnTo>
                  <a:pt x="186029" y="146494"/>
                </a:lnTo>
                <a:lnTo>
                  <a:pt x="186029" y="83921"/>
                </a:lnTo>
                <a:lnTo>
                  <a:pt x="186029" y="67157"/>
                </a:lnTo>
                <a:lnTo>
                  <a:pt x="191719" y="58864"/>
                </a:lnTo>
                <a:lnTo>
                  <a:pt x="197269" y="50012"/>
                </a:lnTo>
                <a:lnTo>
                  <a:pt x="202526" y="40576"/>
                </a:lnTo>
                <a:lnTo>
                  <a:pt x="207365" y="30581"/>
                </a:lnTo>
                <a:lnTo>
                  <a:pt x="297370" y="30581"/>
                </a:lnTo>
                <a:lnTo>
                  <a:pt x="297370" y="19913"/>
                </a:lnTo>
                <a:close/>
              </a:path>
              <a:path w="1415414" h="148589">
                <a:moveTo>
                  <a:pt x="358330" y="74777"/>
                </a:moveTo>
                <a:lnTo>
                  <a:pt x="352234" y="68681"/>
                </a:lnTo>
                <a:lnTo>
                  <a:pt x="349948" y="65633"/>
                </a:lnTo>
                <a:lnTo>
                  <a:pt x="348805" y="64109"/>
                </a:lnTo>
                <a:lnTo>
                  <a:pt x="347662" y="62585"/>
                </a:lnTo>
                <a:lnTo>
                  <a:pt x="343090" y="58013"/>
                </a:lnTo>
                <a:lnTo>
                  <a:pt x="336994" y="64109"/>
                </a:lnTo>
                <a:lnTo>
                  <a:pt x="336994" y="41249"/>
                </a:lnTo>
                <a:lnTo>
                  <a:pt x="355282" y="41249"/>
                </a:lnTo>
                <a:lnTo>
                  <a:pt x="355282" y="30581"/>
                </a:lnTo>
                <a:lnTo>
                  <a:pt x="336994" y="30581"/>
                </a:lnTo>
                <a:lnTo>
                  <a:pt x="336994" y="1524"/>
                </a:lnTo>
                <a:lnTo>
                  <a:pt x="326326" y="1524"/>
                </a:lnTo>
                <a:lnTo>
                  <a:pt x="326326" y="30581"/>
                </a:lnTo>
                <a:lnTo>
                  <a:pt x="303466" y="30581"/>
                </a:lnTo>
                <a:lnTo>
                  <a:pt x="303466" y="41249"/>
                </a:lnTo>
                <a:lnTo>
                  <a:pt x="324802" y="41249"/>
                </a:lnTo>
                <a:lnTo>
                  <a:pt x="321678" y="54940"/>
                </a:lnTo>
                <a:lnTo>
                  <a:pt x="316992" y="68491"/>
                </a:lnTo>
                <a:lnTo>
                  <a:pt x="316903" y="68681"/>
                </a:lnTo>
                <a:lnTo>
                  <a:pt x="310870" y="81749"/>
                </a:lnTo>
                <a:lnTo>
                  <a:pt x="303466" y="94589"/>
                </a:lnTo>
                <a:lnTo>
                  <a:pt x="306514" y="103733"/>
                </a:lnTo>
                <a:lnTo>
                  <a:pt x="308038" y="106781"/>
                </a:lnTo>
                <a:lnTo>
                  <a:pt x="312610" y="99326"/>
                </a:lnTo>
                <a:lnTo>
                  <a:pt x="317182" y="90589"/>
                </a:lnTo>
                <a:lnTo>
                  <a:pt x="321754" y="80416"/>
                </a:lnTo>
                <a:lnTo>
                  <a:pt x="326326" y="68681"/>
                </a:lnTo>
                <a:lnTo>
                  <a:pt x="326326" y="148018"/>
                </a:lnTo>
                <a:lnTo>
                  <a:pt x="336994" y="148018"/>
                </a:lnTo>
                <a:lnTo>
                  <a:pt x="336994" y="68681"/>
                </a:lnTo>
                <a:lnTo>
                  <a:pt x="336994" y="65633"/>
                </a:lnTo>
                <a:lnTo>
                  <a:pt x="346138" y="77825"/>
                </a:lnTo>
                <a:lnTo>
                  <a:pt x="350710" y="82397"/>
                </a:lnTo>
                <a:lnTo>
                  <a:pt x="358330" y="74777"/>
                </a:lnTo>
                <a:close/>
              </a:path>
              <a:path w="1415414" h="148589">
                <a:moveTo>
                  <a:pt x="448335" y="102209"/>
                </a:moveTo>
                <a:lnTo>
                  <a:pt x="417855" y="102209"/>
                </a:lnTo>
                <a:lnTo>
                  <a:pt x="417855" y="79349"/>
                </a:lnTo>
                <a:lnTo>
                  <a:pt x="440715" y="79349"/>
                </a:lnTo>
                <a:lnTo>
                  <a:pt x="440715" y="68681"/>
                </a:lnTo>
                <a:lnTo>
                  <a:pt x="417855" y="68681"/>
                </a:lnTo>
                <a:lnTo>
                  <a:pt x="417855" y="47345"/>
                </a:lnTo>
                <a:lnTo>
                  <a:pt x="445287" y="47345"/>
                </a:lnTo>
                <a:lnTo>
                  <a:pt x="445287" y="38201"/>
                </a:lnTo>
                <a:lnTo>
                  <a:pt x="379755" y="38201"/>
                </a:lnTo>
                <a:lnTo>
                  <a:pt x="379755" y="47345"/>
                </a:lnTo>
                <a:lnTo>
                  <a:pt x="407187" y="47345"/>
                </a:lnTo>
                <a:lnTo>
                  <a:pt x="407187" y="68681"/>
                </a:lnTo>
                <a:lnTo>
                  <a:pt x="382803" y="68681"/>
                </a:lnTo>
                <a:lnTo>
                  <a:pt x="382803" y="79349"/>
                </a:lnTo>
                <a:lnTo>
                  <a:pt x="407187" y="79349"/>
                </a:lnTo>
                <a:lnTo>
                  <a:pt x="407187" y="102209"/>
                </a:lnTo>
                <a:lnTo>
                  <a:pt x="376707" y="102209"/>
                </a:lnTo>
                <a:lnTo>
                  <a:pt x="376707" y="112877"/>
                </a:lnTo>
                <a:lnTo>
                  <a:pt x="448335" y="112877"/>
                </a:lnTo>
                <a:lnTo>
                  <a:pt x="448335" y="102209"/>
                </a:lnTo>
                <a:close/>
              </a:path>
              <a:path w="1415414" h="148589">
                <a:moveTo>
                  <a:pt x="449859" y="131254"/>
                </a:moveTo>
                <a:lnTo>
                  <a:pt x="370611" y="131254"/>
                </a:lnTo>
                <a:lnTo>
                  <a:pt x="370611" y="21437"/>
                </a:lnTo>
                <a:lnTo>
                  <a:pt x="448335" y="21437"/>
                </a:lnTo>
                <a:lnTo>
                  <a:pt x="448335" y="10668"/>
                </a:lnTo>
                <a:lnTo>
                  <a:pt x="359854" y="10668"/>
                </a:lnTo>
                <a:lnTo>
                  <a:pt x="359854" y="141922"/>
                </a:lnTo>
                <a:lnTo>
                  <a:pt x="449859" y="141922"/>
                </a:lnTo>
                <a:lnTo>
                  <a:pt x="449859" y="131254"/>
                </a:lnTo>
                <a:close/>
              </a:path>
              <a:path w="1415414" h="148589">
                <a:moveTo>
                  <a:pt x="590169" y="27533"/>
                </a:moveTo>
                <a:lnTo>
                  <a:pt x="535305" y="27533"/>
                </a:lnTo>
                <a:lnTo>
                  <a:pt x="535305" y="3048"/>
                </a:lnTo>
                <a:lnTo>
                  <a:pt x="523113" y="3048"/>
                </a:lnTo>
                <a:lnTo>
                  <a:pt x="523113" y="27533"/>
                </a:lnTo>
                <a:lnTo>
                  <a:pt x="468147" y="27533"/>
                </a:lnTo>
                <a:lnTo>
                  <a:pt x="468147" y="146494"/>
                </a:lnTo>
                <a:lnTo>
                  <a:pt x="480339" y="146494"/>
                </a:lnTo>
                <a:lnTo>
                  <a:pt x="480339" y="39725"/>
                </a:lnTo>
                <a:lnTo>
                  <a:pt x="523113" y="39725"/>
                </a:lnTo>
                <a:lnTo>
                  <a:pt x="510019" y="80987"/>
                </a:lnTo>
                <a:lnTo>
                  <a:pt x="481863" y="102209"/>
                </a:lnTo>
                <a:lnTo>
                  <a:pt x="486435" y="106781"/>
                </a:lnTo>
                <a:lnTo>
                  <a:pt x="522592" y="85013"/>
                </a:lnTo>
                <a:lnTo>
                  <a:pt x="529209" y="74777"/>
                </a:lnTo>
                <a:lnTo>
                  <a:pt x="539203" y="83896"/>
                </a:lnTo>
                <a:lnTo>
                  <a:pt x="548640" y="92875"/>
                </a:lnTo>
                <a:lnTo>
                  <a:pt x="565785" y="109829"/>
                </a:lnTo>
                <a:lnTo>
                  <a:pt x="574929" y="100685"/>
                </a:lnTo>
                <a:lnTo>
                  <a:pt x="566331" y="92392"/>
                </a:lnTo>
                <a:lnTo>
                  <a:pt x="556450" y="83540"/>
                </a:lnTo>
                <a:lnTo>
                  <a:pt x="545134" y="74104"/>
                </a:lnTo>
                <a:lnTo>
                  <a:pt x="532257" y="64109"/>
                </a:lnTo>
                <a:lnTo>
                  <a:pt x="535305" y="48869"/>
                </a:lnTo>
                <a:lnTo>
                  <a:pt x="535305" y="39725"/>
                </a:lnTo>
                <a:lnTo>
                  <a:pt x="577977" y="39725"/>
                </a:lnTo>
                <a:lnTo>
                  <a:pt x="577977" y="129730"/>
                </a:lnTo>
                <a:lnTo>
                  <a:pt x="574929" y="132778"/>
                </a:lnTo>
                <a:lnTo>
                  <a:pt x="555117" y="132778"/>
                </a:lnTo>
                <a:lnTo>
                  <a:pt x="545973" y="131254"/>
                </a:lnTo>
                <a:lnTo>
                  <a:pt x="547497" y="137350"/>
                </a:lnTo>
                <a:lnTo>
                  <a:pt x="547497" y="144970"/>
                </a:lnTo>
                <a:lnTo>
                  <a:pt x="571881" y="144970"/>
                </a:lnTo>
                <a:lnTo>
                  <a:pt x="579882" y="143827"/>
                </a:lnTo>
                <a:lnTo>
                  <a:pt x="585597" y="140398"/>
                </a:lnTo>
                <a:lnTo>
                  <a:pt x="589026" y="134683"/>
                </a:lnTo>
                <a:lnTo>
                  <a:pt x="590169" y="126682"/>
                </a:lnTo>
                <a:lnTo>
                  <a:pt x="590169" y="27533"/>
                </a:lnTo>
                <a:close/>
              </a:path>
              <a:path w="1415414" h="148589">
                <a:moveTo>
                  <a:pt x="713701" y="43688"/>
                </a:moveTo>
                <a:lnTo>
                  <a:pt x="703033" y="43688"/>
                </a:lnTo>
                <a:lnTo>
                  <a:pt x="703033" y="53848"/>
                </a:lnTo>
                <a:lnTo>
                  <a:pt x="703033" y="89408"/>
                </a:lnTo>
                <a:lnTo>
                  <a:pt x="661885" y="89408"/>
                </a:lnTo>
                <a:lnTo>
                  <a:pt x="661885" y="53848"/>
                </a:lnTo>
                <a:lnTo>
                  <a:pt x="703033" y="53848"/>
                </a:lnTo>
                <a:lnTo>
                  <a:pt x="703033" y="43688"/>
                </a:lnTo>
                <a:lnTo>
                  <a:pt x="651217" y="43688"/>
                </a:lnTo>
                <a:lnTo>
                  <a:pt x="651217" y="53848"/>
                </a:lnTo>
                <a:lnTo>
                  <a:pt x="651217" y="89408"/>
                </a:lnTo>
                <a:lnTo>
                  <a:pt x="651217" y="100838"/>
                </a:lnTo>
                <a:lnTo>
                  <a:pt x="651217" y="108458"/>
                </a:lnTo>
                <a:lnTo>
                  <a:pt x="661885" y="108458"/>
                </a:lnTo>
                <a:lnTo>
                  <a:pt x="661885" y="100838"/>
                </a:lnTo>
                <a:lnTo>
                  <a:pt x="703033" y="100838"/>
                </a:lnTo>
                <a:lnTo>
                  <a:pt x="703033" y="108305"/>
                </a:lnTo>
                <a:lnTo>
                  <a:pt x="713701" y="108305"/>
                </a:lnTo>
                <a:lnTo>
                  <a:pt x="713701" y="53441"/>
                </a:lnTo>
                <a:lnTo>
                  <a:pt x="713701" y="43688"/>
                </a:lnTo>
                <a:close/>
              </a:path>
              <a:path w="1415414" h="148589">
                <a:moveTo>
                  <a:pt x="747229" y="10668"/>
                </a:moveTo>
                <a:lnTo>
                  <a:pt x="617601" y="10668"/>
                </a:lnTo>
                <a:lnTo>
                  <a:pt x="617601" y="20828"/>
                </a:lnTo>
                <a:lnTo>
                  <a:pt x="617601" y="126238"/>
                </a:lnTo>
                <a:lnTo>
                  <a:pt x="617601" y="137668"/>
                </a:lnTo>
                <a:lnTo>
                  <a:pt x="617601" y="146558"/>
                </a:lnTo>
                <a:lnTo>
                  <a:pt x="629793" y="146558"/>
                </a:lnTo>
                <a:lnTo>
                  <a:pt x="629793" y="137668"/>
                </a:lnTo>
                <a:lnTo>
                  <a:pt x="735037" y="137668"/>
                </a:lnTo>
                <a:lnTo>
                  <a:pt x="735037" y="146494"/>
                </a:lnTo>
                <a:lnTo>
                  <a:pt x="747229" y="146494"/>
                </a:lnTo>
                <a:lnTo>
                  <a:pt x="747229" y="21437"/>
                </a:lnTo>
                <a:lnTo>
                  <a:pt x="735037" y="21437"/>
                </a:lnTo>
                <a:lnTo>
                  <a:pt x="735037" y="126238"/>
                </a:lnTo>
                <a:lnTo>
                  <a:pt x="629793" y="126238"/>
                </a:lnTo>
                <a:lnTo>
                  <a:pt x="629793" y="20828"/>
                </a:lnTo>
                <a:lnTo>
                  <a:pt x="747229" y="20828"/>
                </a:lnTo>
                <a:lnTo>
                  <a:pt x="747229" y="10668"/>
                </a:lnTo>
                <a:close/>
              </a:path>
              <a:path w="1415414" h="148589">
                <a:moveTo>
                  <a:pt x="782281" y="16764"/>
                </a:moveTo>
                <a:lnTo>
                  <a:pt x="770089" y="16764"/>
                </a:lnTo>
                <a:lnTo>
                  <a:pt x="770089" y="112877"/>
                </a:lnTo>
                <a:lnTo>
                  <a:pt x="782281" y="112877"/>
                </a:lnTo>
                <a:lnTo>
                  <a:pt x="782281" y="16764"/>
                </a:lnTo>
                <a:close/>
              </a:path>
              <a:path w="1415414" h="148589">
                <a:moveTo>
                  <a:pt x="812863" y="1524"/>
                </a:moveTo>
                <a:lnTo>
                  <a:pt x="802195" y="1524"/>
                </a:lnTo>
                <a:lnTo>
                  <a:pt x="802195" y="67157"/>
                </a:lnTo>
                <a:lnTo>
                  <a:pt x="800760" y="90360"/>
                </a:lnTo>
                <a:lnTo>
                  <a:pt x="796467" y="109880"/>
                </a:lnTo>
                <a:lnTo>
                  <a:pt x="789292" y="125958"/>
                </a:lnTo>
                <a:lnTo>
                  <a:pt x="779233" y="138874"/>
                </a:lnTo>
                <a:lnTo>
                  <a:pt x="785329" y="144970"/>
                </a:lnTo>
                <a:lnTo>
                  <a:pt x="811390" y="91147"/>
                </a:lnTo>
                <a:lnTo>
                  <a:pt x="811428" y="90360"/>
                </a:lnTo>
                <a:lnTo>
                  <a:pt x="812863" y="62585"/>
                </a:lnTo>
                <a:lnTo>
                  <a:pt x="812863" y="1524"/>
                </a:lnTo>
                <a:close/>
              </a:path>
              <a:path w="1415414" h="148589">
                <a:moveTo>
                  <a:pt x="899731" y="13716"/>
                </a:moveTo>
                <a:lnTo>
                  <a:pt x="822007" y="13716"/>
                </a:lnTo>
                <a:lnTo>
                  <a:pt x="822007" y="24485"/>
                </a:lnTo>
                <a:lnTo>
                  <a:pt x="887539" y="24485"/>
                </a:lnTo>
                <a:lnTo>
                  <a:pt x="887539" y="64109"/>
                </a:lnTo>
                <a:lnTo>
                  <a:pt x="825055" y="64109"/>
                </a:lnTo>
                <a:lnTo>
                  <a:pt x="825055" y="74777"/>
                </a:lnTo>
                <a:lnTo>
                  <a:pt x="887539" y="74777"/>
                </a:lnTo>
                <a:lnTo>
                  <a:pt x="887539" y="122110"/>
                </a:lnTo>
                <a:lnTo>
                  <a:pt x="817435" y="122110"/>
                </a:lnTo>
                <a:lnTo>
                  <a:pt x="817435" y="131254"/>
                </a:lnTo>
                <a:lnTo>
                  <a:pt x="887539" y="131254"/>
                </a:lnTo>
                <a:lnTo>
                  <a:pt x="887539" y="141922"/>
                </a:lnTo>
                <a:lnTo>
                  <a:pt x="899731" y="141922"/>
                </a:lnTo>
                <a:lnTo>
                  <a:pt x="899731" y="13716"/>
                </a:lnTo>
                <a:close/>
              </a:path>
              <a:path w="1415414" h="148589">
                <a:moveTo>
                  <a:pt x="971448" y="22961"/>
                </a:moveTo>
                <a:lnTo>
                  <a:pt x="966597" y="18072"/>
                </a:lnTo>
                <a:lnTo>
                  <a:pt x="961161" y="12776"/>
                </a:lnTo>
                <a:lnTo>
                  <a:pt x="955167" y="7226"/>
                </a:lnTo>
                <a:lnTo>
                  <a:pt x="948588" y="1524"/>
                </a:lnTo>
                <a:lnTo>
                  <a:pt x="939444" y="9144"/>
                </a:lnTo>
                <a:lnTo>
                  <a:pt x="962304" y="32105"/>
                </a:lnTo>
                <a:lnTo>
                  <a:pt x="971448" y="22961"/>
                </a:lnTo>
                <a:close/>
              </a:path>
              <a:path w="1415414" h="148589">
                <a:moveTo>
                  <a:pt x="1061364" y="134302"/>
                </a:moveTo>
                <a:lnTo>
                  <a:pt x="1038466" y="125984"/>
                </a:lnTo>
                <a:lnTo>
                  <a:pt x="1019835" y="114642"/>
                </a:lnTo>
                <a:lnTo>
                  <a:pt x="1005217" y="100152"/>
                </a:lnTo>
                <a:lnTo>
                  <a:pt x="999934" y="91541"/>
                </a:lnTo>
                <a:lnTo>
                  <a:pt x="994308" y="82397"/>
                </a:lnTo>
                <a:lnTo>
                  <a:pt x="1058316" y="82397"/>
                </a:lnTo>
                <a:lnTo>
                  <a:pt x="1058316" y="71729"/>
                </a:lnTo>
                <a:lnTo>
                  <a:pt x="992784" y="71729"/>
                </a:lnTo>
                <a:lnTo>
                  <a:pt x="992784" y="42773"/>
                </a:lnTo>
                <a:lnTo>
                  <a:pt x="1049172" y="42773"/>
                </a:lnTo>
                <a:lnTo>
                  <a:pt x="1049172" y="32105"/>
                </a:lnTo>
                <a:lnTo>
                  <a:pt x="1011072" y="32105"/>
                </a:lnTo>
                <a:lnTo>
                  <a:pt x="1020406" y="20434"/>
                </a:lnTo>
                <a:lnTo>
                  <a:pt x="1025436" y="14236"/>
                </a:lnTo>
                <a:lnTo>
                  <a:pt x="1030884" y="7620"/>
                </a:lnTo>
                <a:lnTo>
                  <a:pt x="1018692" y="1524"/>
                </a:lnTo>
                <a:lnTo>
                  <a:pt x="1013866" y="8661"/>
                </a:lnTo>
                <a:lnTo>
                  <a:pt x="1008595" y="16243"/>
                </a:lnTo>
                <a:lnTo>
                  <a:pt x="1003058" y="24117"/>
                </a:lnTo>
                <a:lnTo>
                  <a:pt x="997356" y="32105"/>
                </a:lnTo>
                <a:lnTo>
                  <a:pt x="962304" y="32105"/>
                </a:lnTo>
                <a:lnTo>
                  <a:pt x="925639" y="32105"/>
                </a:lnTo>
                <a:lnTo>
                  <a:pt x="925639" y="42773"/>
                </a:lnTo>
                <a:lnTo>
                  <a:pt x="980592" y="42773"/>
                </a:lnTo>
                <a:lnTo>
                  <a:pt x="980592" y="71729"/>
                </a:lnTo>
                <a:lnTo>
                  <a:pt x="916495" y="71729"/>
                </a:lnTo>
                <a:lnTo>
                  <a:pt x="916495" y="82397"/>
                </a:lnTo>
                <a:lnTo>
                  <a:pt x="977544" y="82397"/>
                </a:lnTo>
                <a:lnTo>
                  <a:pt x="970114" y="99555"/>
                </a:lnTo>
                <a:lnTo>
                  <a:pt x="956970" y="114452"/>
                </a:lnTo>
                <a:lnTo>
                  <a:pt x="938072" y="127050"/>
                </a:lnTo>
                <a:lnTo>
                  <a:pt x="913447" y="137350"/>
                </a:lnTo>
                <a:lnTo>
                  <a:pt x="918019" y="140398"/>
                </a:lnTo>
                <a:lnTo>
                  <a:pt x="919543" y="144970"/>
                </a:lnTo>
                <a:lnTo>
                  <a:pt x="922591" y="148018"/>
                </a:lnTo>
                <a:lnTo>
                  <a:pt x="946365" y="136842"/>
                </a:lnTo>
                <a:lnTo>
                  <a:pt x="964971" y="123786"/>
                </a:lnTo>
                <a:lnTo>
                  <a:pt x="978420" y="108699"/>
                </a:lnTo>
                <a:lnTo>
                  <a:pt x="986688" y="91541"/>
                </a:lnTo>
                <a:lnTo>
                  <a:pt x="997318" y="108699"/>
                </a:lnTo>
                <a:lnTo>
                  <a:pt x="1011072" y="123596"/>
                </a:lnTo>
                <a:lnTo>
                  <a:pt x="1028268" y="136194"/>
                </a:lnTo>
                <a:lnTo>
                  <a:pt x="1049172" y="146494"/>
                </a:lnTo>
                <a:lnTo>
                  <a:pt x="1052220" y="141922"/>
                </a:lnTo>
                <a:lnTo>
                  <a:pt x="1056792" y="138874"/>
                </a:lnTo>
                <a:lnTo>
                  <a:pt x="1061364" y="134302"/>
                </a:lnTo>
                <a:close/>
              </a:path>
              <a:path w="1415414" h="148589">
                <a:moveTo>
                  <a:pt x="1110234" y="74777"/>
                </a:moveTo>
                <a:lnTo>
                  <a:pt x="1091946" y="74777"/>
                </a:lnTo>
                <a:lnTo>
                  <a:pt x="1091946" y="59537"/>
                </a:lnTo>
                <a:lnTo>
                  <a:pt x="1105662" y="59537"/>
                </a:lnTo>
                <a:lnTo>
                  <a:pt x="1105662" y="51917"/>
                </a:lnTo>
                <a:lnTo>
                  <a:pt x="1105662" y="48869"/>
                </a:lnTo>
                <a:lnTo>
                  <a:pt x="1076617" y="48869"/>
                </a:lnTo>
                <a:lnTo>
                  <a:pt x="1078141" y="44297"/>
                </a:lnTo>
                <a:lnTo>
                  <a:pt x="1081278" y="38201"/>
                </a:lnTo>
                <a:lnTo>
                  <a:pt x="1084326" y="33629"/>
                </a:lnTo>
                <a:lnTo>
                  <a:pt x="1108710" y="33629"/>
                </a:lnTo>
                <a:lnTo>
                  <a:pt x="1108710" y="22961"/>
                </a:lnTo>
                <a:lnTo>
                  <a:pt x="1087374" y="22961"/>
                </a:lnTo>
                <a:lnTo>
                  <a:pt x="1090422" y="16764"/>
                </a:lnTo>
                <a:lnTo>
                  <a:pt x="1091946" y="10668"/>
                </a:lnTo>
                <a:lnTo>
                  <a:pt x="1093470" y="3048"/>
                </a:lnTo>
                <a:lnTo>
                  <a:pt x="1082802" y="0"/>
                </a:lnTo>
                <a:lnTo>
                  <a:pt x="1079893" y="13208"/>
                </a:lnTo>
                <a:lnTo>
                  <a:pt x="1075855" y="25577"/>
                </a:lnTo>
                <a:lnTo>
                  <a:pt x="1070711" y="37376"/>
                </a:lnTo>
                <a:lnTo>
                  <a:pt x="1064425" y="48869"/>
                </a:lnTo>
                <a:lnTo>
                  <a:pt x="1072045" y="56489"/>
                </a:lnTo>
                <a:lnTo>
                  <a:pt x="1072045" y="54965"/>
                </a:lnTo>
                <a:lnTo>
                  <a:pt x="1075093" y="51917"/>
                </a:lnTo>
                <a:lnTo>
                  <a:pt x="1075093" y="59537"/>
                </a:lnTo>
                <a:lnTo>
                  <a:pt x="1082802" y="59537"/>
                </a:lnTo>
                <a:lnTo>
                  <a:pt x="1082802" y="74777"/>
                </a:lnTo>
                <a:lnTo>
                  <a:pt x="1065949" y="74777"/>
                </a:lnTo>
                <a:lnTo>
                  <a:pt x="1065949" y="85445"/>
                </a:lnTo>
                <a:lnTo>
                  <a:pt x="1082802" y="85445"/>
                </a:lnTo>
                <a:lnTo>
                  <a:pt x="1082802" y="120586"/>
                </a:lnTo>
                <a:lnTo>
                  <a:pt x="1081278" y="125158"/>
                </a:lnTo>
                <a:lnTo>
                  <a:pt x="1076617" y="128206"/>
                </a:lnTo>
                <a:lnTo>
                  <a:pt x="1084326" y="137350"/>
                </a:lnTo>
                <a:lnTo>
                  <a:pt x="1087374" y="135826"/>
                </a:lnTo>
                <a:lnTo>
                  <a:pt x="1093470" y="129730"/>
                </a:lnTo>
                <a:lnTo>
                  <a:pt x="1098042" y="126682"/>
                </a:lnTo>
                <a:lnTo>
                  <a:pt x="1104138" y="122110"/>
                </a:lnTo>
                <a:lnTo>
                  <a:pt x="1108710" y="117538"/>
                </a:lnTo>
                <a:lnTo>
                  <a:pt x="1107186" y="114401"/>
                </a:lnTo>
                <a:lnTo>
                  <a:pt x="1107186" y="109829"/>
                </a:lnTo>
                <a:lnTo>
                  <a:pt x="1105662" y="106781"/>
                </a:lnTo>
                <a:lnTo>
                  <a:pt x="1096518" y="115925"/>
                </a:lnTo>
                <a:lnTo>
                  <a:pt x="1091946" y="117538"/>
                </a:lnTo>
                <a:lnTo>
                  <a:pt x="1091946" y="85445"/>
                </a:lnTo>
                <a:lnTo>
                  <a:pt x="1110234" y="85445"/>
                </a:lnTo>
                <a:lnTo>
                  <a:pt x="1110234" y="74777"/>
                </a:lnTo>
                <a:close/>
              </a:path>
              <a:path w="1415414" h="148589">
                <a:moveTo>
                  <a:pt x="1212342" y="36677"/>
                </a:moveTo>
                <a:lnTo>
                  <a:pt x="1203198" y="36677"/>
                </a:lnTo>
                <a:lnTo>
                  <a:pt x="1203198" y="15240"/>
                </a:lnTo>
                <a:lnTo>
                  <a:pt x="1192530" y="15240"/>
                </a:lnTo>
                <a:lnTo>
                  <a:pt x="1192530" y="24485"/>
                </a:lnTo>
                <a:lnTo>
                  <a:pt x="1192530" y="36677"/>
                </a:lnTo>
                <a:lnTo>
                  <a:pt x="1192530" y="45821"/>
                </a:lnTo>
                <a:lnTo>
                  <a:pt x="1192530" y="58013"/>
                </a:lnTo>
                <a:lnTo>
                  <a:pt x="1175766" y="58013"/>
                </a:lnTo>
                <a:lnTo>
                  <a:pt x="1175766" y="45821"/>
                </a:lnTo>
                <a:lnTo>
                  <a:pt x="1192530" y="45821"/>
                </a:lnTo>
                <a:lnTo>
                  <a:pt x="1192530" y="36677"/>
                </a:lnTo>
                <a:lnTo>
                  <a:pt x="1175766" y="36677"/>
                </a:lnTo>
                <a:lnTo>
                  <a:pt x="1175766" y="24485"/>
                </a:lnTo>
                <a:lnTo>
                  <a:pt x="1192530" y="24485"/>
                </a:lnTo>
                <a:lnTo>
                  <a:pt x="1192530" y="15240"/>
                </a:lnTo>
                <a:lnTo>
                  <a:pt x="1175766" y="15240"/>
                </a:lnTo>
                <a:lnTo>
                  <a:pt x="1175766" y="1524"/>
                </a:lnTo>
                <a:lnTo>
                  <a:pt x="1166622" y="1524"/>
                </a:lnTo>
                <a:lnTo>
                  <a:pt x="1166622" y="15240"/>
                </a:lnTo>
                <a:lnTo>
                  <a:pt x="1145286" y="15240"/>
                </a:lnTo>
                <a:lnTo>
                  <a:pt x="1145286" y="24485"/>
                </a:lnTo>
                <a:lnTo>
                  <a:pt x="1166622" y="24485"/>
                </a:lnTo>
                <a:lnTo>
                  <a:pt x="1166622" y="36677"/>
                </a:lnTo>
                <a:lnTo>
                  <a:pt x="1139190" y="36677"/>
                </a:lnTo>
                <a:lnTo>
                  <a:pt x="1139190" y="45821"/>
                </a:lnTo>
                <a:lnTo>
                  <a:pt x="1166622" y="45821"/>
                </a:lnTo>
                <a:lnTo>
                  <a:pt x="1166622" y="58013"/>
                </a:lnTo>
                <a:lnTo>
                  <a:pt x="1145286" y="58013"/>
                </a:lnTo>
                <a:lnTo>
                  <a:pt x="1145286" y="67157"/>
                </a:lnTo>
                <a:lnTo>
                  <a:pt x="1166622" y="67157"/>
                </a:lnTo>
                <a:lnTo>
                  <a:pt x="1166622" y="79298"/>
                </a:lnTo>
                <a:lnTo>
                  <a:pt x="1143762" y="79298"/>
                </a:lnTo>
                <a:lnTo>
                  <a:pt x="1143762" y="88493"/>
                </a:lnTo>
                <a:lnTo>
                  <a:pt x="1166622" y="88493"/>
                </a:lnTo>
                <a:lnTo>
                  <a:pt x="1166622" y="102209"/>
                </a:lnTo>
                <a:lnTo>
                  <a:pt x="1140714" y="102209"/>
                </a:lnTo>
                <a:lnTo>
                  <a:pt x="1140714" y="111353"/>
                </a:lnTo>
                <a:lnTo>
                  <a:pt x="1166622" y="111353"/>
                </a:lnTo>
                <a:lnTo>
                  <a:pt x="1166622" y="128206"/>
                </a:lnTo>
                <a:lnTo>
                  <a:pt x="1175766" y="128206"/>
                </a:lnTo>
                <a:lnTo>
                  <a:pt x="1175766" y="111353"/>
                </a:lnTo>
                <a:lnTo>
                  <a:pt x="1204722" y="111353"/>
                </a:lnTo>
                <a:lnTo>
                  <a:pt x="1204722" y="102209"/>
                </a:lnTo>
                <a:lnTo>
                  <a:pt x="1175766" y="102209"/>
                </a:lnTo>
                <a:lnTo>
                  <a:pt x="1175766" y="88493"/>
                </a:lnTo>
                <a:lnTo>
                  <a:pt x="1203198" y="88493"/>
                </a:lnTo>
                <a:lnTo>
                  <a:pt x="1203198" y="79298"/>
                </a:lnTo>
                <a:lnTo>
                  <a:pt x="1175766" y="79298"/>
                </a:lnTo>
                <a:lnTo>
                  <a:pt x="1175766" y="67157"/>
                </a:lnTo>
                <a:lnTo>
                  <a:pt x="1192530" y="67157"/>
                </a:lnTo>
                <a:lnTo>
                  <a:pt x="1192530" y="70205"/>
                </a:lnTo>
                <a:lnTo>
                  <a:pt x="1203198" y="70205"/>
                </a:lnTo>
                <a:lnTo>
                  <a:pt x="1203198" y="45821"/>
                </a:lnTo>
                <a:lnTo>
                  <a:pt x="1212342" y="45821"/>
                </a:lnTo>
                <a:lnTo>
                  <a:pt x="1212342" y="36677"/>
                </a:lnTo>
                <a:close/>
              </a:path>
              <a:path w="1415414" h="148589">
                <a:moveTo>
                  <a:pt x="1213866" y="131254"/>
                </a:moveTo>
                <a:lnTo>
                  <a:pt x="1199603" y="132118"/>
                </a:lnTo>
                <a:lnTo>
                  <a:pt x="1186624" y="132397"/>
                </a:lnTo>
                <a:lnTo>
                  <a:pt x="1175080" y="132118"/>
                </a:lnTo>
                <a:lnTo>
                  <a:pt x="1165098" y="131254"/>
                </a:lnTo>
                <a:lnTo>
                  <a:pt x="1155141" y="130136"/>
                </a:lnTo>
                <a:lnTo>
                  <a:pt x="1146048" y="126873"/>
                </a:lnTo>
                <a:lnTo>
                  <a:pt x="1141196" y="123634"/>
                </a:lnTo>
                <a:lnTo>
                  <a:pt x="1138097" y="121577"/>
                </a:lnTo>
                <a:lnTo>
                  <a:pt x="1131570" y="114401"/>
                </a:lnTo>
                <a:lnTo>
                  <a:pt x="1134694" y="104063"/>
                </a:lnTo>
                <a:lnTo>
                  <a:pt x="1134770" y="103733"/>
                </a:lnTo>
                <a:lnTo>
                  <a:pt x="1134846" y="103352"/>
                </a:lnTo>
                <a:lnTo>
                  <a:pt x="1137094" y="93446"/>
                </a:lnTo>
                <a:lnTo>
                  <a:pt x="1138643" y="82257"/>
                </a:lnTo>
                <a:lnTo>
                  <a:pt x="1139190" y="70205"/>
                </a:lnTo>
                <a:lnTo>
                  <a:pt x="1139190" y="61061"/>
                </a:lnTo>
                <a:lnTo>
                  <a:pt x="1120902" y="61061"/>
                </a:lnTo>
                <a:lnTo>
                  <a:pt x="1140714" y="26009"/>
                </a:lnTo>
                <a:lnTo>
                  <a:pt x="1140714" y="15240"/>
                </a:lnTo>
                <a:lnTo>
                  <a:pt x="1111758" y="15240"/>
                </a:lnTo>
                <a:lnTo>
                  <a:pt x="1111758" y="24485"/>
                </a:lnTo>
                <a:lnTo>
                  <a:pt x="1128522" y="24485"/>
                </a:lnTo>
                <a:lnTo>
                  <a:pt x="1110234" y="61061"/>
                </a:lnTo>
                <a:lnTo>
                  <a:pt x="1110234" y="70205"/>
                </a:lnTo>
                <a:lnTo>
                  <a:pt x="1130046" y="70205"/>
                </a:lnTo>
                <a:lnTo>
                  <a:pt x="1128877" y="79298"/>
                </a:lnTo>
                <a:lnTo>
                  <a:pt x="1127569" y="88112"/>
                </a:lnTo>
                <a:lnTo>
                  <a:pt x="1127493" y="88493"/>
                </a:lnTo>
                <a:lnTo>
                  <a:pt x="1125969" y="96354"/>
                </a:lnTo>
                <a:lnTo>
                  <a:pt x="1123950" y="103733"/>
                </a:lnTo>
                <a:lnTo>
                  <a:pt x="1117854" y="91541"/>
                </a:lnTo>
                <a:lnTo>
                  <a:pt x="1116330" y="85445"/>
                </a:lnTo>
                <a:lnTo>
                  <a:pt x="1107186" y="88493"/>
                </a:lnTo>
                <a:lnTo>
                  <a:pt x="1109789" y="96354"/>
                </a:lnTo>
                <a:lnTo>
                  <a:pt x="1112710" y="103352"/>
                </a:lnTo>
                <a:lnTo>
                  <a:pt x="1115923" y="109829"/>
                </a:lnTo>
                <a:lnTo>
                  <a:pt x="1119378" y="115925"/>
                </a:lnTo>
                <a:lnTo>
                  <a:pt x="1115669" y="122555"/>
                </a:lnTo>
                <a:lnTo>
                  <a:pt x="1111377" y="128587"/>
                </a:lnTo>
                <a:lnTo>
                  <a:pt x="1106525" y="134023"/>
                </a:lnTo>
                <a:lnTo>
                  <a:pt x="1101090" y="138874"/>
                </a:lnTo>
                <a:lnTo>
                  <a:pt x="1105662" y="143446"/>
                </a:lnTo>
                <a:lnTo>
                  <a:pt x="1107186" y="146494"/>
                </a:lnTo>
                <a:lnTo>
                  <a:pt x="1108710" y="148018"/>
                </a:lnTo>
                <a:lnTo>
                  <a:pt x="1114145" y="142290"/>
                </a:lnTo>
                <a:lnTo>
                  <a:pt x="1118997" y="136398"/>
                </a:lnTo>
                <a:lnTo>
                  <a:pt x="1123340" y="130136"/>
                </a:lnTo>
                <a:lnTo>
                  <a:pt x="1126998" y="123634"/>
                </a:lnTo>
                <a:lnTo>
                  <a:pt x="1134694" y="131635"/>
                </a:lnTo>
                <a:lnTo>
                  <a:pt x="1143952" y="137350"/>
                </a:lnTo>
                <a:lnTo>
                  <a:pt x="1154645" y="140779"/>
                </a:lnTo>
                <a:lnTo>
                  <a:pt x="1176070" y="142786"/>
                </a:lnTo>
                <a:lnTo>
                  <a:pt x="1186243" y="143065"/>
                </a:lnTo>
                <a:lnTo>
                  <a:pt x="1197267" y="142786"/>
                </a:lnTo>
                <a:lnTo>
                  <a:pt x="1209294" y="141922"/>
                </a:lnTo>
                <a:lnTo>
                  <a:pt x="1210818" y="138874"/>
                </a:lnTo>
                <a:lnTo>
                  <a:pt x="1212342" y="134302"/>
                </a:lnTo>
                <a:lnTo>
                  <a:pt x="1213294" y="132397"/>
                </a:lnTo>
                <a:lnTo>
                  <a:pt x="1213866" y="131254"/>
                </a:lnTo>
                <a:close/>
              </a:path>
              <a:path w="1415414" h="148589">
                <a:moveTo>
                  <a:pt x="1249006" y="114401"/>
                </a:moveTo>
                <a:lnTo>
                  <a:pt x="1238338" y="108305"/>
                </a:lnTo>
                <a:lnTo>
                  <a:pt x="1233525" y="117195"/>
                </a:lnTo>
                <a:lnTo>
                  <a:pt x="1228394" y="125349"/>
                </a:lnTo>
                <a:lnTo>
                  <a:pt x="1223137" y="132778"/>
                </a:lnTo>
                <a:lnTo>
                  <a:pt x="1218438" y="138874"/>
                </a:lnTo>
                <a:lnTo>
                  <a:pt x="1229194" y="146494"/>
                </a:lnTo>
                <a:lnTo>
                  <a:pt x="1233157" y="140208"/>
                </a:lnTo>
                <a:lnTo>
                  <a:pt x="1238059" y="132613"/>
                </a:lnTo>
                <a:lnTo>
                  <a:pt x="1243342" y="124167"/>
                </a:lnTo>
                <a:lnTo>
                  <a:pt x="1249006" y="114401"/>
                </a:lnTo>
                <a:close/>
              </a:path>
              <a:path w="1415414" h="148589">
                <a:moveTo>
                  <a:pt x="1285582" y="140398"/>
                </a:moveTo>
                <a:lnTo>
                  <a:pt x="1283042" y="131546"/>
                </a:lnTo>
                <a:lnTo>
                  <a:pt x="1280058" y="123253"/>
                </a:lnTo>
                <a:lnTo>
                  <a:pt x="1276807" y="115506"/>
                </a:lnTo>
                <a:lnTo>
                  <a:pt x="1273390" y="108305"/>
                </a:lnTo>
                <a:lnTo>
                  <a:pt x="1262722" y="111353"/>
                </a:lnTo>
                <a:lnTo>
                  <a:pt x="1265897" y="119405"/>
                </a:lnTo>
                <a:lnTo>
                  <a:pt x="1268628" y="127444"/>
                </a:lnTo>
                <a:lnTo>
                  <a:pt x="1271092" y="135445"/>
                </a:lnTo>
                <a:lnTo>
                  <a:pt x="1273390" y="143446"/>
                </a:lnTo>
                <a:lnTo>
                  <a:pt x="1285582" y="140398"/>
                </a:lnTo>
                <a:close/>
              </a:path>
              <a:path w="1415414" h="148589">
                <a:moveTo>
                  <a:pt x="1322158" y="137350"/>
                </a:moveTo>
                <a:lnTo>
                  <a:pt x="1318945" y="129590"/>
                </a:lnTo>
                <a:lnTo>
                  <a:pt x="1315872" y="122110"/>
                </a:lnTo>
                <a:lnTo>
                  <a:pt x="1312519" y="114604"/>
                </a:lnTo>
                <a:lnTo>
                  <a:pt x="1308442" y="106781"/>
                </a:lnTo>
                <a:lnTo>
                  <a:pt x="1297774" y="111353"/>
                </a:lnTo>
                <a:lnTo>
                  <a:pt x="1301826" y="120243"/>
                </a:lnTo>
                <a:lnTo>
                  <a:pt x="1305013" y="128397"/>
                </a:lnTo>
                <a:lnTo>
                  <a:pt x="1307642" y="135661"/>
                </a:lnTo>
                <a:lnTo>
                  <a:pt x="1309966" y="141922"/>
                </a:lnTo>
                <a:lnTo>
                  <a:pt x="1322158" y="137350"/>
                </a:lnTo>
                <a:close/>
              </a:path>
              <a:path w="1415414" h="148589">
                <a:moveTo>
                  <a:pt x="1363306" y="18288"/>
                </a:moveTo>
                <a:lnTo>
                  <a:pt x="1296250" y="18288"/>
                </a:lnTo>
                <a:lnTo>
                  <a:pt x="1296250" y="0"/>
                </a:lnTo>
                <a:lnTo>
                  <a:pt x="1284058" y="0"/>
                </a:lnTo>
                <a:lnTo>
                  <a:pt x="1284058" y="47345"/>
                </a:lnTo>
                <a:lnTo>
                  <a:pt x="1236814" y="47345"/>
                </a:lnTo>
                <a:lnTo>
                  <a:pt x="1236814" y="103733"/>
                </a:lnTo>
                <a:lnTo>
                  <a:pt x="1249006" y="103733"/>
                </a:lnTo>
                <a:lnTo>
                  <a:pt x="1249006" y="97637"/>
                </a:lnTo>
                <a:lnTo>
                  <a:pt x="1337398" y="97637"/>
                </a:lnTo>
                <a:lnTo>
                  <a:pt x="1337398" y="103733"/>
                </a:lnTo>
                <a:lnTo>
                  <a:pt x="1349590" y="103733"/>
                </a:lnTo>
                <a:lnTo>
                  <a:pt x="1349590" y="97637"/>
                </a:lnTo>
                <a:lnTo>
                  <a:pt x="1349590" y="86969"/>
                </a:lnTo>
                <a:lnTo>
                  <a:pt x="1349590" y="58013"/>
                </a:lnTo>
                <a:lnTo>
                  <a:pt x="1349590" y="47345"/>
                </a:lnTo>
                <a:lnTo>
                  <a:pt x="1337398" y="47345"/>
                </a:lnTo>
                <a:lnTo>
                  <a:pt x="1337398" y="58013"/>
                </a:lnTo>
                <a:lnTo>
                  <a:pt x="1337398" y="86969"/>
                </a:lnTo>
                <a:lnTo>
                  <a:pt x="1249006" y="86969"/>
                </a:lnTo>
                <a:lnTo>
                  <a:pt x="1249006" y="58013"/>
                </a:lnTo>
                <a:lnTo>
                  <a:pt x="1337398" y="58013"/>
                </a:lnTo>
                <a:lnTo>
                  <a:pt x="1337398" y="47345"/>
                </a:lnTo>
                <a:lnTo>
                  <a:pt x="1296250" y="47345"/>
                </a:lnTo>
                <a:lnTo>
                  <a:pt x="1296250" y="29057"/>
                </a:lnTo>
                <a:lnTo>
                  <a:pt x="1363306" y="29057"/>
                </a:lnTo>
                <a:lnTo>
                  <a:pt x="1363306" y="18288"/>
                </a:lnTo>
                <a:close/>
              </a:path>
              <a:path w="1415414" h="148589">
                <a:moveTo>
                  <a:pt x="1364830" y="140398"/>
                </a:moveTo>
                <a:lnTo>
                  <a:pt x="1360881" y="133045"/>
                </a:lnTo>
                <a:lnTo>
                  <a:pt x="1356067" y="124968"/>
                </a:lnTo>
                <a:lnTo>
                  <a:pt x="1350695" y="116573"/>
                </a:lnTo>
                <a:lnTo>
                  <a:pt x="1345018" y="108305"/>
                </a:lnTo>
                <a:lnTo>
                  <a:pt x="1334350" y="112877"/>
                </a:lnTo>
                <a:lnTo>
                  <a:pt x="1339786" y="121818"/>
                </a:lnTo>
                <a:lnTo>
                  <a:pt x="1344637" y="130302"/>
                </a:lnTo>
                <a:lnTo>
                  <a:pt x="1348930" y="138468"/>
                </a:lnTo>
                <a:lnTo>
                  <a:pt x="1352638" y="146494"/>
                </a:lnTo>
                <a:lnTo>
                  <a:pt x="1364830" y="140398"/>
                </a:lnTo>
                <a:close/>
              </a:path>
              <a:path w="1415414" h="148589">
                <a:moveTo>
                  <a:pt x="1415224" y="120599"/>
                </a:moveTo>
                <a:lnTo>
                  <a:pt x="1414729" y="119075"/>
                </a:lnTo>
                <a:lnTo>
                  <a:pt x="1413700" y="115925"/>
                </a:lnTo>
                <a:lnTo>
                  <a:pt x="1410652" y="112877"/>
                </a:lnTo>
                <a:lnTo>
                  <a:pt x="1406080" y="109829"/>
                </a:lnTo>
                <a:lnTo>
                  <a:pt x="1404556" y="108305"/>
                </a:lnTo>
                <a:lnTo>
                  <a:pt x="1404556" y="122123"/>
                </a:lnTo>
                <a:lnTo>
                  <a:pt x="1404556" y="131267"/>
                </a:lnTo>
                <a:lnTo>
                  <a:pt x="1401508" y="134315"/>
                </a:lnTo>
                <a:lnTo>
                  <a:pt x="1393888" y="134315"/>
                </a:lnTo>
                <a:lnTo>
                  <a:pt x="1392364" y="132791"/>
                </a:lnTo>
                <a:lnTo>
                  <a:pt x="1389316" y="131267"/>
                </a:lnTo>
                <a:lnTo>
                  <a:pt x="1389316" y="122123"/>
                </a:lnTo>
                <a:lnTo>
                  <a:pt x="1392364" y="119075"/>
                </a:lnTo>
                <a:lnTo>
                  <a:pt x="1401508" y="119075"/>
                </a:lnTo>
                <a:lnTo>
                  <a:pt x="1404556" y="122123"/>
                </a:lnTo>
                <a:lnTo>
                  <a:pt x="1404556" y="108305"/>
                </a:lnTo>
                <a:lnTo>
                  <a:pt x="1403032" y="106781"/>
                </a:lnTo>
                <a:lnTo>
                  <a:pt x="1392364" y="106781"/>
                </a:lnTo>
                <a:lnTo>
                  <a:pt x="1387792" y="108305"/>
                </a:lnTo>
                <a:lnTo>
                  <a:pt x="1384744" y="112877"/>
                </a:lnTo>
                <a:lnTo>
                  <a:pt x="1380172" y="115925"/>
                </a:lnTo>
                <a:lnTo>
                  <a:pt x="1378648" y="120599"/>
                </a:lnTo>
                <a:lnTo>
                  <a:pt x="1378648" y="131267"/>
                </a:lnTo>
                <a:lnTo>
                  <a:pt x="1380172" y="135839"/>
                </a:lnTo>
                <a:lnTo>
                  <a:pt x="1383220" y="140411"/>
                </a:lnTo>
                <a:lnTo>
                  <a:pt x="1387792" y="143459"/>
                </a:lnTo>
                <a:lnTo>
                  <a:pt x="1392364" y="144983"/>
                </a:lnTo>
                <a:lnTo>
                  <a:pt x="1401508" y="144983"/>
                </a:lnTo>
                <a:lnTo>
                  <a:pt x="1406080" y="143459"/>
                </a:lnTo>
                <a:lnTo>
                  <a:pt x="1410652" y="140411"/>
                </a:lnTo>
                <a:lnTo>
                  <a:pt x="1413700" y="135839"/>
                </a:lnTo>
                <a:lnTo>
                  <a:pt x="1414208" y="134315"/>
                </a:lnTo>
                <a:lnTo>
                  <a:pt x="1415224" y="131267"/>
                </a:lnTo>
                <a:lnTo>
                  <a:pt x="1415224" y="120599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12698" y="3964685"/>
            <a:ext cx="605790" cy="147955"/>
          </a:xfrm>
          <a:custGeom>
            <a:avLst/>
            <a:gdLst/>
            <a:ahLst/>
            <a:cxnLst/>
            <a:rect l="l" t="t" r="r" b="b"/>
            <a:pathLst>
              <a:path w="605790" h="147954">
                <a:moveTo>
                  <a:pt x="100672" y="57912"/>
                </a:moveTo>
                <a:lnTo>
                  <a:pt x="83908" y="57912"/>
                </a:lnTo>
                <a:lnTo>
                  <a:pt x="83908" y="73253"/>
                </a:lnTo>
                <a:lnTo>
                  <a:pt x="83908" y="80873"/>
                </a:lnTo>
                <a:lnTo>
                  <a:pt x="83908" y="94589"/>
                </a:lnTo>
                <a:lnTo>
                  <a:pt x="83908" y="103733"/>
                </a:lnTo>
                <a:lnTo>
                  <a:pt x="71716" y="103733"/>
                </a:lnTo>
                <a:lnTo>
                  <a:pt x="71716" y="94589"/>
                </a:lnTo>
                <a:lnTo>
                  <a:pt x="83908" y="94589"/>
                </a:lnTo>
                <a:lnTo>
                  <a:pt x="83908" y="80873"/>
                </a:lnTo>
                <a:lnTo>
                  <a:pt x="71716" y="80873"/>
                </a:lnTo>
                <a:lnTo>
                  <a:pt x="71716" y="73253"/>
                </a:lnTo>
                <a:lnTo>
                  <a:pt x="83908" y="73253"/>
                </a:lnTo>
                <a:lnTo>
                  <a:pt x="83908" y="57912"/>
                </a:lnTo>
                <a:lnTo>
                  <a:pt x="54864" y="57912"/>
                </a:lnTo>
                <a:lnTo>
                  <a:pt x="54864" y="147929"/>
                </a:lnTo>
                <a:lnTo>
                  <a:pt x="71716" y="147929"/>
                </a:lnTo>
                <a:lnTo>
                  <a:pt x="71716" y="118973"/>
                </a:lnTo>
                <a:lnTo>
                  <a:pt x="83908" y="118973"/>
                </a:lnTo>
                <a:lnTo>
                  <a:pt x="83908" y="129641"/>
                </a:lnTo>
                <a:lnTo>
                  <a:pt x="73240" y="129641"/>
                </a:lnTo>
                <a:lnTo>
                  <a:pt x="74764" y="137261"/>
                </a:lnTo>
                <a:lnTo>
                  <a:pt x="74764" y="146405"/>
                </a:lnTo>
                <a:lnTo>
                  <a:pt x="96100" y="146405"/>
                </a:lnTo>
                <a:lnTo>
                  <a:pt x="100672" y="141833"/>
                </a:lnTo>
                <a:lnTo>
                  <a:pt x="100672" y="118973"/>
                </a:lnTo>
                <a:lnTo>
                  <a:pt x="100672" y="103733"/>
                </a:lnTo>
                <a:lnTo>
                  <a:pt x="100672" y="94589"/>
                </a:lnTo>
                <a:lnTo>
                  <a:pt x="100672" y="80873"/>
                </a:lnTo>
                <a:lnTo>
                  <a:pt x="100672" y="73253"/>
                </a:lnTo>
                <a:lnTo>
                  <a:pt x="100672" y="57912"/>
                </a:lnTo>
                <a:close/>
              </a:path>
              <a:path w="605790" h="147954">
                <a:moveTo>
                  <a:pt x="117436" y="65532"/>
                </a:moveTo>
                <a:lnTo>
                  <a:pt x="103720" y="65532"/>
                </a:lnTo>
                <a:lnTo>
                  <a:pt x="103720" y="118973"/>
                </a:lnTo>
                <a:lnTo>
                  <a:pt x="117436" y="118973"/>
                </a:lnTo>
                <a:lnTo>
                  <a:pt x="117436" y="65532"/>
                </a:lnTo>
                <a:close/>
              </a:path>
              <a:path w="605790" h="147954">
                <a:moveTo>
                  <a:pt x="140296" y="59436"/>
                </a:moveTo>
                <a:lnTo>
                  <a:pt x="123532" y="59436"/>
                </a:lnTo>
                <a:lnTo>
                  <a:pt x="123532" y="126593"/>
                </a:lnTo>
                <a:lnTo>
                  <a:pt x="122008" y="129641"/>
                </a:lnTo>
                <a:lnTo>
                  <a:pt x="114388" y="129641"/>
                </a:lnTo>
                <a:lnTo>
                  <a:pt x="109816" y="128117"/>
                </a:lnTo>
                <a:lnTo>
                  <a:pt x="105244" y="128117"/>
                </a:lnTo>
                <a:lnTo>
                  <a:pt x="106768" y="134213"/>
                </a:lnTo>
                <a:lnTo>
                  <a:pt x="108292" y="138785"/>
                </a:lnTo>
                <a:lnTo>
                  <a:pt x="108292" y="146405"/>
                </a:lnTo>
                <a:lnTo>
                  <a:pt x="135724" y="146405"/>
                </a:lnTo>
                <a:lnTo>
                  <a:pt x="140296" y="140309"/>
                </a:lnTo>
                <a:lnTo>
                  <a:pt x="140296" y="129641"/>
                </a:lnTo>
                <a:lnTo>
                  <a:pt x="140296" y="59436"/>
                </a:lnTo>
                <a:close/>
              </a:path>
              <a:path w="605790" h="147954">
                <a:moveTo>
                  <a:pt x="149440" y="41148"/>
                </a:moveTo>
                <a:lnTo>
                  <a:pt x="141198" y="36576"/>
                </a:lnTo>
                <a:lnTo>
                  <a:pt x="137680" y="34632"/>
                </a:lnTo>
                <a:lnTo>
                  <a:pt x="127342" y="26670"/>
                </a:lnTo>
                <a:lnTo>
                  <a:pt x="121958" y="21336"/>
                </a:lnTo>
                <a:lnTo>
                  <a:pt x="118148" y="17576"/>
                </a:lnTo>
                <a:lnTo>
                  <a:pt x="109816" y="7620"/>
                </a:lnTo>
                <a:lnTo>
                  <a:pt x="109816" y="36576"/>
                </a:lnTo>
                <a:lnTo>
                  <a:pt x="85432" y="36576"/>
                </a:lnTo>
                <a:lnTo>
                  <a:pt x="88480" y="32004"/>
                </a:lnTo>
                <a:lnTo>
                  <a:pt x="93052" y="27432"/>
                </a:lnTo>
                <a:lnTo>
                  <a:pt x="97624" y="21336"/>
                </a:lnTo>
                <a:lnTo>
                  <a:pt x="102196" y="25908"/>
                </a:lnTo>
                <a:lnTo>
                  <a:pt x="105244" y="32004"/>
                </a:lnTo>
                <a:lnTo>
                  <a:pt x="109816" y="36576"/>
                </a:lnTo>
                <a:lnTo>
                  <a:pt x="109816" y="7620"/>
                </a:lnTo>
                <a:lnTo>
                  <a:pt x="112864" y="1524"/>
                </a:lnTo>
                <a:lnTo>
                  <a:pt x="88480" y="1524"/>
                </a:lnTo>
                <a:lnTo>
                  <a:pt x="82143" y="11506"/>
                </a:lnTo>
                <a:lnTo>
                  <a:pt x="74371" y="20764"/>
                </a:lnTo>
                <a:lnTo>
                  <a:pt x="64871" y="29171"/>
                </a:lnTo>
                <a:lnTo>
                  <a:pt x="53340" y="36576"/>
                </a:lnTo>
                <a:lnTo>
                  <a:pt x="53340" y="19812"/>
                </a:lnTo>
                <a:lnTo>
                  <a:pt x="28956" y="19812"/>
                </a:lnTo>
                <a:lnTo>
                  <a:pt x="30480" y="13716"/>
                </a:lnTo>
                <a:lnTo>
                  <a:pt x="30480" y="9144"/>
                </a:lnTo>
                <a:lnTo>
                  <a:pt x="32004" y="3048"/>
                </a:lnTo>
                <a:lnTo>
                  <a:pt x="15240" y="1524"/>
                </a:lnTo>
                <a:lnTo>
                  <a:pt x="12192" y="13716"/>
                </a:lnTo>
                <a:lnTo>
                  <a:pt x="12192" y="19812"/>
                </a:lnTo>
                <a:lnTo>
                  <a:pt x="0" y="19812"/>
                </a:lnTo>
                <a:lnTo>
                  <a:pt x="0" y="38100"/>
                </a:lnTo>
                <a:lnTo>
                  <a:pt x="9144" y="38100"/>
                </a:lnTo>
                <a:lnTo>
                  <a:pt x="7086" y="46316"/>
                </a:lnTo>
                <a:lnTo>
                  <a:pt x="5334" y="54686"/>
                </a:lnTo>
                <a:lnTo>
                  <a:pt x="3568" y="62788"/>
                </a:lnTo>
                <a:lnTo>
                  <a:pt x="1524" y="70205"/>
                </a:lnTo>
                <a:lnTo>
                  <a:pt x="1524" y="90017"/>
                </a:lnTo>
                <a:lnTo>
                  <a:pt x="24384" y="90017"/>
                </a:lnTo>
                <a:lnTo>
                  <a:pt x="24384" y="103733"/>
                </a:lnTo>
                <a:lnTo>
                  <a:pt x="15240" y="103733"/>
                </a:lnTo>
                <a:lnTo>
                  <a:pt x="6096" y="105257"/>
                </a:lnTo>
                <a:lnTo>
                  <a:pt x="0" y="105257"/>
                </a:lnTo>
                <a:lnTo>
                  <a:pt x="0" y="123545"/>
                </a:lnTo>
                <a:lnTo>
                  <a:pt x="9144" y="123545"/>
                </a:lnTo>
                <a:lnTo>
                  <a:pt x="18288" y="122021"/>
                </a:lnTo>
                <a:lnTo>
                  <a:pt x="24384" y="122021"/>
                </a:lnTo>
                <a:lnTo>
                  <a:pt x="24384" y="147929"/>
                </a:lnTo>
                <a:lnTo>
                  <a:pt x="42672" y="147929"/>
                </a:lnTo>
                <a:lnTo>
                  <a:pt x="42672" y="122021"/>
                </a:lnTo>
                <a:lnTo>
                  <a:pt x="42672" y="120497"/>
                </a:lnTo>
                <a:lnTo>
                  <a:pt x="48768" y="120497"/>
                </a:lnTo>
                <a:lnTo>
                  <a:pt x="50292" y="118973"/>
                </a:lnTo>
                <a:lnTo>
                  <a:pt x="50292" y="102209"/>
                </a:lnTo>
                <a:lnTo>
                  <a:pt x="42672" y="102209"/>
                </a:lnTo>
                <a:lnTo>
                  <a:pt x="42672" y="90017"/>
                </a:lnTo>
                <a:lnTo>
                  <a:pt x="50292" y="90017"/>
                </a:lnTo>
                <a:lnTo>
                  <a:pt x="50292" y="73253"/>
                </a:lnTo>
                <a:lnTo>
                  <a:pt x="42672" y="73253"/>
                </a:lnTo>
                <a:lnTo>
                  <a:pt x="42672" y="47231"/>
                </a:lnTo>
                <a:lnTo>
                  <a:pt x="24384" y="47231"/>
                </a:lnTo>
                <a:lnTo>
                  <a:pt x="24384" y="73253"/>
                </a:lnTo>
                <a:lnTo>
                  <a:pt x="16764" y="73253"/>
                </a:lnTo>
                <a:lnTo>
                  <a:pt x="19024" y="64935"/>
                </a:lnTo>
                <a:lnTo>
                  <a:pt x="21145" y="56210"/>
                </a:lnTo>
                <a:lnTo>
                  <a:pt x="22974" y="47231"/>
                </a:lnTo>
                <a:lnTo>
                  <a:pt x="24384" y="38100"/>
                </a:lnTo>
                <a:lnTo>
                  <a:pt x="50292" y="38100"/>
                </a:lnTo>
                <a:lnTo>
                  <a:pt x="47244" y="41148"/>
                </a:lnTo>
                <a:lnTo>
                  <a:pt x="50292" y="44196"/>
                </a:lnTo>
                <a:lnTo>
                  <a:pt x="53340" y="48768"/>
                </a:lnTo>
                <a:lnTo>
                  <a:pt x="57912" y="56388"/>
                </a:lnTo>
                <a:lnTo>
                  <a:pt x="67056" y="50292"/>
                </a:lnTo>
                <a:lnTo>
                  <a:pt x="70192" y="48768"/>
                </a:lnTo>
                <a:lnTo>
                  <a:pt x="70192" y="51816"/>
                </a:lnTo>
                <a:lnTo>
                  <a:pt x="122008" y="51816"/>
                </a:lnTo>
                <a:lnTo>
                  <a:pt x="122008" y="48768"/>
                </a:lnTo>
                <a:lnTo>
                  <a:pt x="122008" y="47256"/>
                </a:lnTo>
                <a:lnTo>
                  <a:pt x="126580" y="50292"/>
                </a:lnTo>
                <a:lnTo>
                  <a:pt x="132676" y="53340"/>
                </a:lnTo>
                <a:lnTo>
                  <a:pt x="137248" y="56388"/>
                </a:lnTo>
                <a:lnTo>
                  <a:pt x="141820" y="50292"/>
                </a:lnTo>
                <a:lnTo>
                  <a:pt x="143357" y="47231"/>
                </a:lnTo>
                <a:lnTo>
                  <a:pt x="144868" y="44196"/>
                </a:lnTo>
                <a:lnTo>
                  <a:pt x="149440" y="41148"/>
                </a:lnTo>
                <a:close/>
              </a:path>
              <a:path w="605790" h="147954">
                <a:moveTo>
                  <a:pt x="292785" y="83921"/>
                </a:moveTo>
                <a:lnTo>
                  <a:pt x="271449" y="83921"/>
                </a:lnTo>
                <a:lnTo>
                  <a:pt x="271449" y="120497"/>
                </a:lnTo>
                <a:lnTo>
                  <a:pt x="237921" y="120497"/>
                </a:lnTo>
                <a:lnTo>
                  <a:pt x="237921" y="71729"/>
                </a:lnTo>
                <a:lnTo>
                  <a:pt x="286689" y="71729"/>
                </a:lnTo>
                <a:lnTo>
                  <a:pt x="286689" y="13716"/>
                </a:lnTo>
                <a:lnTo>
                  <a:pt x="266877" y="13716"/>
                </a:lnTo>
                <a:lnTo>
                  <a:pt x="266877" y="51816"/>
                </a:lnTo>
                <a:lnTo>
                  <a:pt x="237921" y="51816"/>
                </a:lnTo>
                <a:lnTo>
                  <a:pt x="237921" y="1524"/>
                </a:lnTo>
                <a:lnTo>
                  <a:pt x="215061" y="1524"/>
                </a:lnTo>
                <a:lnTo>
                  <a:pt x="215061" y="51816"/>
                </a:lnTo>
                <a:lnTo>
                  <a:pt x="186016" y="51816"/>
                </a:lnTo>
                <a:lnTo>
                  <a:pt x="186016" y="13716"/>
                </a:lnTo>
                <a:lnTo>
                  <a:pt x="166204" y="13716"/>
                </a:lnTo>
                <a:lnTo>
                  <a:pt x="166204" y="71729"/>
                </a:lnTo>
                <a:lnTo>
                  <a:pt x="215061" y="71729"/>
                </a:lnTo>
                <a:lnTo>
                  <a:pt x="215061" y="120497"/>
                </a:lnTo>
                <a:lnTo>
                  <a:pt x="181444" y="120497"/>
                </a:lnTo>
                <a:lnTo>
                  <a:pt x="181444" y="83921"/>
                </a:lnTo>
                <a:lnTo>
                  <a:pt x="160108" y="83921"/>
                </a:lnTo>
                <a:lnTo>
                  <a:pt x="160108" y="140309"/>
                </a:lnTo>
                <a:lnTo>
                  <a:pt x="271449" y="140309"/>
                </a:lnTo>
                <a:lnTo>
                  <a:pt x="271449" y="147929"/>
                </a:lnTo>
                <a:lnTo>
                  <a:pt x="292785" y="147929"/>
                </a:lnTo>
                <a:lnTo>
                  <a:pt x="292785" y="83921"/>
                </a:lnTo>
                <a:close/>
              </a:path>
              <a:path w="605790" h="147954">
                <a:moveTo>
                  <a:pt x="442239" y="86969"/>
                </a:moveTo>
                <a:lnTo>
                  <a:pt x="422427" y="86969"/>
                </a:lnTo>
                <a:lnTo>
                  <a:pt x="422427" y="105257"/>
                </a:lnTo>
                <a:lnTo>
                  <a:pt x="422427" y="122021"/>
                </a:lnTo>
                <a:lnTo>
                  <a:pt x="382803" y="122021"/>
                </a:lnTo>
                <a:lnTo>
                  <a:pt x="382803" y="105257"/>
                </a:lnTo>
                <a:lnTo>
                  <a:pt x="422427" y="105257"/>
                </a:lnTo>
                <a:lnTo>
                  <a:pt x="422427" y="86969"/>
                </a:lnTo>
                <a:lnTo>
                  <a:pt x="362991" y="86969"/>
                </a:lnTo>
                <a:lnTo>
                  <a:pt x="362991" y="147929"/>
                </a:lnTo>
                <a:lnTo>
                  <a:pt x="382803" y="147929"/>
                </a:lnTo>
                <a:lnTo>
                  <a:pt x="382803" y="140309"/>
                </a:lnTo>
                <a:lnTo>
                  <a:pt x="422427" y="140309"/>
                </a:lnTo>
                <a:lnTo>
                  <a:pt x="422427" y="147929"/>
                </a:lnTo>
                <a:lnTo>
                  <a:pt x="442239" y="147929"/>
                </a:lnTo>
                <a:lnTo>
                  <a:pt x="442239" y="140309"/>
                </a:lnTo>
                <a:lnTo>
                  <a:pt x="442239" y="122021"/>
                </a:lnTo>
                <a:lnTo>
                  <a:pt x="442239" y="105257"/>
                </a:lnTo>
                <a:lnTo>
                  <a:pt x="442239" y="86969"/>
                </a:lnTo>
                <a:close/>
              </a:path>
              <a:path w="605790" h="147954">
                <a:moveTo>
                  <a:pt x="452907" y="67056"/>
                </a:moveTo>
                <a:lnTo>
                  <a:pt x="444068" y="65659"/>
                </a:lnTo>
                <a:lnTo>
                  <a:pt x="435952" y="63817"/>
                </a:lnTo>
                <a:lnTo>
                  <a:pt x="428688" y="61709"/>
                </a:lnTo>
                <a:lnTo>
                  <a:pt x="422427" y="59436"/>
                </a:lnTo>
                <a:lnTo>
                  <a:pt x="428993" y="54089"/>
                </a:lnTo>
                <a:lnTo>
                  <a:pt x="431038" y="51816"/>
                </a:lnTo>
                <a:lnTo>
                  <a:pt x="435000" y="47434"/>
                </a:lnTo>
                <a:lnTo>
                  <a:pt x="440423" y="39941"/>
                </a:lnTo>
                <a:lnTo>
                  <a:pt x="445287" y="32004"/>
                </a:lnTo>
                <a:lnTo>
                  <a:pt x="445287" y="15240"/>
                </a:lnTo>
                <a:lnTo>
                  <a:pt x="422427" y="15240"/>
                </a:lnTo>
                <a:lnTo>
                  <a:pt x="422427" y="32004"/>
                </a:lnTo>
                <a:lnTo>
                  <a:pt x="418693" y="37465"/>
                </a:lnTo>
                <a:lnTo>
                  <a:pt x="414235" y="42481"/>
                </a:lnTo>
                <a:lnTo>
                  <a:pt x="408927" y="47231"/>
                </a:lnTo>
                <a:lnTo>
                  <a:pt x="402615" y="51816"/>
                </a:lnTo>
                <a:lnTo>
                  <a:pt x="396494" y="47231"/>
                </a:lnTo>
                <a:lnTo>
                  <a:pt x="390423" y="41148"/>
                </a:lnTo>
                <a:lnTo>
                  <a:pt x="388594" y="38100"/>
                </a:lnTo>
                <a:lnTo>
                  <a:pt x="385851" y="33528"/>
                </a:lnTo>
                <a:lnTo>
                  <a:pt x="385851" y="59436"/>
                </a:lnTo>
                <a:lnTo>
                  <a:pt x="378777" y="61709"/>
                </a:lnTo>
                <a:lnTo>
                  <a:pt x="370979" y="64008"/>
                </a:lnTo>
                <a:lnTo>
                  <a:pt x="362661" y="66294"/>
                </a:lnTo>
                <a:lnTo>
                  <a:pt x="353745" y="68580"/>
                </a:lnTo>
                <a:lnTo>
                  <a:pt x="341553" y="60960"/>
                </a:lnTo>
                <a:lnTo>
                  <a:pt x="341553" y="47231"/>
                </a:lnTo>
                <a:lnTo>
                  <a:pt x="353733" y="47231"/>
                </a:lnTo>
                <a:lnTo>
                  <a:pt x="356895" y="50292"/>
                </a:lnTo>
                <a:lnTo>
                  <a:pt x="359943" y="53340"/>
                </a:lnTo>
                <a:lnTo>
                  <a:pt x="362991" y="57912"/>
                </a:lnTo>
                <a:lnTo>
                  <a:pt x="366039" y="54864"/>
                </a:lnTo>
                <a:lnTo>
                  <a:pt x="370611" y="51816"/>
                </a:lnTo>
                <a:lnTo>
                  <a:pt x="373659" y="47256"/>
                </a:lnTo>
                <a:lnTo>
                  <a:pt x="376707" y="51816"/>
                </a:lnTo>
                <a:lnTo>
                  <a:pt x="381279" y="56388"/>
                </a:lnTo>
                <a:lnTo>
                  <a:pt x="385851" y="59436"/>
                </a:lnTo>
                <a:lnTo>
                  <a:pt x="385851" y="33528"/>
                </a:lnTo>
                <a:lnTo>
                  <a:pt x="385851" y="32004"/>
                </a:lnTo>
                <a:lnTo>
                  <a:pt x="422427" y="32004"/>
                </a:lnTo>
                <a:lnTo>
                  <a:pt x="422427" y="15240"/>
                </a:lnTo>
                <a:lnTo>
                  <a:pt x="398043" y="15240"/>
                </a:lnTo>
                <a:lnTo>
                  <a:pt x="399567" y="12192"/>
                </a:lnTo>
                <a:lnTo>
                  <a:pt x="402615" y="7620"/>
                </a:lnTo>
                <a:lnTo>
                  <a:pt x="404139" y="3048"/>
                </a:lnTo>
                <a:lnTo>
                  <a:pt x="382803" y="0"/>
                </a:lnTo>
                <a:lnTo>
                  <a:pt x="377685" y="10033"/>
                </a:lnTo>
                <a:lnTo>
                  <a:pt x="371563" y="19621"/>
                </a:lnTo>
                <a:lnTo>
                  <a:pt x="364591" y="28943"/>
                </a:lnTo>
                <a:lnTo>
                  <a:pt x="356895" y="38100"/>
                </a:lnTo>
                <a:lnTo>
                  <a:pt x="356895" y="27432"/>
                </a:lnTo>
                <a:lnTo>
                  <a:pt x="341553" y="27432"/>
                </a:lnTo>
                <a:lnTo>
                  <a:pt x="341553" y="1524"/>
                </a:lnTo>
                <a:lnTo>
                  <a:pt x="323265" y="1524"/>
                </a:lnTo>
                <a:lnTo>
                  <a:pt x="323265" y="27432"/>
                </a:lnTo>
                <a:lnTo>
                  <a:pt x="304977" y="27432"/>
                </a:lnTo>
                <a:lnTo>
                  <a:pt x="304977" y="47231"/>
                </a:lnTo>
                <a:lnTo>
                  <a:pt x="321754" y="47231"/>
                </a:lnTo>
                <a:lnTo>
                  <a:pt x="321691" y="47434"/>
                </a:lnTo>
                <a:lnTo>
                  <a:pt x="318909" y="57531"/>
                </a:lnTo>
                <a:lnTo>
                  <a:pt x="315074" y="67678"/>
                </a:lnTo>
                <a:lnTo>
                  <a:pt x="310388" y="77546"/>
                </a:lnTo>
                <a:lnTo>
                  <a:pt x="304977" y="86969"/>
                </a:lnTo>
                <a:lnTo>
                  <a:pt x="307263" y="100114"/>
                </a:lnTo>
                <a:lnTo>
                  <a:pt x="308406" y="106895"/>
                </a:lnTo>
                <a:lnTo>
                  <a:pt x="309549" y="114401"/>
                </a:lnTo>
                <a:lnTo>
                  <a:pt x="323265" y="86969"/>
                </a:lnTo>
                <a:lnTo>
                  <a:pt x="323265" y="147929"/>
                </a:lnTo>
                <a:lnTo>
                  <a:pt x="341553" y="147929"/>
                </a:lnTo>
                <a:lnTo>
                  <a:pt x="341553" y="86969"/>
                </a:lnTo>
                <a:lnTo>
                  <a:pt x="341553" y="83921"/>
                </a:lnTo>
                <a:lnTo>
                  <a:pt x="344601" y="85445"/>
                </a:lnTo>
                <a:lnTo>
                  <a:pt x="347649" y="88493"/>
                </a:lnTo>
                <a:lnTo>
                  <a:pt x="350697" y="90017"/>
                </a:lnTo>
                <a:lnTo>
                  <a:pt x="355650" y="83921"/>
                </a:lnTo>
                <a:lnTo>
                  <a:pt x="356895" y="82397"/>
                </a:lnTo>
                <a:lnTo>
                  <a:pt x="358419" y="86969"/>
                </a:lnTo>
                <a:lnTo>
                  <a:pt x="371322" y="83515"/>
                </a:lnTo>
                <a:lnTo>
                  <a:pt x="374904" y="82397"/>
                </a:lnTo>
                <a:lnTo>
                  <a:pt x="382803" y="79921"/>
                </a:lnTo>
                <a:lnTo>
                  <a:pt x="393141" y="76034"/>
                </a:lnTo>
                <a:lnTo>
                  <a:pt x="402615" y="71729"/>
                </a:lnTo>
                <a:lnTo>
                  <a:pt x="412330" y="76034"/>
                </a:lnTo>
                <a:lnTo>
                  <a:pt x="423189" y="79921"/>
                </a:lnTo>
                <a:lnTo>
                  <a:pt x="435190" y="83515"/>
                </a:lnTo>
                <a:lnTo>
                  <a:pt x="448335" y="86969"/>
                </a:lnTo>
                <a:lnTo>
                  <a:pt x="449859" y="79349"/>
                </a:lnTo>
                <a:lnTo>
                  <a:pt x="451751" y="71729"/>
                </a:lnTo>
                <a:lnTo>
                  <a:pt x="452526" y="68580"/>
                </a:lnTo>
                <a:lnTo>
                  <a:pt x="452907" y="67056"/>
                </a:lnTo>
                <a:close/>
              </a:path>
              <a:path w="605790" h="147954">
                <a:moveTo>
                  <a:pt x="538353" y="106781"/>
                </a:moveTo>
                <a:lnTo>
                  <a:pt x="509397" y="111353"/>
                </a:lnTo>
                <a:lnTo>
                  <a:pt x="509397" y="82397"/>
                </a:lnTo>
                <a:lnTo>
                  <a:pt x="532257" y="82397"/>
                </a:lnTo>
                <a:lnTo>
                  <a:pt x="532257" y="62484"/>
                </a:lnTo>
                <a:lnTo>
                  <a:pt x="463575" y="62484"/>
                </a:lnTo>
                <a:lnTo>
                  <a:pt x="463575" y="82397"/>
                </a:lnTo>
                <a:lnTo>
                  <a:pt x="487959" y="82397"/>
                </a:lnTo>
                <a:lnTo>
                  <a:pt x="487959" y="114401"/>
                </a:lnTo>
                <a:lnTo>
                  <a:pt x="457479" y="117449"/>
                </a:lnTo>
                <a:lnTo>
                  <a:pt x="460527" y="140309"/>
                </a:lnTo>
                <a:lnTo>
                  <a:pt x="538353" y="128117"/>
                </a:lnTo>
                <a:lnTo>
                  <a:pt x="538353" y="111353"/>
                </a:lnTo>
                <a:lnTo>
                  <a:pt x="538353" y="106781"/>
                </a:lnTo>
                <a:close/>
              </a:path>
              <a:path w="605790" h="147954">
                <a:moveTo>
                  <a:pt x="605409" y="106781"/>
                </a:moveTo>
                <a:lnTo>
                  <a:pt x="593217" y="100685"/>
                </a:lnTo>
                <a:lnTo>
                  <a:pt x="585597" y="96113"/>
                </a:lnTo>
                <a:lnTo>
                  <a:pt x="585597" y="103733"/>
                </a:lnTo>
                <a:lnTo>
                  <a:pt x="584073" y="109829"/>
                </a:lnTo>
                <a:lnTo>
                  <a:pt x="582549" y="114401"/>
                </a:lnTo>
                <a:lnTo>
                  <a:pt x="582549" y="120497"/>
                </a:lnTo>
                <a:lnTo>
                  <a:pt x="581025" y="123545"/>
                </a:lnTo>
                <a:lnTo>
                  <a:pt x="579501" y="123545"/>
                </a:lnTo>
                <a:lnTo>
                  <a:pt x="579501" y="125069"/>
                </a:lnTo>
                <a:lnTo>
                  <a:pt x="574929" y="125069"/>
                </a:lnTo>
                <a:lnTo>
                  <a:pt x="570357" y="120497"/>
                </a:lnTo>
                <a:lnTo>
                  <a:pt x="567309" y="109829"/>
                </a:lnTo>
                <a:lnTo>
                  <a:pt x="564159" y="100685"/>
                </a:lnTo>
                <a:lnTo>
                  <a:pt x="561594" y="87147"/>
                </a:lnTo>
                <a:lnTo>
                  <a:pt x="559587" y="69278"/>
                </a:lnTo>
                <a:lnTo>
                  <a:pt x="558165" y="47244"/>
                </a:lnTo>
                <a:lnTo>
                  <a:pt x="602361" y="47244"/>
                </a:lnTo>
                <a:lnTo>
                  <a:pt x="602361" y="27432"/>
                </a:lnTo>
                <a:lnTo>
                  <a:pt x="587121" y="27432"/>
                </a:lnTo>
                <a:lnTo>
                  <a:pt x="594741" y="21336"/>
                </a:lnTo>
                <a:lnTo>
                  <a:pt x="591045" y="15887"/>
                </a:lnTo>
                <a:lnTo>
                  <a:pt x="586930" y="10858"/>
                </a:lnTo>
                <a:lnTo>
                  <a:pt x="582523" y="6121"/>
                </a:lnTo>
                <a:lnTo>
                  <a:pt x="577977" y="1524"/>
                </a:lnTo>
                <a:lnTo>
                  <a:pt x="564261" y="12192"/>
                </a:lnTo>
                <a:lnTo>
                  <a:pt x="573405" y="21336"/>
                </a:lnTo>
                <a:lnTo>
                  <a:pt x="577977" y="27432"/>
                </a:lnTo>
                <a:lnTo>
                  <a:pt x="556641" y="27432"/>
                </a:lnTo>
                <a:lnTo>
                  <a:pt x="556615" y="21336"/>
                </a:lnTo>
                <a:lnTo>
                  <a:pt x="556488" y="15887"/>
                </a:lnTo>
                <a:lnTo>
                  <a:pt x="556450" y="13906"/>
                </a:lnTo>
                <a:lnTo>
                  <a:pt x="556323" y="12192"/>
                </a:lnTo>
                <a:lnTo>
                  <a:pt x="556234" y="10858"/>
                </a:lnTo>
                <a:lnTo>
                  <a:pt x="555993" y="7505"/>
                </a:lnTo>
                <a:lnTo>
                  <a:pt x="555117" y="1524"/>
                </a:lnTo>
                <a:lnTo>
                  <a:pt x="533781" y="1524"/>
                </a:lnTo>
                <a:lnTo>
                  <a:pt x="535305" y="27432"/>
                </a:lnTo>
                <a:lnTo>
                  <a:pt x="457479" y="27432"/>
                </a:lnTo>
                <a:lnTo>
                  <a:pt x="457479" y="47244"/>
                </a:lnTo>
                <a:lnTo>
                  <a:pt x="536829" y="47244"/>
                </a:lnTo>
                <a:lnTo>
                  <a:pt x="538518" y="71882"/>
                </a:lnTo>
                <a:lnTo>
                  <a:pt x="544753" y="110782"/>
                </a:lnTo>
                <a:lnTo>
                  <a:pt x="568121" y="146405"/>
                </a:lnTo>
                <a:lnTo>
                  <a:pt x="567664" y="146405"/>
                </a:lnTo>
                <a:lnTo>
                  <a:pt x="577977" y="147929"/>
                </a:lnTo>
                <a:lnTo>
                  <a:pt x="585597" y="147929"/>
                </a:lnTo>
                <a:lnTo>
                  <a:pt x="591693" y="146405"/>
                </a:lnTo>
                <a:lnTo>
                  <a:pt x="594741" y="140309"/>
                </a:lnTo>
                <a:lnTo>
                  <a:pt x="597903" y="135712"/>
                </a:lnTo>
                <a:lnTo>
                  <a:pt x="600646" y="128689"/>
                </a:lnTo>
                <a:lnTo>
                  <a:pt x="601560" y="125069"/>
                </a:lnTo>
                <a:lnTo>
                  <a:pt x="603097" y="119087"/>
                </a:lnTo>
                <a:lnTo>
                  <a:pt x="605409" y="106781"/>
                </a:lnTo>
                <a:close/>
              </a:path>
            </a:pathLst>
          </a:custGeom>
          <a:solidFill>
            <a:srgbClr val="1D3FA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1032510" y="4226940"/>
            <a:ext cx="170815" cy="120650"/>
            <a:chOff x="1032510" y="4226940"/>
            <a:chExt cx="170815" cy="120650"/>
          </a:xfrm>
        </p:grpSpPr>
        <p:sp>
          <p:nvSpPr>
            <p:cNvPr id="40" name="object 40"/>
            <p:cNvSpPr/>
            <p:nvPr/>
          </p:nvSpPr>
          <p:spPr>
            <a:xfrm>
              <a:off x="1032510" y="4226940"/>
              <a:ext cx="32384" cy="120650"/>
            </a:xfrm>
            <a:custGeom>
              <a:avLst/>
              <a:gdLst/>
              <a:ahLst/>
              <a:cxnLst/>
              <a:rect l="l" t="t" r="r" b="b"/>
              <a:pathLst>
                <a:path w="32384" h="120650">
                  <a:moveTo>
                    <a:pt x="32004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0" y="111760"/>
                  </a:lnTo>
                  <a:lnTo>
                    <a:pt x="0" y="120650"/>
                  </a:lnTo>
                  <a:lnTo>
                    <a:pt x="32004" y="120650"/>
                  </a:lnTo>
                  <a:lnTo>
                    <a:pt x="32004" y="111760"/>
                  </a:lnTo>
                  <a:lnTo>
                    <a:pt x="10668" y="111760"/>
                  </a:lnTo>
                  <a:lnTo>
                    <a:pt x="10668" y="8890"/>
                  </a:lnTo>
                  <a:lnTo>
                    <a:pt x="32004" y="8890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88993" y="4256055"/>
              <a:ext cx="64008" cy="6553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1172813" y="4300251"/>
              <a:ext cx="30480" cy="43180"/>
            </a:xfrm>
            <a:custGeom>
              <a:avLst/>
              <a:gdLst/>
              <a:ahLst/>
              <a:cxnLst/>
              <a:rect l="l" t="t" r="r" b="b"/>
              <a:pathLst>
                <a:path w="30480" h="43179">
                  <a:moveTo>
                    <a:pt x="9144" y="42767"/>
                  </a:moveTo>
                  <a:lnTo>
                    <a:pt x="0" y="42767"/>
                  </a:lnTo>
                  <a:lnTo>
                    <a:pt x="0" y="33623"/>
                  </a:lnTo>
                  <a:lnTo>
                    <a:pt x="7620" y="33623"/>
                  </a:lnTo>
                  <a:lnTo>
                    <a:pt x="10668" y="32099"/>
                  </a:lnTo>
                  <a:lnTo>
                    <a:pt x="12192" y="32099"/>
                  </a:lnTo>
                  <a:lnTo>
                    <a:pt x="13716" y="30575"/>
                  </a:lnTo>
                  <a:lnTo>
                    <a:pt x="13716" y="29051"/>
                  </a:lnTo>
                  <a:lnTo>
                    <a:pt x="16764" y="26003"/>
                  </a:lnTo>
                  <a:lnTo>
                    <a:pt x="16764" y="19812"/>
                  </a:lnTo>
                  <a:lnTo>
                    <a:pt x="15240" y="18288"/>
                  </a:lnTo>
                  <a:lnTo>
                    <a:pt x="15240" y="16764"/>
                  </a:lnTo>
                  <a:lnTo>
                    <a:pt x="12192" y="13716"/>
                  </a:lnTo>
                  <a:lnTo>
                    <a:pt x="12192" y="12192"/>
                  </a:lnTo>
                  <a:lnTo>
                    <a:pt x="10668" y="12192"/>
                  </a:lnTo>
                  <a:lnTo>
                    <a:pt x="10668" y="6096"/>
                  </a:lnTo>
                  <a:lnTo>
                    <a:pt x="12192" y="4572"/>
                  </a:lnTo>
                  <a:lnTo>
                    <a:pt x="12192" y="3048"/>
                  </a:lnTo>
                  <a:lnTo>
                    <a:pt x="15240" y="0"/>
                  </a:lnTo>
                  <a:lnTo>
                    <a:pt x="22860" y="0"/>
                  </a:lnTo>
                  <a:lnTo>
                    <a:pt x="24384" y="1524"/>
                  </a:lnTo>
                  <a:lnTo>
                    <a:pt x="25908" y="1524"/>
                  </a:lnTo>
                  <a:lnTo>
                    <a:pt x="25908" y="3048"/>
                  </a:lnTo>
                  <a:lnTo>
                    <a:pt x="27432" y="3048"/>
                  </a:lnTo>
                  <a:lnTo>
                    <a:pt x="28956" y="4572"/>
                  </a:lnTo>
                  <a:lnTo>
                    <a:pt x="28956" y="6096"/>
                  </a:lnTo>
                  <a:lnTo>
                    <a:pt x="30480" y="9144"/>
                  </a:lnTo>
                  <a:lnTo>
                    <a:pt x="30480" y="22860"/>
                  </a:lnTo>
                  <a:lnTo>
                    <a:pt x="28956" y="26003"/>
                  </a:lnTo>
                  <a:lnTo>
                    <a:pt x="25908" y="32099"/>
                  </a:lnTo>
                  <a:lnTo>
                    <a:pt x="22860" y="35147"/>
                  </a:lnTo>
                  <a:lnTo>
                    <a:pt x="19812" y="36671"/>
                  </a:lnTo>
                  <a:lnTo>
                    <a:pt x="16764" y="39719"/>
                  </a:lnTo>
                  <a:lnTo>
                    <a:pt x="13716" y="41243"/>
                  </a:lnTo>
                  <a:lnTo>
                    <a:pt x="9144" y="42767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1307020" y="4256055"/>
            <a:ext cx="116205" cy="92075"/>
            <a:chOff x="1307020" y="4256055"/>
            <a:chExt cx="116205" cy="92075"/>
          </a:xfrm>
        </p:grpSpPr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307020" y="4256055"/>
              <a:ext cx="65627" cy="9153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392459" y="4300251"/>
              <a:ext cx="30480" cy="43180"/>
            </a:xfrm>
            <a:custGeom>
              <a:avLst/>
              <a:gdLst/>
              <a:ahLst/>
              <a:cxnLst/>
              <a:rect l="l" t="t" r="r" b="b"/>
              <a:pathLst>
                <a:path w="30480" h="43179">
                  <a:moveTo>
                    <a:pt x="24384" y="1524"/>
                  </a:moveTo>
                  <a:lnTo>
                    <a:pt x="15240" y="1524"/>
                  </a:lnTo>
                  <a:lnTo>
                    <a:pt x="15240" y="0"/>
                  </a:lnTo>
                  <a:lnTo>
                    <a:pt x="22860" y="0"/>
                  </a:lnTo>
                  <a:lnTo>
                    <a:pt x="24384" y="1524"/>
                  </a:lnTo>
                  <a:close/>
                </a:path>
                <a:path w="30480" h="43179">
                  <a:moveTo>
                    <a:pt x="9144" y="42767"/>
                  </a:moveTo>
                  <a:lnTo>
                    <a:pt x="0" y="42767"/>
                  </a:lnTo>
                  <a:lnTo>
                    <a:pt x="0" y="33623"/>
                  </a:lnTo>
                  <a:lnTo>
                    <a:pt x="7620" y="33623"/>
                  </a:lnTo>
                  <a:lnTo>
                    <a:pt x="10668" y="32099"/>
                  </a:lnTo>
                  <a:lnTo>
                    <a:pt x="12192" y="32099"/>
                  </a:lnTo>
                  <a:lnTo>
                    <a:pt x="15240" y="29051"/>
                  </a:lnTo>
                  <a:lnTo>
                    <a:pt x="15240" y="27527"/>
                  </a:lnTo>
                  <a:lnTo>
                    <a:pt x="16764" y="26003"/>
                  </a:lnTo>
                  <a:lnTo>
                    <a:pt x="16764" y="18288"/>
                  </a:lnTo>
                  <a:lnTo>
                    <a:pt x="15240" y="18288"/>
                  </a:lnTo>
                  <a:lnTo>
                    <a:pt x="15240" y="16764"/>
                  </a:lnTo>
                  <a:lnTo>
                    <a:pt x="12192" y="13716"/>
                  </a:lnTo>
                  <a:lnTo>
                    <a:pt x="12192" y="12192"/>
                  </a:lnTo>
                  <a:lnTo>
                    <a:pt x="10668" y="12192"/>
                  </a:lnTo>
                  <a:lnTo>
                    <a:pt x="10668" y="6096"/>
                  </a:lnTo>
                  <a:lnTo>
                    <a:pt x="12192" y="4572"/>
                  </a:lnTo>
                  <a:lnTo>
                    <a:pt x="12192" y="3048"/>
                  </a:lnTo>
                  <a:lnTo>
                    <a:pt x="13716" y="3048"/>
                  </a:lnTo>
                  <a:lnTo>
                    <a:pt x="13716" y="1524"/>
                  </a:lnTo>
                  <a:lnTo>
                    <a:pt x="25908" y="1524"/>
                  </a:lnTo>
                  <a:lnTo>
                    <a:pt x="28956" y="4572"/>
                  </a:lnTo>
                  <a:lnTo>
                    <a:pt x="28956" y="6096"/>
                  </a:lnTo>
                  <a:lnTo>
                    <a:pt x="30480" y="9144"/>
                  </a:lnTo>
                  <a:lnTo>
                    <a:pt x="30480" y="22860"/>
                  </a:lnTo>
                  <a:lnTo>
                    <a:pt x="28956" y="26003"/>
                  </a:lnTo>
                  <a:lnTo>
                    <a:pt x="25908" y="32099"/>
                  </a:lnTo>
                  <a:lnTo>
                    <a:pt x="21336" y="36671"/>
                  </a:lnTo>
                  <a:lnTo>
                    <a:pt x="16764" y="39719"/>
                  </a:lnTo>
                  <a:lnTo>
                    <a:pt x="13716" y="41243"/>
                  </a:lnTo>
                  <a:lnTo>
                    <a:pt x="9144" y="42767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1534286" y="4226940"/>
            <a:ext cx="332740" cy="120650"/>
            <a:chOff x="1534286" y="4226940"/>
            <a:chExt cx="332740" cy="120650"/>
          </a:xfrm>
        </p:grpSpPr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534286" y="4228623"/>
              <a:ext cx="277558" cy="9296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834692" y="4226940"/>
              <a:ext cx="32384" cy="120650"/>
            </a:xfrm>
            <a:custGeom>
              <a:avLst/>
              <a:gdLst/>
              <a:ahLst/>
              <a:cxnLst/>
              <a:rect l="l" t="t" r="r" b="b"/>
              <a:pathLst>
                <a:path w="32385" h="120650">
                  <a:moveTo>
                    <a:pt x="32004" y="0"/>
                  </a:moveTo>
                  <a:lnTo>
                    <a:pt x="0" y="0"/>
                  </a:lnTo>
                  <a:lnTo>
                    <a:pt x="0" y="8890"/>
                  </a:lnTo>
                  <a:lnTo>
                    <a:pt x="21336" y="8890"/>
                  </a:lnTo>
                  <a:lnTo>
                    <a:pt x="21336" y="111760"/>
                  </a:lnTo>
                  <a:lnTo>
                    <a:pt x="0" y="111760"/>
                  </a:lnTo>
                  <a:lnTo>
                    <a:pt x="0" y="120650"/>
                  </a:lnTo>
                  <a:lnTo>
                    <a:pt x="32004" y="120650"/>
                  </a:lnTo>
                  <a:lnTo>
                    <a:pt x="32004" y="111760"/>
                  </a:lnTo>
                  <a:lnTo>
                    <a:pt x="32004" y="8890"/>
                  </a:lnTo>
                  <a:lnTo>
                    <a:pt x="32004" y="0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1973484" y="4228624"/>
            <a:ext cx="52069" cy="56515"/>
          </a:xfrm>
          <a:custGeom>
            <a:avLst/>
            <a:gdLst/>
            <a:ahLst/>
            <a:cxnLst/>
            <a:rect l="l" t="t" r="r" b="b"/>
            <a:pathLst>
              <a:path w="52069" h="56514">
                <a:moveTo>
                  <a:pt x="30480" y="56387"/>
                </a:moveTo>
                <a:lnTo>
                  <a:pt x="21336" y="56387"/>
                </a:lnTo>
                <a:lnTo>
                  <a:pt x="22860" y="33528"/>
                </a:lnTo>
                <a:lnTo>
                  <a:pt x="4572" y="45720"/>
                </a:lnTo>
                <a:lnTo>
                  <a:pt x="0" y="38100"/>
                </a:lnTo>
                <a:lnTo>
                  <a:pt x="19812" y="27432"/>
                </a:lnTo>
                <a:lnTo>
                  <a:pt x="0" y="18288"/>
                </a:lnTo>
                <a:lnTo>
                  <a:pt x="4572" y="10667"/>
                </a:lnTo>
                <a:lnTo>
                  <a:pt x="22860" y="22859"/>
                </a:lnTo>
                <a:lnTo>
                  <a:pt x="21336" y="0"/>
                </a:lnTo>
                <a:lnTo>
                  <a:pt x="30480" y="0"/>
                </a:lnTo>
                <a:lnTo>
                  <a:pt x="28956" y="22859"/>
                </a:lnTo>
                <a:lnTo>
                  <a:pt x="47244" y="10667"/>
                </a:lnTo>
                <a:lnTo>
                  <a:pt x="51816" y="18288"/>
                </a:lnTo>
                <a:lnTo>
                  <a:pt x="32004" y="28956"/>
                </a:lnTo>
                <a:lnTo>
                  <a:pt x="51816" y="38100"/>
                </a:lnTo>
                <a:lnTo>
                  <a:pt x="47244" y="45720"/>
                </a:lnTo>
                <a:lnTo>
                  <a:pt x="28956" y="33528"/>
                </a:lnTo>
                <a:lnTo>
                  <a:pt x="30480" y="56387"/>
                </a:lnTo>
                <a:close/>
              </a:path>
            </a:pathLst>
          </a:custGeom>
          <a:solidFill>
            <a:srgbClr val="1C4DD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0" name="object 5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118360" y="4236243"/>
            <a:ext cx="129635" cy="85344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2339435" y="4228623"/>
            <a:ext cx="418465" cy="119380"/>
            <a:chOff x="2339435" y="4228623"/>
            <a:chExt cx="418465" cy="119380"/>
          </a:xfrm>
        </p:grpSpPr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339435" y="4228623"/>
              <a:ext cx="199834" cy="11896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559081" y="4234719"/>
              <a:ext cx="126587" cy="8686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707005" y="4254531"/>
              <a:ext cx="50800" cy="67310"/>
            </a:xfrm>
            <a:custGeom>
              <a:avLst/>
              <a:gdLst/>
              <a:ahLst/>
              <a:cxnLst/>
              <a:rect l="l" t="t" r="r" b="b"/>
              <a:pathLst>
                <a:path w="50800" h="67310">
                  <a:moveTo>
                    <a:pt x="47244" y="57912"/>
                  </a:moveTo>
                  <a:lnTo>
                    <a:pt x="32004" y="57912"/>
                  </a:lnTo>
                  <a:lnTo>
                    <a:pt x="38100" y="54864"/>
                  </a:lnTo>
                  <a:lnTo>
                    <a:pt x="38100" y="45720"/>
                  </a:lnTo>
                  <a:lnTo>
                    <a:pt x="35052" y="42672"/>
                  </a:lnTo>
                  <a:lnTo>
                    <a:pt x="33528" y="42672"/>
                  </a:lnTo>
                  <a:lnTo>
                    <a:pt x="30480" y="41148"/>
                  </a:lnTo>
                  <a:lnTo>
                    <a:pt x="28956" y="39624"/>
                  </a:lnTo>
                  <a:lnTo>
                    <a:pt x="25908" y="39624"/>
                  </a:lnTo>
                  <a:lnTo>
                    <a:pt x="21336" y="38100"/>
                  </a:lnTo>
                  <a:lnTo>
                    <a:pt x="18288" y="36576"/>
                  </a:lnTo>
                  <a:lnTo>
                    <a:pt x="15240" y="36576"/>
                  </a:lnTo>
                  <a:lnTo>
                    <a:pt x="13716" y="35052"/>
                  </a:lnTo>
                  <a:lnTo>
                    <a:pt x="10668" y="33528"/>
                  </a:lnTo>
                  <a:lnTo>
                    <a:pt x="7620" y="30480"/>
                  </a:lnTo>
                  <a:lnTo>
                    <a:pt x="4572" y="28956"/>
                  </a:lnTo>
                  <a:lnTo>
                    <a:pt x="3048" y="27432"/>
                  </a:lnTo>
                  <a:lnTo>
                    <a:pt x="3048" y="25908"/>
                  </a:lnTo>
                  <a:lnTo>
                    <a:pt x="1524" y="24384"/>
                  </a:lnTo>
                  <a:lnTo>
                    <a:pt x="1524" y="15240"/>
                  </a:lnTo>
                  <a:lnTo>
                    <a:pt x="3048" y="12192"/>
                  </a:lnTo>
                  <a:lnTo>
                    <a:pt x="3048" y="10668"/>
                  </a:lnTo>
                  <a:lnTo>
                    <a:pt x="4572" y="9144"/>
                  </a:lnTo>
                  <a:lnTo>
                    <a:pt x="6096" y="6096"/>
                  </a:lnTo>
                  <a:lnTo>
                    <a:pt x="18288" y="0"/>
                  </a:lnTo>
                  <a:lnTo>
                    <a:pt x="39624" y="0"/>
                  </a:lnTo>
                  <a:lnTo>
                    <a:pt x="42672" y="1524"/>
                  </a:lnTo>
                  <a:lnTo>
                    <a:pt x="45720" y="1524"/>
                  </a:lnTo>
                  <a:lnTo>
                    <a:pt x="45720" y="9144"/>
                  </a:lnTo>
                  <a:lnTo>
                    <a:pt x="22860" y="9144"/>
                  </a:lnTo>
                  <a:lnTo>
                    <a:pt x="21336" y="10668"/>
                  </a:lnTo>
                  <a:lnTo>
                    <a:pt x="16764" y="10668"/>
                  </a:lnTo>
                  <a:lnTo>
                    <a:pt x="13716" y="13716"/>
                  </a:lnTo>
                  <a:lnTo>
                    <a:pt x="13716" y="15240"/>
                  </a:lnTo>
                  <a:lnTo>
                    <a:pt x="12192" y="15240"/>
                  </a:lnTo>
                  <a:lnTo>
                    <a:pt x="12192" y="19812"/>
                  </a:lnTo>
                  <a:lnTo>
                    <a:pt x="15240" y="22860"/>
                  </a:lnTo>
                  <a:lnTo>
                    <a:pt x="15240" y="24384"/>
                  </a:lnTo>
                  <a:lnTo>
                    <a:pt x="16764" y="24384"/>
                  </a:lnTo>
                  <a:lnTo>
                    <a:pt x="18288" y="25908"/>
                  </a:lnTo>
                  <a:lnTo>
                    <a:pt x="21336" y="25908"/>
                  </a:lnTo>
                  <a:lnTo>
                    <a:pt x="22860" y="27432"/>
                  </a:lnTo>
                  <a:lnTo>
                    <a:pt x="25908" y="28956"/>
                  </a:lnTo>
                  <a:lnTo>
                    <a:pt x="28956" y="28956"/>
                  </a:lnTo>
                  <a:lnTo>
                    <a:pt x="33528" y="30480"/>
                  </a:lnTo>
                  <a:lnTo>
                    <a:pt x="39624" y="33528"/>
                  </a:lnTo>
                  <a:lnTo>
                    <a:pt x="42672" y="33528"/>
                  </a:lnTo>
                  <a:lnTo>
                    <a:pt x="48768" y="39624"/>
                  </a:lnTo>
                  <a:lnTo>
                    <a:pt x="48768" y="42672"/>
                  </a:lnTo>
                  <a:lnTo>
                    <a:pt x="50292" y="44196"/>
                  </a:lnTo>
                  <a:lnTo>
                    <a:pt x="50292" y="53340"/>
                  </a:lnTo>
                  <a:lnTo>
                    <a:pt x="48768" y="54864"/>
                  </a:lnTo>
                  <a:lnTo>
                    <a:pt x="48768" y="56388"/>
                  </a:lnTo>
                  <a:lnTo>
                    <a:pt x="47244" y="57912"/>
                  </a:lnTo>
                  <a:close/>
                </a:path>
                <a:path w="50800" h="67310">
                  <a:moveTo>
                    <a:pt x="45720" y="12192"/>
                  </a:moveTo>
                  <a:lnTo>
                    <a:pt x="42672" y="10668"/>
                  </a:lnTo>
                  <a:lnTo>
                    <a:pt x="36576" y="10668"/>
                  </a:lnTo>
                  <a:lnTo>
                    <a:pt x="33528" y="9144"/>
                  </a:lnTo>
                  <a:lnTo>
                    <a:pt x="45720" y="9144"/>
                  </a:lnTo>
                  <a:lnTo>
                    <a:pt x="45720" y="12192"/>
                  </a:lnTo>
                  <a:close/>
                </a:path>
                <a:path w="50800" h="67310">
                  <a:moveTo>
                    <a:pt x="38100" y="65532"/>
                  </a:moveTo>
                  <a:lnTo>
                    <a:pt x="0" y="65532"/>
                  </a:lnTo>
                  <a:lnTo>
                    <a:pt x="0" y="54864"/>
                  </a:lnTo>
                  <a:lnTo>
                    <a:pt x="4572" y="56388"/>
                  </a:lnTo>
                  <a:lnTo>
                    <a:pt x="7620" y="56388"/>
                  </a:lnTo>
                  <a:lnTo>
                    <a:pt x="12192" y="57912"/>
                  </a:lnTo>
                  <a:lnTo>
                    <a:pt x="47244" y="57912"/>
                  </a:lnTo>
                  <a:lnTo>
                    <a:pt x="41148" y="64008"/>
                  </a:lnTo>
                  <a:lnTo>
                    <a:pt x="39624" y="64008"/>
                  </a:lnTo>
                  <a:lnTo>
                    <a:pt x="38100" y="65532"/>
                  </a:lnTo>
                  <a:close/>
                </a:path>
                <a:path w="50800" h="67310">
                  <a:moveTo>
                    <a:pt x="33528" y="67056"/>
                  </a:moveTo>
                  <a:lnTo>
                    <a:pt x="7620" y="67056"/>
                  </a:lnTo>
                  <a:lnTo>
                    <a:pt x="3048" y="65532"/>
                  </a:lnTo>
                  <a:lnTo>
                    <a:pt x="35052" y="65532"/>
                  </a:lnTo>
                  <a:lnTo>
                    <a:pt x="33528" y="67056"/>
                  </a:lnTo>
                  <a:close/>
                </a:path>
              </a:pathLst>
            </a:custGeom>
            <a:solidFill>
              <a:srgbClr val="1C4D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5" name="object 5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90675" y="4436078"/>
            <a:ext cx="254698" cy="111347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927669" y="4442174"/>
            <a:ext cx="260794" cy="103727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269331" y="4436078"/>
            <a:ext cx="262318" cy="109823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613945" y="4436078"/>
            <a:ext cx="260794" cy="10982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11173" y="4434554"/>
            <a:ext cx="491013" cy="26384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957131" y="4436078"/>
            <a:ext cx="260699" cy="10982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300222" y="4434554"/>
            <a:ext cx="260794" cy="111347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643312" y="4434554"/>
            <a:ext cx="260794" cy="111347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986498" y="4434554"/>
            <a:ext cx="971359" cy="111347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012697" y="5223224"/>
            <a:ext cx="301942" cy="149447"/>
          </a:xfrm>
          <a:prstGeom prst="rect">
            <a:avLst/>
          </a:prstGeom>
        </p:spPr>
      </p:pic>
      <p:sp>
        <p:nvSpPr>
          <p:cNvPr id="65" name="object 65"/>
          <p:cNvSpPr/>
          <p:nvPr/>
        </p:nvSpPr>
        <p:spPr>
          <a:xfrm>
            <a:off x="1011174" y="552221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8955" y="47244"/>
                </a:moveTo>
                <a:lnTo>
                  <a:pt x="16763" y="47244"/>
                </a:lnTo>
                <a:lnTo>
                  <a:pt x="10667" y="44196"/>
                </a:lnTo>
                <a:lnTo>
                  <a:pt x="9143" y="42672"/>
                </a:lnTo>
                <a:lnTo>
                  <a:pt x="6095" y="41148"/>
                </a:lnTo>
                <a:lnTo>
                  <a:pt x="4571" y="38100"/>
                </a:lnTo>
                <a:lnTo>
                  <a:pt x="1523" y="36576"/>
                </a:lnTo>
                <a:lnTo>
                  <a:pt x="1523" y="33528"/>
                </a:lnTo>
                <a:lnTo>
                  <a:pt x="0" y="30480"/>
                </a:lnTo>
                <a:lnTo>
                  <a:pt x="0" y="18288"/>
                </a:lnTo>
                <a:lnTo>
                  <a:pt x="1523" y="15240"/>
                </a:lnTo>
                <a:lnTo>
                  <a:pt x="1523" y="12192"/>
                </a:lnTo>
                <a:lnTo>
                  <a:pt x="10667" y="3048"/>
                </a:lnTo>
                <a:lnTo>
                  <a:pt x="16763" y="0"/>
                </a:lnTo>
                <a:lnTo>
                  <a:pt x="28955" y="0"/>
                </a:lnTo>
                <a:lnTo>
                  <a:pt x="38099" y="4572"/>
                </a:lnTo>
                <a:lnTo>
                  <a:pt x="39623" y="7620"/>
                </a:lnTo>
                <a:lnTo>
                  <a:pt x="42671" y="9144"/>
                </a:lnTo>
                <a:lnTo>
                  <a:pt x="45719" y="15240"/>
                </a:lnTo>
                <a:lnTo>
                  <a:pt x="45719" y="18288"/>
                </a:lnTo>
                <a:lnTo>
                  <a:pt x="47243" y="21336"/>
                </a:lnTo>
                <a:lnTo>
                  <a:pt x="47243" y="24384"/>
                </a:lnTo>
                <a:lnTo>
                  <a:pt x="47243" y="27432"/>
                </a:lnTo>
                <a:lnTo>
                  <a:pt x="45719" y="30480"/>
                </a:lnTo>
                <a:lnTo>
                  <a:pt x="45719" y="33528"/>
                </a:lnTo>
                <a:lnTo>
                  <a:pt x="44195" y="36576"/>
                </a:lnTo>
                <a:lnTo>
                  <a:pt x="38099" y="42672"/>
                </a:lnTo>
                <a:lnTo>
                  <a:pt x="28955" y="47244"/>
                </a:lnTo>
                <a:close/>
              </a:path>
            </a:pathLst>
          </a:custGeom>
          <a:solidFill>
            <a:srgbClr val="1580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66"/>
          <p:cNvGrpSpPr/>
          <p:nvPr/>
        </p:nvGrpSpPr>
        <p:grpSpPr>
          <a:xfrm>
            <a:off x="1775174" y="5485542"/>
            <a:ext cx="578485" cy="105410"/>
            <a:chOff x="1775174" y="5485542"/>
            <a:chExt cx="578485" cy="105410"/>
          </a:xfrm>
        </p:grpSpPr>
        <p:pic>
          <p:nvPicPr>
            <p:cNvPr id="67" name="object 6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75174" y="5485542"/>
              <a:ext cx="178498" cy="10534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973484" y="5485542"/>
              <a:ext cx="379666" cy="105346"/>
            </a:xfrm>
            <a:prstGeom prst="rect">
              <a:avLst/>
            </a:prstGeom>
          </p:spPr>
        </p:pic>
      </p:grpSp>
      <p:pic>
        <p:nvPicPr>
          <p:cNvPr id="69" name="object 69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201769" y="5477922"/>
            <a:ext cx="445293" cy="320421"/>
          </a:xfrm>
          <a:prstGeom prst="rect">
            <a:avLst/>
          </a:prstGeom>
        </p:spPr>
      </p:pic>
      <p:sp>
        <p:nvSpPr>
          <p:cNvPr id="70" name="object 70"/>
          <p:cNvSpPr/>
          <p:nvPr/>
        </p:nvSpPr>
        <p:spPr>
          <a:xfrm>
            <a:off x="1011174" y="571290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8955" y="47244"/>
                </a:moveTo>
                <a:lnTo>
                  <a:pt x="16763" y="47244"/>
                </a:lnTo>
                <a:lnTo>
                  <a:pt x="10667" y="44196"/>
                </a:lnTo>
                <a:lnTo>
                  <a:pt x="9143" y="42672"/>
                </a:lnTo>
                <a:lnTo>
                  <a:pt x="6095" y="41148"/>
                </a:lnTo>
                <a:lnTo>
                  <a:pt x="4571" y="38100"/>
                </a:lnTo>
                <a:lnTo>
                  <a:pt x="1523" y="36576"/>
                </a:lnTo>
                <a:lnTo>
                  <a:pt x="1523" y="33528"/>
                </a:lnTo>
                <a:lnTo>
                  <a:pt x="0" y="30480"/>
                </a:lnTo>
                <a:lnTo>
                  <a:pt x="0" y="18288"/>
                </a:lnTo>
                <a:lnTo>
                  <a:pt x="1523" y="15240"/>
                </a:lnTo>
                <a:lnTo>
                  <a:pt x="1523" y="12192"/>
                </a:lnTo>
                <a:lnTo>
                  <a:pt x="10667" y="3048"/>
                </a:lnTo>
                <a:lnTo>
                  <a:pt x="16763" y="0"/>
                </a:lnTo>
                <a:lnTo>
                  <a:pt x="28955" y="0"/>
                </a:lnTo>
                <a:lnTo>
                  <a:pt x="38099" y="4572"/>
                </a:lnTo>
                <a:lnTo>
                  <a:pt x="39623" y="7620"/>
                </a:lnTo>
                <a:lnTo>
                  <a:pt x="42671" y="9144"/>
                </a:lnTo>
                <a:lnTo>
                  <a:pt x="45719" y="15240"/>
                </a:lnTo>
                <a:lnTo>
                  <a:pt x="45719" y="18288"/>
                </a:lnTo>
                <a:lnTo>
                  <a:pt x="47243" y="21336"/>
                </a:lnTo>
                <a:lnTo>
                  <a:pt x="47243" y="24384"/>
                </a:lnTo>
                <a:lnTo>
                  <a:pt x="47243" y="27432"/>
                </a:lnTo>
                <a:lnTo>
                  <a:pt x="45719" y="30480"/>
                </a:lnTo>
                <a:lnTo>
                  <a:pt x="45719" y="33528"/>
                </a:lnTo>
                <a:lnTo>
                  <a:pt x="44195" y="36576"/>
                </a:lnTo>
                <a:lnTo>
                  <a:pt x="38099" y="42672"/>
                </a:lnTo>
                <a:lnTo>
                  <a:pt x="28955" y="47244"/>
                </a:lnTo>
                <a:close/>
              </a:path>
            </a:pathLst>
          </a:custGeom>
          <a:solidFill>
            <a:srgbClr val="15803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1" name="object 7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775174" y="5476398"/>
            <a:ext cx="2716053" cy="321945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5337047" y="3061716"/>
            <a:ext cx="4729480" cy="2787650"/>
            <a:chOff x="5337047" y="3061716"/>
            <a:chExt cx="4729480" cy="2787650"/>
          </a:xfrm>
        </p:grpSpPr>
        <p:pic>
          <p:nvPicPr>
            <p:cNvPr id="73" name="object 7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465063" y="3131819"/>
              <a:ext cx="4472939" cy="249016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337047" y="3061716"/>
              <a:ext cx="4728972" cy="2787396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509920" y="3139350"/>
              <a:ext cx="4384675" cy="2440940"/>
            </a:xfrm>
            <a:custGeom>
              <a:avLst/>
              <a:gdLst/>
              <a:ahLst/>
              <a:cxnLst/>
              <a:rect l="l" t="t" r="r" b="b"/>
              <a:pathLst>
                <a:path w="4384675" h="2440940">
                  <a:moveTo>
                    <a:pt x="4384446" y="106781"/>
                  </a:moveTo>
                  <a:lnTo>
                    <a:pt x="4379874" y="83921"/>
                  </a:lnTo>
                  <a:lnTo>
                    <a:pt x="4378350" y="77825"/>
                  </a:lnTo>
                  <a:lnTo>
                    <a:pt x="4375302" y="70205"/>
                  </a:lnTo>
                  <a:lnTo>
                    <a:pt x="4372254" y="64109"/>
                  </a:lnTo>
                  <a:lnTo>
                    <a:pt x="4369206" y="56489"/>
                  </a:lnTo>
                  <a:lnTo>
                    <a:pt x="4355401" y="38201"/>
                  </a:lnTo>
                  <a:lnTo>
                    <a:pt x="4344733" y="27533"/>
                  </a:lnTo>
                  <a:lnTo>
                    <a:pt x="4332541" y="18288"/>
                  </a:lnTo>
                  <a:lnTo>
                    <a:pt x="4326445" y="15240"/>
                  </a:lnTo>
                  <a:lnTo>
                    <a:pt x="4320349" y="10668"/>
                  </a:lnTo>
                  <a:lnTo>
                    <a:pt x="4312729" y="9144"/>
                  </a:lnTo>
                  <a:lnTo>
                    <a:pt x="4306633" y="6096"/>
                  </a:lnTo>
                  <a:lnTo>
                    <a:pt x="4299013" y="3048"/>
                  </a:lnTo>
                  <a:lnTo>
                    <a:pt x="4283773" y="0"/>
                  </a:lnTo>
                  <a:lnTo>
                    <a:pt x="99148" y="0"/>
                  </a:lnTo>
                  <a:lnTo>
                    <a:pt x="83908" y="3048"/>
                  </a:lnTo>
                  <a:lnTo>
                    <a:pt x="76288" y="6096"/>
                  </a:lnTo>
                  <a:lnTo>
                    <a:pt x="70192" y="9144"/>
                  </a:lnTo>
                  <a:lnTo>
                    <a:pt x="62572" y="10668"/>
                  </a:lnTo>
                  <a:lnTo>
                    <a:pt x="56476" y="15240"/>
                  </a:lnTo>
                  <a:lnTo>
                    <a:pt x="50380" y="18288"/>
                  </a:lnTo>
                  <a:lnTo>
                    <a:pt x="38188" y="27533"/>
                  </a:lnTo>
                  <a:lnTo>
                    <a:pt x="27432" y="38201"/>
                  </a:lnTo>
                  <a:lnTo>
                    <a:pt x="13716" y="56489"/>
                  </a:lnTo>
                  <a:lnTo>
                    <a:pt x="10668" y="64109"/>
                  </a:lnTo>
                  <a:lnTo>
                    <a:pt x="7620" y="70205"/>
                  </a:lnTo>
                  <a:lnTo>
                    <a:pt x="4572" y="77825"/>
                  </a:lnTo>
                  <a:lnTo>
                    <a:pt x="3048" y="83921"/>
                  </a:lnTo>
                  <a:lnTo>
                    <a:pt x="0" y="99161"/>
                  </a:lnTo>
                  <a:lnTo>
                    <a:pt x="0" y="2326386"/>
                  </a:lnTo>
                  <a:lnTo>
                    <a:pt x="0" y="2340102"/>
                  </a:lnTo>
                  <a:lnTo>
                    <a:pt x="4572" y="2363063"/>
                  </a:lnTo>
                  <a:lnTo>
                    <a:pt x="7620" y="2369159"/>
                  </a:lnTo>
                  <a:lnTo>
                    <a:pt x="10668" y="2376779"/>
                  </a:lnTo>
                  <a:lnTo>
                    <a:pt x="56476" y="2425547"/>
                  </a:lnTo>
                  <a:lnTo>
                    <a:pt x="70192" y="2431643"/>
                  </a:lnTo>
                  <a:lnTo>
                    <a:pt x="76288" y="2434691"/>
                  </a:lnTo>
                  <a:lnTo>
                    <a:pt x="106768" y="2440787"/>
                  </a:lnTo>
                  <a:lnTo>
                    <a:pt x="4276153" y="2440787"/>
                  </a:lnTo>
                  <a:lnTo>
                    <a:pt x="4306633" y="2434691"/>
                  </a:lnTo>
                  <a:lnTo>
                    <a:pt x="4312729" y="2431643"/>
                  </a:lnTo>
                  <a:lnTo>
                    <a:pt x="4320349" y="2428595"/>
                  </a:lnTo>
                  <a:lnTo>
                    <a:pt x="4369206" y="2382875"/>
                  </a:lnTo>
                  <a:lnTo>
                    <a:pt x="4375302" y="2369159"/>
                  </a:lnTo>
                  <a:lnTo>
                    <a:pt x="4378350" y="2363063"/>
                  </a:lnTo>
                  <a:lnTo>
                    <a:pt x="4384446" y="2332482"/>
                  </a:lnTo>
                  <a:lnTo>
                    <a:pt x="4384446" y="10678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671565" y="3301079"/>
              <a:ext cx="4060190" cy="2116455"/>
            </a:xfrm>
            <a:custGeom>
              <a:avLst/>
              <a:gdLst/>
              <a:ahLst/>
              <a:cxnLst/>
              <a:rect l="l" t="t" r="r" b="b"/>
              <a:pathLst>
                <a:path w="4060190" h="2116454">
                  <a:moveTo>
                    <a:pt x="0" y="2050256"/>
                  </a:moveTo>
                  <a:lnTo>
                    <a:pt x="0" y="67151"/>
                  </a:lnTo>
                  <a:lnTo>
                    <a:pt x="0" y="62579"/>
                  </a:lnTo>
                  <a:lnTo>
                    <a:pt x="0" y="58007"/>
                  </a:lnTo>
                  <a:lnTo>
                    <a:pt x="1524" y="53435"/>
                  </a:lnTo>
                  <a:lnTo>
                    <a:pt x="1524" y="48767"/>
                  </a:lnTo>
                  <a:lnTo>
                    <a:pt x="3048" y="45720"/>
                  </a:lnTo>
                  <a:lnTo>
                    <a:pt x="4572" y="41148"/>
                  </a:lnTo>
                  <a:lnTo>
                    <a:pt x="6096" y="36575"/>
                  </a:lnTo>
                  <a:lnTo>
                    <a:pt x="9144" y="33528"/>
                  </a:lnTo>
                  <a:lnTo>
                    <a:pt x="10668" y="30479"/>
                  </a:lnTo>
                  <a:lnTo>
                    <a:pt x="13716" y="25908"/>
                  </a:lnTo>
                  <a:lnTo>
                    <a:pt x="16764" y="22859"/>
                  </a:lnTo>
                  <a:lnTo>
                    <a:pt x="19907" y="19812"/>
                  </a:lnTo>
                  <a:lnTo>
                    <a:pt x="22955" y="16763"/>
                  </a:lnTo>
                  <a:lnTo>
                    <a:pt x="26003" y="13716"/>
                  </a:lnTo>
                  <a:lnTo>
                    <a:pt x="29051" y="10667"/>
                  </a:lnTo>
                  <a:lnTo>
                    <a:pt x="33623" y="9144"/>
                  </a:lnTo>
                  <a:lnTo>
                    <a:pt x="36671" y="6095"/>
                  </a:lnTo>
                  <a:lnTo>
                    <a:pt x="41243" y="4571"/>
                  </a:lnTo>
                  <a:lnTo>
                    <a:pt x="44291" y="3048"/>
                  </a:lnTo>
                  <a:lnTo>
                    <a:pt x="48863" y="1524"/>
                  </a:lnTo>
                  <a:lnTo>
                    <a:pt x="53435" y="1524"/>
                  </a:lnTo>
                  <a:lnTo>
                    <a:pt x="58007" y="0"/>
                  </a:lnTo>
                  <a:lnTo>
                    <a:pt x="4001642" y="0"/>
                  </a:lnTo>
                  <a:lnTo>
                    <a:pt x="4006215" y="1524"/>
                  </a:lnTo>
                  <a:lnTo>
                    <a:pt x="4010786" y="1524"/>
                  </a:lnTo>
                  <a:lnTo>
                    <a:pt x="4015358" y="3048"/>
                  </a:lnTo>
                  <a:lnTo>
                    <a:pt x="4018407" y="4571"/>
                  </a:lnTo>
                  <a:lnTo>
                    <a:pt x="4022978" y="6095"/>
                  </a:lnTo>
                  <a:lnTo>
                    <a:pt x="4026026" y="9144"/>
                  </a:lnTo>
                  <a:lnTo>
                    <a:pt x="4030599" y="10667"/>
                  </a:lnTo>
                  <a:lnTo>
                    <a:pt x="4033647" y="13716"/>
                  </a:lnTo>
                  <a:lnTo>
                    <a:pt x="4036694" y="16763"/>
                  </a:lnTo>
                  <a:lnTo>
                    <a:pt x="4039742" y="19812"/>
                  </a:lnTo>
                  <a:lnTo>
                    <a:pt x="4042791" y="22859"/>
                  </a:lnTo>
                  <a:lnTo>
                    <a:pt x="4045839" y="25908"/>
                  </a:lnTo>
                  <a:lnTo>
                    <a:pt x="4048886" y="30479"/>
                  </a:lnTo>
                  <a:lnTo>
                    <a:pt x="4050410" y="33528"/>
                  </a:lnTo>
                  <a:lnTo>
                    <a:pt x="4053554" y="36575"/>
                  </a:lnTo>
                  <a:lnTo>
                    <a:pt x="4055078" y="41148"/>
                  </a:lnTo>
                  <a:lnTo>
                    <a:pt x="4056602" y="45720"/>
                  </a:lnTo>
                  <a:lnTo>
                    <a:pt x="4058126" y="48767"/>
                  </a:lnTo>
                  <a:lnTo>
                    <a:pt x="4058126" y="53435"/>
                  </a:lnTo>
                  <a:lnTo>
                    <a:pt x="4059650" y="58007"/>
                  </a:lnTo>
                  <a:lnTo>
                    <a:pt x="4059650" y="62579"/>
                  </a:lnTo>
                  <a:lnTo>
                    <a:pt x="4059650" y="67151"/>
                  </a:lnTo>
                  <a:lnTo>
                    <a:pt x="4059650" y="2050256"/>
                  </a:lnTo>
                  <a:lnTo>
                    <a:pt x="4059650" y="2053304"/>
                  </a:lnTo>
                  <a:lnTo>
                    <a:pt x="4059650" y="2057876"/>
                  </a:lnTo>
                  <a:lnTo>
                    <a:pt x="4058126" y="2062448"/>
                  </a:lnTo>
                  <a:lnTo>
                    <a:pt x="4058126" y="2067020"/>
                  </a:lnTo>
                  <a:lnTo>
                    <a:pt x="4056602" y="2071592"/>
                  </a:lnTo>
                  <a:lnTo>
                    <a:pt x="4055078" y="2074640"/>
                  </a:lnTo>
                  <a:lnTo>
                    <a:pt x="4053554" y="2079212"/>
                  </a:lnTo>
                  <a:lnTo>
                    <a:pt x="4050410" y="2082260"/>
                  </a:lnTo>
                  <a:lnTo>
                    <a:pt x="4048886" y="2086832"/>
                  </a:lnTo>
                  <a:lnTo>
                    <a:pt x="4045839" y="2089880"/>
                  </a:lnTo>
                  <a:lnTo>
                    <a:pt x="4042791" y="2092928"/>
                  </a:lnTo>
                  <a:lnTo>
                    <a:pt x="4039742" y="2096071"/>
                  </a:lnTo>
                  <a:lnTo>
                    <a:pt x="4036694" y="2099119"/>
                  </a:lnTo>
                  <a:lnTo>
                    <a:pt x="4018407" y="2111311"/>
                  </a:lnTo>
                  <a:lnTo>
                    <a:pt x="4015358" y="2112835"/>
                  </a:lnTo>
                  <a:lnTo>
                    <a:pt x="4010786" y="2114359"/>
                  </a:lnTo>
                  <a:lnTo>
                    <a:pt x="4006215" y="2114359"/>
                  </a:lnTo>
                  <a:lnTo>
                    <a:pt x="4001642" y="2115883"/>
                  </a:lnTo>
                  <a:lnTo>
                    <a:pt x="58007" y="2115883"/>
                  </a:lnTo>
                  <a:lnTo>
                    <a:pt x="53435" y="2114359"/>
                  </a:lnTo>
                  <a:lnTo>
                    <a:pt x="48863" y="2114359"/>
                  </a:lnTo>
                  <a:lnTo>
                    <a:pt x="44291" y="2112835"/>
                  </a:lnTo>
                  <a:lnTo>
                    <a:pt x="41243" y="2111311"/>
                  </a:lnTo>
                  <a:lnTo>
                    <a:pt x="36671" y="2109787"/>
                  </a:lnTo>
                  <a:lnTo>
                    <a:pt x="33623" y="2108263"/>
                  </a:lnTo>
                  <a:lnTo>
                    <a:pt x="29051" y="2105215"/>
                  </a:lnTo>
                  <a:lnTo>
                    <a:pt x="26003" y="2102167"/>
                  </a:lnTo>
                  <a:lnTo>
                    <a:pt x="22955" y="2099119"/>
                  </a:lnTo>
                  <a:lnTo>
                    <a:pt x="19907" y="2096071"/>
                  </a:lnTo>
                  <a:lnTo>
                    <a:pt x="16764" y="2092928"/>
                  </a:lnTo>
                  <a:lnTo>
                    <a:pt x="13716" y="2089880"/>
                  </a:lnTo>
                  <a:lnTo>
                    <a:pt x="10668" y="2086832"/>
                  </a:lnTo>
                  <a:lnTo>
                    <a:pt x="9144" y="2082260"/>
                  </a:lnTo>
                  <a:lnTo>
                    <a:pt x="6096" y="2079212"/>
                  </a:lnTo>
                  <a:lnTo>
                    <a:pt x="4572" y="2074640"/>
                  </a:lnTo>
                  <a:lnTo>
                    <a:pt x="3048" y="2071592"/>
                  </a:lnTo>
                  <a:lnTo>
                    <a:pt x="1524" y="2067020"/>
                  </a:lnTo>
                  <a:lnTo>
                    <a:pt x="1524" y="2062448"/>
                  </a:lnTo>
                  <a:lnTo>
                    <a:pt x="0" y="2057876"/>
                  </a:lnTo>
                  <a:lnTo>
                    <a:pt x="0" y="2053304"/>
                  </a:lnTo>
                  <a:lnTo>
                    <a:pt x="0" y="2050256"/>
                  </a:lnTo>
                  <a:close/>
                </a:path>
              </a:pathLst>
            </a:custGeom>
            <a:ln w="19821">
              <a:solidFill>
                <a:srgbClr val="3641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014971" y="3624072"/>
              <a:ext cx="1373124" cy="163067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022079" y="5214080"/>
              <a:ext cx="242412" cy="80772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9290393" y="5220182"/>
              <a:ext cx="206375" cy="74930"/>
            </a:xfrm>
            <a:custGeom>
              <a:avLst/>
              <a:gdLst/>
              <a:ahLst/>
              <a:cxnLst/>
              <a:rect l="l" t="t" r="r" b="b"/>
              <a:pathLst>
                <a:path w="206375" h="74929">
                  <a:moveTo>
                    <a:pt x="18389" y="64008"/>
                  </a:moveTo>
                  <a:lnTo>
                    <a:pt x="16865" y="64008"/>
                  </a:lnTo>
                  <a:lnTo>
                    <a:pt x="16865" y="60960"/>
                  </a:lnTo>
                  <a:lnTo>
                    <a:pt x="15341" y="60960"/>
                  </a:lnTo>
                  <a:lnTo>
                    <a:pt x="15341" y="59436"/>
                  </a:lnTo>
                  <a:lnTo>
                    <a:pt x="13817" y="59436"/>
                  </a:lnTo>
                  <a:lnTo>
                    <a:pt x="13817" y="57912"/>
                  </a:lnTo>
                  <a:lnTo>
                    <a:pt x="10769" y="57912"/>
                  </a:lnTo>
                  <a:lnTo>
                    <a:pt x="10769" y="56388"/>
                  </a:lnTo>
                  <a:lnTo>
                    <a:pt x="7721" y="56388"/>
                  </a:lnTo>
                  <a:lnTo>
                    <a:pt x="6197" y="57912"/>
                  </a:lnTo>
                  <a:lnTo>
                    <a:pt x="4673" y="57912"/>
                  </a:lnTo>
                  <a:lnTo>
                    <a:pt x="1625" y="60960"/>
                  </a:lnTo>
                  <a:lnTo>
                    <a:pt x="1625" y="62484"/>
                  </a:lnTo>
                  <a:lnTo>
                    <a:pt x="0" y="64008"/>
                  </a:lnTo>
                  <a:lnTo>
                    <a:pt x="0" y="68580"/>
                  </a:lnTo>
                  <a:lnTo>
                    <a:pt x="1625" y="68580"/>
                  </a:lnTo>
                  <a:lnTo>
                    <a:pt x="1625" y="71628"/>
                  </a:lnTo>
                  <a:lnTo>
                    <a:pt x="3149" y="71628"/>
                  </a:lnTo>
                  <a:lnTo>
                    <a:pt x="3149" y="73152"/>
                  </a:lnTo>
                  <a:lnTo>
                    <a:pt x="6197" y="73152"/>
                  </a:lnTo>
                  <a:lnTo>
                    <a:pt x="6197" y="74676"/>
                  </a:lnTo>
                  <a:lnTo>
                    <a:pt x="10769" y="74676"/>
                  </a:lnTo>
                  <a:lnTo>
                    <a:pt x="12293" y="73152"/>
                  </a:lnTo>
                  <a:lnTo>
                    <a:pt x="13817" y="73152"/>
                  </a:lnTo>
                  <a:lnTo>
                    <a:pt x="16865" y="70104"/>
                  </a:lnTo>
                  <a:lnTo>
                    <a:pt x="16865" y="68580"/>
                  </a:lnTo>
                  <a:lnTo>
                    <a:pt x="18389" y="67056"/>
                  </a:lnTo>
                  <a:lnTo>
                    <a:pt x="18389" y="64008"/>
                  </a:lnTo>
                  <a:close/>
                </a:path>
                <a:path w="206375" h="74929">
                  <a:moveTo>
                    <a:pt x="18389" y="24384"/>
                  </a:moveTo>
                  <a:lnTo>
                    <a:pt x="16865" y="22860"/>
                  </a:lnTo>
                  <a:lnTo>
                    <a:pt x="16865" y="19812"/>
                  </a:lnTo>
                  <a:lnTo>
                    <a:pt x="15341" y="19812"/>
                  </a:lnTo>
                  <a:lnTo>
                    <a:pt x="15341" y="18288"/>
                  </a:lnTo>
                  <a:lnTo>
                    <a:pt x="13817" y="18288"/>
                  </a:lnTo>
                  <a:lnTo>
                    <a:pt x="13817" y="16764"/>
                  </a:lnTo>
                  <a:lnTo>
                    <a:pt x="4673" y="16764"/>
                  </a:lnTo>
                  <a:lnTo>
                    <a:pt x="1625" y="19812"/>
                  </a:lnTo>
                  <a:lnTo>
                    <a:pt x="1625" y="21336"/>
                  </a:lnTo>
                  <a:lnTo>
                    <a:pt x="0" y="22860"/>
                  </a:lnTo>
                  <a:lnTo>
                    <a:pt x="0" y="27432"/>
                  </a:lnTo>
                  <a:lnTo>
                    <a:pt x="1625" y="27432"/>
                  </a:lnTo>
                  <a:lnTo>
                    <a:pt x="1625" y="30480"/>
                  </a:lnTo>
                  <a:lnTo>
                    <a:pt x="3149" y="30480"/>
                  </a:lnTo>
                  <a:lnTo>
                    <a:pt x="3149" y="32004"/>
                  </a:lnTo>
                  <a:lnTo>
                    <a:pt x="6197" y="32004"/>
                  </a:lnTo>
                  <a:lnTo>
                    <a:pt x="6197" y="33528"/>
                  </a:lnTo>
                  <a:lnTo>
                    <a:pt x="10769" y="33528"/>
                  </a:lnTo>
                  <a:lnTo>
                    <a:pt x="12293" y="32004"/>
                  </a:lnTo>
                  <a:lnTo>
                    <a:pt x="13817" y="32004"/>
                  </a:lnTo>
                  <a:lnTo>
                    <a:pt x="16865" y="28956"/>
                  </a:lnTo>
                  <a:lnTo>
                    <a:pt x="16865" y="27432"/>
                  </a:lnTo>
                  <a:lnTo>
                    <a:pt x="18389" y="25908"/>
                  </a:lnTo>
                  <a:lnTo>
                    <a:pt x="18389" y="24384"/>
                  </a:lnTo>
                  <a:close/>
                </a:path>
                <a:path w="206375" h="74929">
                  <a:moveTo>
                    <a:pt x="161734" y="30480"/>
                  </a:moveTo>
                  <a:lnTo>
                    <a:pt x="161353" y="28956"/>
                  </a:lnTo>
                  <a:lnTo>
                    <a:pt x="160210" y="24384"/>
                  </a:lnTo>
                  <a:lnTo>
                    <a:pt x="158686" y="19812"/>
                  </a:lnTo>
                  <a:lnTo>
                    <a:pt x="158686" y="15240"/>
                  </a:lnTo>
                  <a:lnTo>
                    <a:pt x="155638" y="10668"/>
                  </a:lnTo>
                  <a:lnTo>
                    <a:pt x="154114" y="7620"/>
                  </a:lnTo>
                  <a:lnTo>
                    <a:pt x="152590" y="4572"/>
                  </a:lnTo>
                  <a:lnTo>
                    <a:pt x="151066" y="3810"/>
                  </a:lnTo>
                  <a:lnTo>
                    <a:pt x="151066" y="28956"/>
                  </a:lnTo>
                  <a:lnTo>
                    <a:pt x="151066" y="45720"/>
                  </a:lnTo>
                  <a:lnTo>
                    <a:pt x="149542" y="50292"/>
                  </a:lnTo>
                  <a:lnTo>
                    <a:pt x="149542" y="53340"/>
                  </a:lnTo>
                  <a:lnTo>
                    <a:pt x="148018" y="56388"/>
                  </a:lnTo>
                  <a:lnTo>
                    <a:pt x="146494" y="57912"/>
                  </a:lnTo>
                  <a:lnTo>
                    <a:pt x="144868" y="60960"/>
                  </a:lnTo>
                  <a:lnTo>
                    <a:pt x="141820" y="64008"/>
                  </a:lnTo>
                  <a:lnTo>
                    <a:pt x="138772" y="65532"/>
                  </a:lnTo>
                  <a:lnTo>
                    <a:pt x="129628" y="65532"/>
                  </a:lnTo>
                  <a:lnTo>
                    <a:pt x="128104" y="64008"/>
                  </a:lnTo>
                  <a:lnTo>
                    <a:pt x="126580" y="64008"/>
                  </a:lnTo>
                  <a:lnTo>
                    <a:pt x="123532" y="60960"/>
                  </a:lnTo>
                  <a:lnTo>
                    <a:pt x="123532" y="59436"/>
                  </a:lnTo>
                  <a:lnTo>
                    <a:pt x="120484" y="56388"/>
                  </a:lnTo>
                  <a:lnTo>
                    <a:pt x="120484" y="53340"/>
                  </a:lnTo>
                  <a:lnTo>
                    <a:pt x="133870" y="42672"/>
                  </a:lnTo>
                  <a:lnTo>
                    <a:pt x="151066" y="28956"/>
                  </a:lnTo>
                  <a:lnTo>
                    <a:pt x="151066" y="3810"/>
                  </a:lnTo>
                  <a:lnTo>
                    <a:pt x="149542" y="3048"/>
                  </a:lnTo>
                  <a:lnTo>
                    <a:pt x="149542" y="19812"/>
                  </a:lnTo>
                  <a:lnTo>
                    <a:pt x="117436" y="42672"/>
                  </a:lnTo>
                  <a:lnTo>
                    <a:pt x="117436" y="32004"/>
                  </a:lnTo>
                  <a:lnTo>
                    <a:pt x="118960" y="27432"/>
                  </a:lnTo>
                  <a:lnTo>
                    <a:pt x="118960" y="24384"/>
                  </a:lnTo>
                  <a:lnTo>
                    <a:pt x="120484" y="19812"/>
                  </a:lnTo>
                  <a:lnTo>
                    <a:pt x="120484" y="16764"/>
                  </a:lnTo>
                  <a:lnTo>
                    <a:pt x="122008" y="15240"/>
                  </a:lnTo>
                  <a:lnTo>
                    <a:pt x="123532" y="12192"/>
                  </a:lnTo>
                  <a:lnTo>
                    <a:pt x="125056" y="10668"/>
                  </a:lnTo>
                  <a:lnTo>
                    <a:pt x="128104" y="9144"/>
                  </a:lnTo>
                  <a:lnTo>
                    <a:pt x="129628" y="7620"/>
                  </a:lnTo>
                  <a:lnTo>
                    <a:pt x="138772" y="7620"/>
                  </a:lnTo>
                  <a:lnTo>
                    <a:pt x="140296" y="9144"/>
                  </a:lnTo>
                  <a:lnTo>
                    <a:pt x="141820" y="9144"/>
                  </a:lnTo>
                  <a:lnTo>
                    <a:pt x="144868" y="12192"/>
                  </a:lnTo>
                  <a:lnTo>
                    <a:pt x="146494" y="13716"/>
                  </a:lnTo>
                  <a:lnTo>
                    <a:pt x="146494" y="15240"/>
                  </a:lnTo>
                  <a:lnTo>
                    <a:pt x="148018" y="16764"/>
                  </a:lnTo>
                  <a:lnTo>
                    <a:pt x="148018" y="18288"/>
                  </a:lnTo>
                  <a:lnTo>
                    <a:pt x="149542" y="19812"/>
                  </a:lnTo>
                  <a:lnTo>
                    <a:pt x="149542" y="3048"/>
                  </a:lnTo>
                  <a:lnTo>
                    <a:pt x="146494" y="1524"/>
                  </a:lnTo>
                  <a:lnTo>
                    <a:pt x="143344" y="0"/>
                  </a:lnTo>
                  <a:lnTo>
                    <a:pt x="126580" y="0"/>
                  </a:lnTo>
                  <a:lnTo>
                    <a:pt x="123532" y="1524"/>
                  </a:lnTo>
                  <a:lnTo>
                    <a:pt x="120484" y="4572"/>
                  </a:lnTo>
                  <a:lnTo>
                    <a:pt x="117436" y="6096"/>
                  </a:lnTo>
                  <a:lnTo>
                    <a:pt x="114388" y="9144"/>
                  </a:lnTo>
                  <a:lnTo>
                    <a:pt x="112864" y="12192"/>
                  </a:lnTo>
                  <a:lnTo>
                    <a:pt x="108292" y="25908"/>
                  </a:lnTo>
                  <a:lnTo>
                    <a:pt x="108292" y="48768"/>
                  </a:lnTo>
                  <a:lnTo>
                    <a:pt x="112864" y="62484"/>
                  </a:lnTo>
                  <a:lnTo>
                    <a:pt x="115912" y="65532"/>
                  </a:lnTo>
                  <a:lnTo>
                    <a:pt x="117436" y="68580"/>
                  </a:lnTo>
                  <a:lnTo>
                    <a:pt x="129628" y="74676"/>
                  </a:lnTo>
                  <a:lnTo>
                    <a:pt x="138772" y="74676"/>
                  </a:lnTo>
                  <a:lnTo>
                    <a:pt x="141820" y="73152"/>
                  </a:lnTo>
                  <a:lnTo>
                    <a:pt x="146494" y="71628"/>
                  </a:lnTo>
                  <a:lnTo>
                    <a:pt x="149542" y="70104"/>
                  </a:lnTo>
                  <a:lnTo>
                    <a:pt x="152590" y="67056"/>
                  </a:lnTo>
                  <a:lnTo>
                    <a:pt x="153352" y="65532"/>
                  </a:lnTo>
                  <a:lnTo>
                    <a:pt x="154114" y="64008"/>
                  </a:lnTo>
                  <a:lnTo>
                    <a:pt x="157162" y="60960"/>
                  </a:lnTo>
                  <a:lnTo>
                    <a:pt x="160210" y="51816"/>
                  </a:lnTo>
                  <a:lnTo>
                    <a:pt x="160210" y="47244"/>
                  </a:lnTo>
                  <a:lnTo>
                    <a:pt x="161734" y="42672"/>
                  </a:lnTo>
                  <a:lnTo>
                    <a:pt x="161734" y="30480"/>
                  </a:lnTo>
                  <a:close/>
                </a:path>
                <a:path w="206375" h="74929">
                  <a:moveTo>
                    <a:pt x="205930" y="60960"/>
                  </a:moveTo>
                  <a:lnTo>
                    <a:pt x="204406" y="60960"/>
                  </a:lnTo>
                  <a:lnTo>
                    <a:pt x="204406" y="59436"/>
                  </a:lnTo>
                  <a:lnTo>
                    <a:pt x="201358" y="56388"/>
                  </a:lnTo>
                  <a:lnTo>
                    <a:pt x="196786" y="56388"/>
                  </a:lnTo>
                  <a:lnTo>
                    <a:pt x="192214" y="56388"/>
                  </a:lnTo>
                  <a:lnTo>
                    <a:pt x="189166" y="59436"/>
                  </a:lnTo>
                  <a:lnTo>
                    <a:pt x="189166" y="60960"/>
                  </a:lnTo>
                  <a:lnTo>
                    <a:pt x="187642" y="62484"/>
                  </a:lnTo>
                  <a:lnTo>
                    <a:pt x="187642" y="67056"/>
                  </a:lnTo>
                  <a:lnTo>
                    <a:pt x="189166" y="68580"/>
                  </a:lnTo>
                  <a:lnTo>
                    <a:pt x="189166" y="70104"/>
                  </a:lnTo>
                  <a:lnTo>
                    <a:pt x="192214" y="73152"/>
                  </a:lnTo>
                  <a:lnTo>
                    <a:pt x="193738" y="73152"/>
                  </a:lnTo>
                  <a:lnTo>
                    <a:pt x="195262" y="74676"/>
                  </a:lnTo>
                  <a:lnTo>
                    <a:pt x="199834" y="74676"/>
                  </a:lnTo>
                  <a:lnTo>
                    <a:pt x="205930" y="68580"/>
                  </a:lnTo>
                  <a:lnTo>
                    <a:pt x="205930" y="60960"/>
                  </a:lnTo>
                  <a:close/>
                </a:path>
              </a:pathLst>
            </a:custGeom>
            <a:solidFill>
              <a:srgbClr val="2D89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525285" y="5220175"/>
              <a:ext cx="111347" cy="74676"/>
            </a:xfrm>
            <a:prstGeom prst="rect">
              <a:avLst/>
            </a:prstGeom>
          </p:spPr>
        </p:pic>
      </p:grpSp>
      <p:grpSp>
        <p:nvGrpSpPr>
          <p:cNvPr id="86" name="object 86"/>
          <p:cNvGrpSpPr/>
          <p:nvPr/>
        </p:nvGrpSpPr>
        <p:grpSpPr>
          <a:xfrm>
            <a:off x="10158221" y="7288720"/>
            <a:ext cx="218440" cy="74930"/>
            <a:chOff x="10158221" y="7288720"/>
            <a:chExt cx="218440" cy="74930"/>
          </a:xfrm>
        </p:grpSpPr>
        <p:sp>
          <p:nvSpPr>
            <p:cNvPr id="87" name="object 87"/>
            <p:cNvSpPr/>
            <p:nvPr/>
          </p:nvSpPr>
          <p:spPr>
            <a:xfrm>
              <a:off x="10158221" y="7288720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40" h="73659">
                  <a:moveTo>
                    <a:pt x="27431" y="73247"/>
                  </a:moveTo>
                  <a:lnTo>
                    <a:pt x="18287" y="73247"/>
                  </a:lnTo>
                  <a:lnTo>
                    <a:pt x="18287" y="16764"/>
                  </a:lnTo>
                  <a:lnTo>
                    <a:pt x="16763" y="18288"/>
                  </a:lnTo>
                  <a:lnTo>
                    <a:pt x="13715" y="19812"/>
                  </a:lnTo>
                  <a:lnTo>
                    <a:pt x="10667" y="22860"/>
                  </a:lnTo>
                  <a:lnTo>
                    <a:pt x="6095" y="24384"/>
                  </a:lnTo>
                  <a:lnTo>
                    <a:pt x="0" y="27432"/>
                  </a:lnTo>
                  <a:lnTo>
                    <a:pt x="0" y="18288"/>
                  </a:lnTo>
                  <a:lnTo>
                    <a:pt x="6095" y="16764"/>
                  </a:lnTo>
                  <a:lnTo>
                    <a:pt x="9143" y="13716"/>
                  </a:lnTo>
                  <a:lnTo>
                    <a:pt x="13715" y="10668"/>
                  </a:lnTo>
                  <a:lnTo>
                    <a:pt x="16763" y="6096"/>
                  </a:lnTo>
                  <a:lnTo>
                    <a:pt x="19811" y="3048"/>
                  </a:lnTo>
                  <a:lnTo>
                    <a:pt x="21335" y="0"/>
                  </a:lnTo>
                  <a:lnTo>
                    <a:pt x="27431" y="0"/>
                  </a:lnTo>
                  <a:lnTo>
                    <a:pt x="27431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0206989" y="7288720"/>
              <a:ext cx="169259" cy="747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102" y="860297"/>
            <a:ext cx="1424368" cy="279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751028" y="938117"/>
            <a:ext cx="135890" cy="104139"/>
            <a:chOff x="9751028" y="938117"/>
            <a:chExt cx="135890" cy="104139"/>
          </a:xfrm>
        </p:grpSpPr>
        <p:sp>
          <p:nvSpPr>
            <p:cNvPr id="7" name="object 7"/>
            <p:cNvSpPr/>
            <p:nvPr/>
          </p:nvSpPr>
          <p:spPr>
            <a:xfrm>
              <a:off x="9751028" y="938117"/>
              <a:ext cx="36830" cy="104139"/>
            </a:xfrm>
            <a:custGeom>
              <a:avLst/>
              <a:gdLst/>
              <a:ahLst/>
              <a:cxnLst/>
              <a:rect l="l" t="t" r="r" b="b"/>
              <a:pathLst>
                <a:path w="36829" h="104140">
                  <a:moveTo>
                    <a:pt x="36575" y="103727"/>
                  </a:moveTo>
                  <a:lnTo>
                    <a:pt x="22859" y="103727"/>
                  </a:lnTo>
                  <a:lnTo>
                    <a:pt x="22859" y="18288"/>
                  </a:lnTo>
                  <a:lnTo>
                    <a:pt x="21335" y="19812"/>
                  </a:lnTo>
                  <a:lnTo>
                    <a:pt x="18287" y="21336"/>
                  </a:lnTo>
                  <a:lnTo>
                    <a:pt x="13715" y="24384"/>
                  </a:lnTo>
                  <a:lnTo>
                    <a:pt x="4571" y="28956"/>
                  </a:lnTo>
                  <a:lnTo>
                    <a:pt x="0" y="28956"/>
                  </a:lnTo>
                  <a:lnTo>
                    <a:pt x="0" y="16764"/>
                  </a:lnTo>
                  <a:lnTo>
                    <a:pt x="4571" y="15240"/>
                  </a:lnTo>
                  <a:lnTo>
                    <a:pt x="10667" y="13716"/>
                  </a:lnTo>
                  <a:lnTo>
                    <a:pt x="16763" y="9144"/>
                  </a:lnTo>
                  <a:lnTo>
                    <a:pt x="22859" y="6096"/>
                  </a:lnTo>
                  <a:lnTo>
                    <a:pt x="27431" y="3048"/>
                  </a:lnTo>
                  <a:lnTo>
                    <a:pt x="30479" y="0"/>
                  </a:lnTo>
                  <a:lnTo>
                    <a:pt x="36575" y="0"/>
                  </a:lnTo>
                  <a:lnTo>
                    <a:pt x="36575" y="103727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2656" y="939641"/>
              <a:ext cx="64103" cy="102203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835812" y="1281302"/>
            <a:ext cx="1494790" cy="187960"/>
          </a:xfrm>
          <a:custGeom>
            <a:avLst/>
            <a:gdLst/>
            <a:ahLst/>
            <a:cxnLst/>
            <a:rect l="l" t="t" r="r" b="b"/>
            <a:pathLst>
              <a:path w="1494789" h="187959">
                <a:moveTo>
                  <a:pt x="13716" y="21336"/>
                </a:moveTo>
                <a:lnTo>
                  <a:pt x="0" y="21336"/>
                </a:lnTo>
                <a:lnTo>
                  <a:pt x="0" y="141922"/>
                </a:lnTo>
                <a:lnTo>
                  <a:pt x="13716" y="141922"/>
                </a:lnTo>
                <a:lnTo>
                  <a:pt x="13716" y="21336"/>
                </a:lnTo>
                <a:close/>
              </a:path>
              <a:path w="1494789" h="187959">
                <a:moveTo>
                  <a:pt x="51816" y="3048"/>
                </a:moveTo>
                <a:lnTo>
                  <a:pt x="38100" y="3048"/>
                </a:lnTo>
                <a:lnTo>
                  <a:pt x="38100" y="85445"/>
                </a:lnTo>
                <a:lnTo>
                  <a:pt x="36144" y="114274"/>
                </a:lnTo>
                <a:lnTo>
                  <a:pt x="30480" y="138836"/>
                </a:lnTo>
                <a:lnTo>
                  <a:pt x="21386" y="158826"/>
                </a:lnTo>
                <a:lnTo>
                  <a:pt x="9144" y="173926"/>
                </a:lnTo>
                <a:lnTo>
                  <a:pt x="13716" y="178498"/>
                </a:lnTo>
                <a:lnTo>
                  <a:pt x="16764" y="183070"/>
                </a:lnTo>
                <a:lnTo>
                  <a:pt x="19812" y="186118"/>
                </a:lnTo>
                <a:lnTo>
                  <a:pt x="33807" y="169024"/>
                </a:lnTo>
                <a:lnTo>
                  <a:pt x="43815" y="145351"/>
                </a:lnTo>
                <a:lnTo>
                  <a:pt x="49809" y="115366"/>
                </a:lnTo>
                <a:lnTo>
                  <a:pt x="49872" y="114274"/>
                </a:lnTo>
                <a:lnTo>
                  <a:pt x="51816" y="79349"/>
                </a:lnTo>
                <a:lnTo>
                  <a:pt x="51816" y="3048"/>
                </a:lnTo>
                <a:close/>
              </a:path>
              <a:path w="1494789" h="187959">
                <a:moveTo>
                  <a:pt x="160108" y="18288"/>
                </a:moveTo>
                <a:lnTo>
                  <a:pt x="62484" y="18288"/>
                </a:lnTo>
                <a:lnTo>
                  <a:pt x="62484" y="32105"/>
                </a:lnTo>
                <a:lnTo>
                  <a:pt x="144868" y="32105"/>
                </a:lnTo>
                <a:lnTo>
                  <a:pt x="144868" y="82397"/>
                </a:lnTo>
                <a:lnTo>
                  <a:pt x="67056" y="82397"/>
                </a:lnTo>
                <a:lnTo>
                  <a:pt x="67056" y="94589"/>
                </a:lnTo>
                <a:lnTo>
                  <a:pt x="144868" y="94589"/>
                </a:lnTo>
                <a:lnTo>
                  <a:pt x="144868" y="152590"/>
                </a:lnTo>
                <a:lnTo>
                  <a:pt x="56388" y="152590"/>
                </a:lnTo>
                <a:lnTo>
                  <a:pt x="56388" y="166306"/>
                </a:lnTo>
                <a:lnTo>
                  <a:pt x="144868" y="166306"/>
                </a:lnTo>
                <a:lnTo>
                  <a:pt x="144868" y="178498"/>
                </a:lnTo>
                <a:lnTo>
                  <a:pt x="160108" y="178498"/>
                </a:lnTo>
                <a:lnTo>
                  <a:pt x="160108" y="18288"/>
                </a:lnTo>
                <a:close/>
              </a:path>
              <a:path w="1494789" h="187959">
                <a:moveTo>
                  <a:pt x="363562" y="81153"/>
                </a:moveTo>
                <a:lnTo>
                  <a:pt x="177647" y="81153"/>
                </a:lnTo>
                <a:lnTo>
                  <a:pt x="177647" y="97917"/>
                </a:lnTo>
                <a:lnTo>
                  <a:pt x="363562" y="97917"/>
                </a:lnTo>
                <a:lnTo>
                  <a:pt x="363562" y="81153"/>
                </a:lnTo>
                <a:close/>
              </a:path>
              <a:path w="1494789" h="187959">
                <a:moveTo>
                  <a:pt x="431584" y="7620"/>
                </a:moveTo>
                <a:lnTo>
                  <a:pt x="414820" y="3048"/>
                </a:lnTo>
                <a:lnTo>
                  <a:pt x="406577" y="26822"/>
                </a:lnTo>
                <a:lnTo>
                  <a:pt x="395770" y="49999"/>
                </a:lnTo>
                <a:lnTo>
                  <a:pt x="382663" y="72580"/>
                </a:lnTo>
                <a:lnTo>
                  <a:pt x="367576" y="94589"/>
                </a:lnTo>
                <a:lnTo>
                  <a:pt x="370624" y="100685"/>
                </a:lnTo>
                <a:lnTo>
                  <a:pt x="372148" y="105257"/>
                </a:lnTo>
                <a:lnTo>
                  <a:pt x="375196" y="111353"/>
                </a:lnTo>
                <a:lnTo>
                  <a:pt x="380885" y="103352"/>
                </a:lnTo>
                <a:lnTo>
                  <a:pt x="386435" y="95351"/>
                </a:lnTo>
                <a:lnTo>
                  <a:pt x="391693" y="87350"/>
                </a:lnTo>
                <a:lnTo>
                  <a:pt x="396532" y="79349"/>
                </a:lnTo>
                <a:lnTo>
                  <a:pt x="396532" y="184594"/>
                </a:lnTo>
                <a:lnTo>
                  <a:pt x="413296" y="184594"/>
                </a:lnTo>
                <a:lnTo>
                  <a:pt x="413296" y="79349"/>
                </a:lnTo>
                <a:lnTo>
                  <a:pt x="413296" y="51917"/>
                </a:lnTo>
                <a:lnTo>
                  <a:pt x="417944" y="41160"/>
                </a:lnTo>
                <a:lnTo>
                  <a:pt x="422440" y="30340"/>
                </a:lnTo>
                <a:lnTo>
                  <a:pt x="427012" y="19050"/>
                </a:lnTo>
                <a:lnTo>
                  <a:pt x="431584" y="7620"/>
                </a:lnTo>
                <a:close/>
              </a:path>
              <a:path w="1494789" h="187959">
                <a:moveTo>
                  <a:pt x="553593" y="128206"/>
                </a:moveTo>
                <a:lnTo>
                  <a:pt x="547497" y="126593"/>
                </a:lnTo>
                <a:lnTo>
                  <a:pt x="541401" y="125069"/>
                </a:lnTo>
                <a:lnTo>
                  <a:pt x="536829" y="123545"/>
                </a:lnTo>
                <a:lnTo>
                  <a:pt x="536727" y="126593"/>
                </a:lnTo>
                <a:lnTo>
                  <a:pt x="536676" y="128206"/>
                </a:lnTo>
                <a:lnTo>
                  <a:pt x="536575" y="131254"/>
                </a:lnTo>
                <a:lnTo>
                  <a:pt x="527685" y="164782"/>
                </a:lnTo>
                <a:lnTo>
                  <a:pt x="486448" y="164782"/>
                </a:lnTo>
                <a:lnTo>
                  <a:pt x="481876" y="160210"/>
                </a:lnTo>
                <a:lnTo>
                  <a:pt x="481876" y="109829"/>
                </a:lnTo>
                <a:lnTo>
                  <a:pt x="481876" y="99161"/>
                </a:lnTo>
                <a:lnTo>
                  <a:pt x="499643" y="85115"/>
                </a:lnTo>
                <a:lnTo>
                  <a:pt x="506056" y="79349"/>
                </a:lnTo>
                <a:lnTo>
                  <a:pt x="516242" y="70205"/>
                </a:lnTo>
                <a:lnTo>
                  <a:pt x="531685" y="54152"/>
                </a:lnTo>
                <a:lnTo>
                  <a:pt x="545973" y="36677"/>
                </a:lnTo>
                <a:lnTo>
                  <a:pt x="532257" y="25908"/>
                </a:lnTo>
                <a:lnTo>
                  <a:pt x="520534" y="41160"/>
                </a:lnTo>
                <a:lnTo>
                  <a:pt x="508241" y="54952"/>
                </a:lnTo>
                <a:lnTo>
                  <a:pt x="495350" y="67589"/>
                </a:lnTo>
                <a:lnTo>
                  <a:pt x="481876" y="79349"/>
                </a:lnTo>
                <a:lnTo>
                  <a:pt x="481876" y="6096"/>
                </a:lnTo>
                <a:lnTo>
                  <a:pt x="465112" y="6096"/>
                </a:lnTo>
                <a:lnTo>
                  <a:pt x="465112" y="91541"/>
                </a:lnTo>
                <a:lnTo>
                  <a:pt x="454558" y="99021"/>
                </a:lnTo>
                <a:lnTo>
                  <a:pt x="443585" y="105638"/>
                </a:lnTo>
                <a:lnTo>
                  <a:pt x="432320" y="111683"/>
                </a:lnTo>
                <a:lnTo>
                  <a:pt x="420916" y="117449"/>
                </a:lnTo>
                <a:lnTo>
                  <a:pt x="427012" y="126593"/>
                </a:lnTo>
                <a:lnTo>
                  <a:pt x="465112" y="109829"/>
                </a:lnTo>
                <a:lnTo>
                  <a:pt x="465112" y="154114"/>
                </a:lnTo>
                <a:lnTo>
                  <a:pt x="466801" y="164998"/>
                </a:lnTo>
                <a:lnTo>
                  <a:pt x="471779" y="172593"/>
                </a:lnTo>
                <a:lnTo>
                  <a:pt x="479933" y="177050"/>
                </a:lnTo>
                <a:lnTo>
                  <a:pt x="491109" y="178498"/>
                </a:lnTo>
                <a:lnTo>
                  <a:pt x="523113" y="178498"/>
                </a:lnTo>
                <a:lnTo>
                  <a:pt x="533374" y="177317"/>
                </a:lnTo>
                <a:lnTo>
                  <a:pt x="541210" y="173545"/>
                </a:lnTo>
                <a:lnTo>
                  <a:pt x="546468" y="166928"/>
                </a:lnTo>
                <a:lnTo>
                  <a:pt x="547027" y="164782"/>
                </a:lnTo>
                <a:lnTo>
                  <a:pt x="549021" y="157162"/>
                </a:lnTo>
                <a:lnTo>
                  <a:pt x="551307" y="143256"/>
                </a:lnTo>
                <a:lnTo>
                  <a:pt x="552450" y="135953"/>
                </a:lnTo>
                <a:lnTo>
                  <a:pt x="553593" y="128206"/>
                </a:lnTo>
                <a:close/>
              </a:path>
              <a:path w="1494789" h="187959">
                <a:moveTo>
                  <a:pt x="696950" y="118973"/>
                </a:moveTo>
                <a:lnTo>
                  <a:pt x="559689" y="118973"/>
                </a:lnTo>
                <a:lnTo>
                  <a:pt x="559689" y="132778"/>
                </a:lnTo>
                <a:lnTo>
                  <a:pt x="696950" y="132778"/>
                </a:lnTo>
                <a:lnTo>
                  <a:pt x="696950" y="118973"/>
                </a:lnTo>
                <a:close/>
              </a:path>
              <a:path w="1494789" h="187959">
                <a:moveTo>
                  <a:pt x="742670" y="32105"/>
                </a:moveTo>
                <a:lnTo>
                  <a:pt x="609981" y="32105"/>
                </a:lnTo>
                <a:lnTo>
                  <a:pt x="613029" y="3048"/>
                </a:lnTo>
                <a:lnTo>
                  <a:pt x="597789" y="3048"/>
                </a:lnTo>
                <a:lnTo>
                  <a:pt x="590169" y="76301"/>
                </a:lnTo>
                <a:lnTo>
                  <a:pt x="590169" y="90017"/>
                </a:lnTo>
                <a:lnTo>
                  <a:pt x="712190" y="90017"/>
                </a:lnTo>
                <a:lnTo>
                  <a:pt x="712089" y="95427"/>
                </a:lnTo>
                <a:lnTo>
                  <a:pt x="710260" y="134886"/>
                </a:lnTo>
                <a:lnTo>
                  <a:pt x="681710" y="167830"/>
                </a:lnTo>
                <a:lnTo>
                  <a:pt x="673747" y="167576"/>
                </a:lnTo>
                <a:lnTo>
                  <a:pt x="663803" y="166878"/>
                </a:lnTo>
                <a:lnTo>
                  <a:pt x="639038" y="164782"/>
                </a:lnTo>
                <a:lnTo>
                  <a:pt x="639114" y="165163"/>
                </a:lnTo>
                <a:lnTo>
                  <a:pt x="640562" y="172402"/>
                </a:lnTo>
                <a:lnTo>
                  <a:pt x="642086" y="176974"/>
                </a:lnTo>
                <a:lnTo>
                  <a:pt x="642086" y="181546"/>
                </a:lnTo>
                <a:lnTo>
                  <a:pt x="684758" y="181546"/>
                </a:lnTo>
                <a:lnTo>
                  <a:pt x="694182" y="181241"/>
                </a:lnTo>
                <a:lnTo>
                  <a:pt x="718413" y="167830"/>
                </a:lnTo>
                <a:lnTo>
                  <a:pt x="720001" y="165163"/>
                </a:lnTo>
                <a:lnTo>
                  <a:pt x="726325" y="118973"/>
                </a:lnTo>
                <a:lnTo>
                  <a:pt x="728954" y="76301"/>
                </a:lnTo>
                <a:lnTo>
                  <a:pt x="606933" y="76301"/>
                </a:lnTo>
                <a:lnTo>
                  <a:pt x="608457" y="45821"/>
                </a:lnTo>
                <a:lnTo>
                  <a:pt x="742670" y="45821"/>
                </a:lnTo>
                <a:lnTo>
                  <a:pt x="742670" y="32105"/>
                </a:lnTo>
                <a:close/>
              </a:path>
              <a:path w="1494789" h="187959">
                <a:moveTo>
                  <a:pt x="820394" y="19812"/>
                </a:moveTo>
                <a:lnTo>
                  <a:pt x="806678" y="19812"/>
                </a:lnTo>
                <a:lnTo>
                  <a:pt x="806678" y="33629"/>
                </a:lnTo>
                <a:lnTo>
                  <a:pt x="806678" y="80873"/>
                </a:lnTo>
                <a:lnTo>
                  <a:pt x="806678" y="94589"/>
                </a:lnTo>
                <a:lnTo>
                  <a:pt x="806678" y="143446"/>
                </a:lnTo>
                <a:lnTo>
                  <a:pt x="771626" y="143446"/>
                </a:lnTo>
                <a:lnTo>
                  <a:pt x="771626" y="94589"/>
                </a:lnTo>
                <a:lnTo>
                  <a:pt x="806678" y="94589"/>
                </a:lnTo>
                <a:lnTo>
                  <a:pt x="806678" y="80873"/>
                </a:lnTo>
                <a:lnTo>
                  <a:pt x="771626" y="80873"/>
                </a:lnTo>
                <a:lnTo>
                  <a:pt x="771626" y="33629"/>
                </a:lnTo>
                <a:lnTo>
                  <a:pt x="806678" y="33629"/>
                </a:lnTo>
                <a:lnTo>
                  <a:pt x="806678" y="19812"/>
                </a:lnTo>
                <a:lnTo>
                  <a:pt x="756386" y="19812"/>
                </a:lnTo>
                <a:lnTo>
                  <a:pt x="756386" y="173926"/>
                </a:lnTo>
                <a:lnTo>
                  <a:pt x="771626" y="173926"/>
                </a:lnTo>
                <a:lnTo>
                  <a:pt x="771626" y="157162"/>
                </a:lnTo>
                <a:lnTo>
                  <a:pt x="806678" y="157162"/>
                </a:lnTo>
                <a:lnTo>
                  <a:pt x="806678" y="172402"/>
                </a:lnTo>
                <a:lnTo>
                  <a:pt x="820394" y="172402"/>
                </a:lnTo>
                <a:lnTo>
                  <a:pt x="820394" y="157162"/>
                </a:lnTo>
                <a:lnTo>
                  <a:pt x="820394" y="143446"/>
                </a:lnTo>
                <a:lnTo>
                  <a:pt x="820394" y="94589"/>
                </a:lnTo>
                <a:lnTo>
                  <a:pt x="820394" y="80873"/>
                </a:lnTo>
                <a:lnTo>
                  <a:pt x="820394" y="33629"/>
                </a:lnTo>
                <a:lnTo>
                  <a:pt x="820394" y="19812"/>
                </a:lnTo>
                <a:close/>
              </a:path>
              <a:path w="1494789" h="187959">
                <a:moveTo>
                  <a:pt x="870775" y="118973"/>
                </a:moveTo>
                <a:lnTo>
                  <a:pt x="866127" y="110134"/>
                </a:lnTo>
                <a:lnTo>
                  <a:pt x="861060" y="99733"/>
                </a:lnTo>
                <a:lnTo>
                  <a:pt x="855129" y="87896"/>
                </a:lnTo>
                <a:lnTo>
                  <a:pt x="847915" y="74777"/>
                </a:lnTo>
                <a:lnTo>
                  <a:pt x="834199" y="82397"/>
                </a:lnTo>
                <a:lnTo>
                  <a:pt x="840752" y="94665"/>
                </a:lnTo>
                <a:lnTo>
                  <a:pt x="846582" y="106210"/>
                </a:lnTo>
                <a:lnTo>
                  <a:pt x="851560" y="116903"/>
                </a:lnTo>
                <a:lnTo>
                  <a:pt x="855535" y="126593"/>
                </a:lnTo>
                <a:lnTo>
                  <a:pt x="861631" y="122021"/>
                </a:lnTo>
                <a:lnTo>
                  <a:pt x="867727" y="120497"/>
                </a:lnTo>
                <a:lnTo>
                  <a:pt x="870775" y="118973"/>
                </a:lnTo>
                <a:close/>
              </a:path>
              <a:path w="1494789" h="187959">
                <a:moveTo>
                  <a:pt x="934783" y="44297"/>
                </a:moveTo>
                <a:lnTo>
                  <a:pt x="907351" y="44297"/>
                </a:lnTo>
                <a:lnTo>
                  <a:pt x="907351" y="3048"/>
                </a:lnTo>
                <a:lnTo>
                  <a:pt x="893635" y="3048"/>
                </a:lnTo>
                <a:lnTo>
                  <a:pt x="893635" y="44297"/>
                </a:lnTo>
                <a:lnTo>
                  <a:pt x="826579" y="44297"/>
                </a:lnTo>
                <a:lnTo>
                  <a:pt x="826579" y="58013"/>
                </a:lnTo>
                <a:lnTo>
                  <a:pt x="893635" y="58013"/>
                </a:lnTo>
                <a:lnTo>
                  <a:pt x="893635" y="163258"/>
                </a:lnTo>
                <a:lnTo>
                  <a:pt x="889088" y="167817"/>
                </a:lnTo>
                <a:lnTo>
                  <a:pt x="873874" y="167817"/>
                </a:lnTo>
                <a:lnTo>
                  <a:pt x="866965" y="167640"/>
                </a:lnTo>
                <a:lnTo>
                  <a:pt x="858913" y="167195"/>
                </a:lnTo>
                <a:lnTo>
                  <a:pt x="849439" y="166306"/>
                </a:lnTo>
                <a:lnTo>
                  <a:pt x="850963" y="172402"/>
                </a:lnTo>
                <a:lnTo>
                  <a:pt x="852487" y="176974"/>
                </a:lnTo>
                <a:lnTo>
                  <a:pt x="852487" y="181546"/>
                </a:lnTo>
                <a:lnTo>
                  <a:pt x="862203" y="182435"/>
                </a:lnTo>
                <a:lnTo>
                  <a:pt x="870775" y="182880"/>
                </a:lnTo>
                <a:lnTo>
                  <a:pt x="878205" y="183057"/>
                </a:lnTo>
                <a:lnTo>
                  <a:pt x="884631" y="183057"/>
                </a:lnTo>
                <a:lnTo>
                  <a:pt x="894499" y="181381"/>
                </a:lnTo>
                <a:lnTo>
                  <a:pt x="901636" y="176403"/>
                </a:lnTo>
                <a:lnTo>
                  <a:pt x="905929" y="168287"/>
                </a:lnTo>
                <a:lnTo>
                  <a:pt x="905979" y="167817"/>
                </a:lnTo>
                <a:lnTo>
                  <a:pt x="906068" y="167195"/>
                </a:lnTo>
                <a:lnTo>
                  <a:pt x="906170" y="166306"/>
                </a:lnTo>
                <a:lnTo>
                  <a:pt x="907351" y="157162"/>
                </a:lnTo>
                <a:lnTo>
                  <a:pt x="907351" y="58013"/>
                </a:lnTo>
                <a:lnTo>
                  <a:pt x="934783" y="58013"/>
                </a:lnTo>
                <a:lnTo>
                  <a:pt x="934783" y="44297"/>
                </a:lnTo>
                <a:close/>
              </a:path>
              <a:path w="1494789" h="187959">
                <a:moveTo>
                  <a:pt x="1120902" y="102209"/>
                </a:moveTo>
                <a:lnTo>
                  <a:pt x="1059840" y="102209"/>
                </a:lnTo>
                <a:lnTo>
                  <a:pt x="1064412" y="99161"/>
                </a:lnTo>
                <a:lnTo>
                  <a:pt x="1061364" y="96113"/>
                </a:lnTo>
                <a:lnTo>
                  <a:pt x="1059840" y="96113"/>
                </a:lnTo>
                <a:lnTo>
                  <a:pt x="1075245" y="86969"/>
                </a:lnTo>
                <a:lnTo>
                  <a:pt x="1108608" y="67157"/>
                </a:lnTo>
                <a:lnTo>
                  <a:pt x="1108608" y="53441"/>
                </a:lnTo>
                <a:lnTo>
                  <a:pt x="991260" y="53441"/>
                </a:lnTo>
                <a:lnTo>
                  <a:pt x="991260" y="67157"/>
                </a:lnTo>
                <a:lnTo>
                  <a:pt x="1081176" y="67157"/>
                </a:lnTo>
                <a:lnTo>
                  <a:pt x="1047648" y="86969"/>
                </a:lnTo>
                <a:lnTo>
                  <a:pt x="1041679" y="83273"/>
                </a:lnTo>
                <a:lnTo>
                  <a:pt x="1035265" y="79159"/>
                </a:lnTo>
                <a:lnTo>
                  <a:pt x="1021740" y="70205"/>
                </a:lnTo>
                <a:lnTo>
                  <a:pt x="1012596" y="79349"/>
                </a:lnTo>
                <a:lnTo>
                  <a:pt x="1044600" y="102209"/>
                </a:lnTo>
                <a:lnTo>
                  <a:pt x="980592" y="102209"/>
                </a:lnTo>
                <a:lnTo>
                  <a:pt x="980592" y="115925"/>
                </a:lnTo>
                <a:lnTo>
                  <a:pt x="1044600" y="115925"/>
                </a:lnTo>
                <a:lnTo>
                  <a:pt x="1044600" y="164782"/>
                </a:lnTo>
                <a:lnTo>
                  <a:pt x="1041552" y="169354"/>
                </a:lnTo>
                <a:lnTo>
                  <a:pt x="1033932" y="169354"/>
                </a:lnTo>
                <a:lnTo>
                  <a:pt x="1028179" y="169100"/>
                </a:lnTo>
                <a:lnTo>
                  <a:pt x="1022121" y="168402"/>
                </a:lnTo>
                <a:lnTo>
                  <a:pt x="1008024" y="166306"/>
                </a:lnTo>
                <a:lnTo>
                  <a:pt x="1009548" y="172402"/>
                </a:lnTo>
                <a:lnTo>
                  <a:pt x="1009548" y="178498"/>
                </a:lnTo>
                <a:lnTo>
                  <a:pt x="1011072" y="183070"/>
                </a:lnTo>
                <a:lnTo>
                  <a:pt x="1038504" y="183070"/>
                </a:lnTo>
                <a:lnTo>
                  <a:pt x="1047635" y="181648"/>
                </a:lnTo>
                <a:lnTo>
                  <a:pt x="1054315" y="177355"/>
                </a:lnTo>
                <a:lnTo>
                  <a:pt x="1058443" y="170218"/>
                </a:lnTo>
                <a:lnTo>
                  <a:pt x="1058557" y="169354"/>
                </a:lnTo>
                <a:lnTo>
                  <a:pt x="1058595" y="169100"/>
                </a:lnTo>
                <a:lnTo>
                  <a:pt x="1058697" y="168402"/>
                </a:lnTo>
                <a:lnTo>
                  <a:pt x="1059840" y="160210"/>
                </a:lnTo>
                <a:lnTo>
                  <a:pt x="1059840" y="115925"/>
                </a:lnTo>
                <a:lnTo>
                  <a:pt x="1104036" y="115925"/>
                </a:lnTo>
                <a:lnTo>
                  <a:pt x="1091844" y="143446"/>
                </a:lnTo>
                <a:lnTo>
                  <a:pt x="1096416" y="144970"/>
                </a:lnTo>
                <a:lnTo>
                  <a:pt x="1100988" y="148018"/>
                </a:lnTo>
                <a:lnTo>
                  <a:pt x="1105560" y="149542"/>
                </a:lnTo>
                <a:lnTo>
                  <a:pt x="1120902" y="115925"/>
                </a:lnTo>
                <a:lnTo>
                  <a:pt x="1120902" y="102209"/>
                </a:lnTo>
                <a:close/>
              </a:path>
              <a:path w="1494789" h="187959">
                <a:moveTo>
                  <a:pt x="1122426" y="24384"/>
                </a:moveTo>
                <a:lnTo>
                  <a:pt x="1044600" y="24384"/>
                </a:lnTo>
                <a:lnTo>
                  <a:pt x="1052220" y="19812"/>
                </a:lnTo>
                <a:lnTo>
                  <a:pt x="1049172" y="13716"/>
                </a:lnTo>
                <a:lnTo>
                  <a:pt x="1044600" y="6096"/>
                </a:lnTo>
                <a:lnTo>
                  <a:pt x="1040028" y="0"/>
                </a:lnTo>
                <a:lnTo>
                  <a:pt x="1026312" y="7620"/>
                </a:lnTo>
                <a:lnTo>
                  <a:pt x="1029360" y="12192"/>
                </a:lnTo>
                <a:lnTo>
                  <a:pt x="1033932" y="18288"/>
                </a:lnTo>
                <a:lnTo>
                  <a:pt x="1036980" y="24384"/>
                </a:lnTo>
                <a:lnTo>
                  <a:pt x="959167" y="24384"/>
                </a:lnTo>
                <a:lnTo>
                  <a:pt x="959167" y="93065"/>
                </a:lnTo>
                <a:lnTo>
                  <a:pt x="957757" y="119672"/>
                </a:lnTo>
                <a:lnTo>
                  <a:pt x="953643" y="142113"/>
                </a:lnTo>
                <a:lnTo>
                  <a:pt x="946962" y="160210"/>
                </a:lnTo>
                <a:lnTo>
                  <a:pt x="937831" y="173926"/>
                </a:lnTo>
                <a:lnTo>
                  <a:pt x="942403" y="178498"/>
                </a:lnTo>
                <a:lnTo>
                  <a:pt x="968400" y="146685"/>
                </a:lnTo>
                <a:lnTo>
                  <a:pt x="974496" y="88493"/>
                </a:lnTo>
                <a:lnTo>
                  <a:pt x="974496" y="38201"/>
                </a:lnTo>
                <a:lnTo>
                  <a:pt x="1122426" y="38201"/>
                </a:lnTo>
                <a:lnTo>
                  <a:pt x="1122426" y="24384"/>
                </a:lnTo>
                <a:close/>
              </a:path>
              <a:path w="1494789" h="187959">
                <a:moveTo>
                  <a:pt x="1189482" y="140398"/>
                </a:moveTo>
                <a:lnTo>
                  <a:pt x="1172527" y="144399"/>
                </a:lnTo>
                <a:lnTo>
                  <a:pt x="1157287" y="147637"/>
                </a:lnTo>
                <a:lnTo>
                  <a:pt x="1133094" y="152590"/>
                </a:lnTo>
                <a:lnTo>
                  <a:pt x="1136142" y="167830"/>
                </a:lnTo>
                <a:lnTo>
                  <a:pt x="1147241" y="164401"/>
                </a:lnTo>
                <a:lnTo>
                  <a:pt x="1159764" y="160972"/>
                </a:lnTo>
                <a:lnTo>
                  <a:pt x="1173429" y="157543"/>
                </a:lnTo>
                <a:lnTo>
                  <a:pt x="1187958" y="154114"/>
                </a:lnTo>
                <a:lnTo>
                  <a:pt x="1187958" y="143446"/>
                </a:lnTo>
                <a:lnTo>
                  <a:pt x="1189482" y="140398"/>
                </a:lnTo>
                <a:close/>
              </a:path>
              <a:path w="1494789" h="187959">
                <a:moveTo>
                  <a:pt x="1195578" y="42773"/>
                </a:moveTo>
                <a:lnTo>
                  <a:pt x="1183386" y="36677"/>
                </a:lnTo>
                <a:lnTo>
                  <a:pt x="1181087" y="41249"/>
                </a:lnTo>
                <a:lnTo>
                  <a:pt x="1176337" y="50571"/>
                </a:lnTo>
                <a:lnTo>
                  <a:pt x="1173162" y="56489"/>
                </a:lnTo>
                <a:lnTo>
                  <a:pt x="1169708" y="62509"/>
                </a:lnTo>
                <a:lnTo>
                  <a:pt x="1146848" y="62509"/>
                </a:lnTo>
                <a:lnTo>
                  <a:pt x="1154112" y="50203"/>
                </a:lnTo>
                <a:lnTo>
                  <a:pt x="1161288" y="37388"/>
                </a:lnTo>
                <a:lnTo>
                  <a:pt x="1168768" y="22860"/>
                </a:lnTo>
                <a:lnTo>
                  <a:pt x="1175766" y="7620"/>
                </a:lnTo>
                <a:lnTo>
                  <a:pt x="1162050" y="3048"/>
                </a:lnTo>
                <a:lnTo>
                  <a:pt x="1154074" y="22212"/>
                </a:lnTo>
                <a:lnTo>
                  <a:pt x="1146238" y="38531"/>
                </a:lnTo>
                <a:lnTo>
                  <a:pt x="1138694" y="51993"/>
                </a:lnTo>
                <a:lnTo>
                  <a:pt x="1131620" y="62509"/>
                </a:lnTo>
                <a:lnTo>
                  <a:pt x="1132928" y="68681"/>
                </a:lnTo>
                <a:lnTo>
                  <a:pt x="1134618" y="76301"/>
                </a:lnTo>
                <a:lnTo>
                  <a:pt x="1139786" y="75399"/>
                </a:lnTo>
                <a:lnTo>
                  <a:pt x="1146238" y="74777"/>
                </a:lnTo>
                <a:lnTo>
                  <a:pt x="1154125" y="74155"/>
                </a:lnTo>
                <a:lnTo>
                  <a:pt x="1163574" y="73253"/>
                </a:lnTo>
                <a:lnTo>
                  <a:pt x="1154976" y="86969"/>
                </a:lnTo>
                <a:lnTo>
                  <a:pt x="1147381" y="98399"/>
                </a:lnTo>
                <a:lnTo>
                  <a:pt x="1140637" y="107543"/>
                </a:lnTo>
                <a:lnTo>
                  <a:pt x="1134618" y="114401"/>
                </a:lnTo>
                <a:lnTo>
                  <a:pt x="1137666" y="128206"/>
                </a:lnTo>
                <a:lnTo>
                  <a:pt x="1149400" y="126111"/>
                </a:lnTo>
                <a:lnTo>
                  <a:pt x="1161859" y="124320"/>
                </a:lnTo>
                <a:lnTo>
                  <a:pt x="1175169" y="122542"/>
                </a:lnTo>
                <a:lnTo>
                  <a:pt x="1189482" y="120497"/>
                </a:lnTo>
                <a:lnTo>
                  <a:pt x="1189482" y="112877"/>
                </a:lnTo>
                <a:lnTo>
                  <a:pt x="1189482" y="111353"/>
                </a:lnTo>
                <a:lnTo>
                  <a:pt x="1191006" y="106781"/>
                </a:lnTo>
                <a:lnTo>
                  <a:pt x="1180985" y="108800"/>
                </a:lnTo>
                <a:lnTo>
                  <a:pt x="1171384" y="110401"/>
                </a:lnTo>
                <a:lnTo>
                  <a:pt x="1162075" y="111709"/>
                </a:lnTo>
                <a:lnTo>
                  <a:pt x="1152906" y="112877"/>
                </a:lnTo>
                <a:lnTo>
                  <a:pt x="1163218" y="97421"/>
                </a:lnTo>
                <a:lnTo>
                  <a:pt x="1173670" y="80683"/>
                </a:lnTo>
                <a:lnTo>
                  <a:pt x="1178064" y="73253"/>
                </a:lnTo>
                <a:lnTo>
                  <a:pt x="1184414" y="62509"/>
                </a:lnTo>
                <a:lnTo>
                  <a:pt x="1195578" y="42773"/>
                </a:lnTo>
                <a:close/>
              </a:path>
              <a:path w="1494789" h="187959">
                <a:moveTo>
                  <a:pt x="1226058" y="50393"/>
                </a:moveTo>
                <a:lnTo>
                  <a:pt x="1225943" y="50203"/>
                </a:lnTo>
                <a:lnTo>
                  <a:pt x="1216914" y="35153"/>
                </a:lnTo>
                <a:lnTo>
                  <a:pt x="1213866" y="30480"/>
                </a:lnTo>
                <a:lnTo>
                  <a:pt x="1203198" y="35153"/>
                </a:lnTo>
                <a:lnTo>
                  <a:pt x="1206246" y="41249"/>
                </a:lnTo>
                <a:lnTo>
                  <a:pt x="1210818" y="48869"/>
                </a:lnTo>
                <a:lnTo>
                  <a:pt x="1213866" y="56489"/>
                </a:lnTo>
                <a:lnTo>
                  <a:pt x="1226058" y="50393"/>
                </a:lnTo>
                <a:close/>
              </a:path>
              <a:path w="1494789" h="187959">
                <a:moveTo>
                  <a:pt x="1262722" y="50393"/>
                </a:moveTo>
                <a:lnTo>
                  <a:pt x="1262634" y="50203"/>
                </a:lnTo>
                <a:lnTo>
                  <a:pt x="1258150" y="41249"/>
                </a:lnTo>
                <a:lnTo>
                  <a:pt x="1258087" y="41084"/>
                </a:lnTo>
                <a:lnTo>
                  <a:pt x="1255102" y="33629"/>
                </a:lnTo>
                <a:lnTo>
                  <a:pt x="1251966" y="27432"/>
                </a:lnTo>
                <a:lnTo>
                  <a:pt x="1239774" y="32105"/>
                </a:lnTo>
                <a:lnTo>
                  <a:pt x="1244346" y="39725"/>
                </a:lnTo>
                <a:lnTo>
                  <a:pt x="1247394" y="48869"/>
                </a:lnTo>
                <a:lnTo>
                  <a:pt x="1248918" y="54965"/>
                </a:lnTo>
                <a:lnTo>
                  <a:pt x="1262722" y="50393"/>
                </a:lnTo>
                <a:close/>
              </a:path>
              <a:path w="1494789" h="187959">
                <a:moveTo>
                  <a:pt x="1308442" y="22860"/>
                </a:moveTo>
                <a:lnTo>
                  <a:pt x="1308379" y="22212"/>
                </a:lnTo>
                <a:lnTo>
                  <a:pt x="1306918" y="9144"/>
                </a:lnTo>
                <a:lnTo>
                  <a:pt x="1279436" y="11391"/>
                </a:lnTo>
                <a:lnTo>
                  <a:pt x="1251635" y="13335"/>
                </a:lnTo>
                <a:lnTo>
                  <a:pt x="1223264" y="14719"/>
                </a:lnTo>
                <a:lnTo>
                  <a:pt x="1194054" y="15240"/>
                </a:lnTo>
                <a:lnTo>
                  <a:pt x="1195578" y="19812"/>
                </a:lnTo>
                <a:lnTo>
                  <a:pt x="1195578" y="24384"/>
                </a:lnTo>
                <a:lnTo>
                  <a:pt x="1197102" y="28956"/>
                </a:lnTo>
                <a:lnTo>
                  <a:pt x="1230782" y="27584"/>
                </a:lnTo>
                <a:lnTo>
                  <a:pt x="1308442" y="22860"/>
                </a:lnTo>
                <a:close/>
              </a:path>
              <a:path w="1494789" h="187959">
                <a:moveTo>
                  <a:pt x="1316062" y="170878"/>
                </a:moveTo>
                <a:lnTo>
                  <a:pt x="1301775" y="169164"/>
                </a:lnTo>
                <a:lnTo>
                  <a:pt x="1288630" y="166306"/>
                </a:lnTo>
                <a:lnTo>
                  <a:pt x="1276629" y="162306"/>
                </a:lnTo>
                <a:lnTo>
                  <a:pt x="1265770" y="157162"/>
                </a:lnTo>
                <a:lnTo>
                  <a:pt x="1274610" y="149758"/>
                </a:lnTo>
                <a:lnTo>
                  <a:pt x="1274813" y="149542"/>
                </a:lnTo>
                <a:lnTo>
                  <a:pt x="1282725" y="141351"/>
                </a:lnTo>
                <a:lnTo>
                  <a:pt x="1289989" y="132054"/>
                </a:lnTo>
                <a:lnTo>
                  <a:pt x="1296250" y="122021"/>
                </a:lnTo>
                <a:lnTo>
                  <a:pt x="1296250" y="111353"/>
                </a:lnTo>
                <a:lnTo>
                  <a:pt x="1281010" y="111353"/>
                </a:lnTo>
                <a:lnTo>
                  <a:pt x="1281010" y="122021"/>
                </a:lnTo>
                <a:lnTo>
                  <a:pt x="1275257" y="129794"/>
                </a:lnTo>
                <a:lnTo>
                  <a:pt x="1269199" y="136969"/>
                </a:lnTo>
                <a:lnTo>
                  <a:pt x="1262684" y="143446"/>
                </a:lnTo>
                <a:lnTo>
                  <a:pt x="1255102" y="149542"/>
                </a:lnTo>
                <a:lnTo>
                  <a:pt x="1247571" y="144399"/>
                </a:lnTo>
                <a:lnTo>
                  <a:pt x="1240929" y="138112"/>
                </a:lnTo>
                <a:lnTo>
                  <a:pt x="1234871" y="130644"/>
                </a:lnTo>
                <a:lnTo>
                  <a:pt x="1233246" y="128206"/>
                </a:lnTo>
                <a:lnTo>
                  <a:pt x="1229106" y="122021"/>
                </a:lnTo>
                <a:lnTo>
                  <a:pt x="1281010" y="122021"/>
                </a:lnTo>
                <a:lnTo>
                  <a:pt x="1281010" y="111353"/>
                </a:lnTo>
                <a:lnTo>
                  <a:pt x="1224534" y="111353"/>
                </a:lnTo>
                <a:lnTo>
                  <a:pt x="1226058" y="106781"/>
                </a:lnTo>
                <a:lnTo>
                  <a:pt x="1227582" y="100685"/>
                </a:lnTo>
                <a:lnTo>
                  <a:pt x="1227582" y="96113"/>
                </a:lnTo>
                <a:lnTo>
                  <a:pt x="1313014" y="96113"/>
                </a:lnTo>
                <a:lnTo>
                  <a:pt x="1313014" y="83921"/>
                </a:lnTo>
                <a:lnTo>
                  <a:pt x="1229106" y="83921"/>
                </a:lnTo>
                <a:lnTo>
                  <a:pt x="1230630" y="79349"/>
                </a:lnTo>
                <a:lnTo>
                  <a:pt x="1230630" y="68681"/>
                </a:lnTo>
                <a:lnTo>
                  <a:pt x="1309966" y="68681"/>
                </a:lnTo>
                <a:lnTo>
                  <a:pt x="1309966" y="58013"/>
                </a:lnTo>
                <a:lnTo>
                  <a:pt x="1284058" y="58013"/>
                </a:lnTo>
                <a:lnTo>
                  <a:pt x="1287754" y="53136"/>
                </a:lnTo>
                <a:lnTo>
                  <a:pt x="1291869" y="47536"/>
                </a:lnTo>
                <a:lnTo>
                  <a:pt x="1296276" y="41084"/>
                </a:lnTo>
                <a:lnTo>
                  <a:pt x="1300822" y="33629"/>
                </a:lnTo>
                <a:lnTo>
                  <a:pt x="1287106" y="25908"/>
                </a:lnTo>
                <a:lnTo>
                  <a:pt x="1283423" y="34607"/>
                </a:lnTo>
                <a:lnTo>
                  <a:pt x="1279182" y="42773"/>
                </a:lnTo>
                <a:lnTo>
                  <a:pt x="1274699" y="50571"/>
                </a:lnTo>
                <a:lnTo>
                  <a:pt x="1270342" y="58013"/>
                </a:lnTo>
                <a:lnTo>
                  <a:pt x="1195578" y="58013"/>
                </a:lnTo>
                <a:lnTo>
                  <a:pt x="1195578" y="68681"/>
                </a:lnTo>
                <a:lnTo>
                  <a:pt x="1216914" y="68681"/>
                </a:lnTo>
                <a:lnTo>
                  <a:pt x="1216914" y="83921"/>
                </a:lnTo>
                <a:lnTo>
                  <a:pt x="1191006" y="83921"/>
                </a:lnTo>
                <a:lnTo>
                  <a:pt x="1191006" y="96113"/>
                </a:lnTo>
                <a:lnTo>
                  <a:pt x="1215390" y="96113"/>
                </a:lnTo>
                <a:lnTo>
                  <a:pt x="1209916" y="116941"/>
                </a:lnTo>
                <a:lnTo>
                  <a:pt x="1202436" y="135788"/>
                </a:lnTo>
                <a:lnTo>
                  <a:pt x="1192669" y="152349"/>
                </a:lnTo>
                <a:lnTo>
                  <a:pt x="1180338" y="166306"/>
                </a:lnTo>
                <a:lnTo>
                  <a:pt x="1183386" y="172402"/>
                </a:lnTo>
                <a:lnTo>
                  <a:pt x="1186434" y="175450"/>
                </a:lnTo>
                <a:lnTo>
                  <a:pt x="1187958" y="178498"/>
                </a:lnTo>
                <a:lnTo>
                  <a:pt x="1197673" y="167640"/>
                </a:lnTo>
                <a:lnTo>
                  <a:pt x="1206246" y="155638"/>
                </a:lnTo>
                <a:lnTo>
                  <a:pt x="1213675" y="142494"/>
                </a:lnTo>
                <a:lnTo>
                  <a:pt x="1219962" y="128206"/>
                </a:lnTo>
                <a:lnTo>
                  <a:pt x="1224813" y="136804"/>
                </a:lnTo>
                <a:lnTo>
                  <a:pt x="1224927" y="136969"/>
                </a:lnTo>
                <a:lnTo>
                  <a:pt x="1230249" y="144399"/>
                </a:lnTo>
                <a:lnTo>
                  <a:pt x="1236243" y="151142"/>
                </a:lnTo>
                <a:lnTo>
                  <a:pt x="1242822" y="157162"/>
                </a:lnTo>
                <a:lnTo>
                  <a:pt x="1233131" y="162572"/>
                </a:lnTo>
                <a:lnTo>
                  <a:pt x="1222438" y="167259"/>
                </a:lnTo>
                <a:lnTo>
                  <a:pt x="1210894" y="171094"/>
                </a:lnTo>
                <a:lnTo>
                  <a:pt x="1198626" y="173926"/>
                </a:lnTo>
                <a:lnTo>
                  <a:pt x="1201674" y="178498"/>
                </a:lnTo>
                <a:lnTo>
                  <a:pt x="1203198" y="183070"/>
                </a:lnTo>
                <a:lnTo>
                  <a:pt x="1206246" y="186118"/>
                </a:lnTo>
                <a:lnTo>
                  <a:pt x="1219441" y="182384"/>
                </a:lnTo>
                <a:lnTo>
                  <a:pt x="1231785" y="177927"/>
                </a:lnTo>
                <a:lnTo>
                  <a:pt x="1243622" y="172593"/>
                </a:lnTo>
                <a:lnTo>
                  <a:pt x="1255102" y="166306"/>
                </a:lnTo>
                <a:lnTo>
                  <a:pt x="1266228" y="172593"/>
                </a:lnTo>
                <a:lnTo>
                  <a:pt x="1278915" y="177736"/>
                </a:lnTo>
                <a:lnTo>
                  <a:pt x="1293037" y="181737"/>
                </a:lnTo>
                <a:lnTo>
                  <a:pt x="1308442" y="184594"/>
                </a:lnTo>
                <a:lnTo>
                  <a:pt x="1309966" y="180022"/>
                </a:lnTo>
                <a:lnTo>
                  <a:pt x="1316062" y="170878"/>
                </a:lnTo>
                <a:close/>
              </a:path>
              <a:path w="1494789" h="187959">
                <a:moveTo>
                  <a:pt x="1366367" y="97637"/>
                </a:moveTo>
                <a:lnTo>
                  <a:pt x="1357223" y="91541"/>
                </a:lnTo>
                <a:lnTo>
                  <a:pt x="1351127" y="88493"/>
                </a:lnTo>
                <a:lnTo>
                  <a:pt x="1344269" y="111658"/>
                </a:lnTo>
                <a:lnTo>
                  <a:pt x="1337411" y="133121"/>
                </a:lnTo>
                <a:lnTo>
                  <a:pt x="1330553" y="152869"/>
                </a:lnTo>
                <a:lnTo>
                  <a:pt x="1323695" y="170878"/>
                </a:lnTo>
                <a:lnTo>
                  <a:pt x="1338935" y="178498"/>
                </a:lnTo>
                <a:lnTo>
                  <a:pt x="1345996" y="156222"/>
                </a:lnTo>
                <a:lnTo>
                  <a:pt x="1353223" y="135216"/>
                </a:lnTo>
                <a:lnTo>
                  <a:pt x="1360144" y="115633"/>
                </a:lnTo>
                <a:lnTo>
                  <a:pt x="1366367" y="97637"/>
                </a:lnTo>
                <a:close/>
              </a:path>
              <a:path w="1494789" h="187959">
                <a:moveTo>
                  <a:pt x="1366367" y="51917"/>
                </a:moveTo>
                <a:lnTo>
                  <a:pt x="1360119" y="42468"/>
                </a:lnTo>
                <a:lnTo>
                  <a:pt x="1353032" y="32435"/>
                </a:lnTo>
                <a:lnTo>
                  <a:pt x="1345361" y="21831"/>
                </a:lnTo>
                <a:lnTo>
                  <a:pt x="1337411" y="10668"/>
                </a:lnTo>
                <a:lnTo>
                  <a:pt x="1325219" y="19812"/>
                </a:lnTo>
                <a:lnTo>
                  <a:pt x="1332077" y="29298"/>
                </a:lnTo>
                <a:lnTo>
                  <a:pt x="1338935" y="39331"/>
                </a:lnTo>
                <a:lnTo>
                  <a:pt x="1345793" y="49911"/>
                </a:lnTo>
                <a:lnTo>
                  <a:pt x="1352651" y="61061"/>
                </a:lnTo>
                <a:lnTo>
                  <a:pt x="1366367" y="51917"/>
                </a:lnTo>
                <a:close/>
              </a:path>
              <a:path w="1494789" h="187959">
                <a:moveTo>
                  <a:pt x="1494472" y="39725"/>
                </a:moveTo>
                <a:lnTo>
                  <a:pt x="1480756" y="39725"/>
                </a:lnTo>
                <a:lnTo>
                  <a:pt x="1480756" y="53441"/>
                </a:lnTo>
                <a:lnTo>
                  <a:pt x="1480756" y="109829"/>
                </a:lnTo>
                <a:lnTo>
                  <a:pt x="1445704" y="109829"/>
                </a:lnTo>
                <a:lnTo>
                  <a:pt x="1445704" y="53441"/>
                </a:lnTo>
                <a:lnTo>
                  <a:pt x="1480756" y="53441"/>
                </a:lnTo>
                <a:lnTo>
                  <a:pt x="1480756" y="39725"/>
                </a:lnTo>
                <a:lnTo>
                  <a:pt x="1445704" y="39725"/>
                </a:lnTo>
                <a:lnTo>
                  <a:pt x="1445704" y="3048"/>
                </a:lnTo>
                <a:lnTo>
                  <a:pt x="1430464" y="3048"/>
                </a:lnTo>
                <a:lnTo>
                  <a:pt x="1430464" y="39725"/>
                </a:lnTo>
                <a:lnTo>
                  <a:pt x="1430464" y="53441"/>
                </a:lnTo>
                <a:lnTo>
                  <a:pt x="1430464" y="109829"/>
                </a:lnTo>
                <a:lnTo>
                  <a:pt x="1396847" y="109829"/>
                </a:lnTo>
                <a:lnTo>
                  <a:pt x="1396847" y="53441"/>
                </a:lnTo>
                <a:lnTo>
                  <a:pt x="1430464" y="53441"/>
                </a:lnTo>
                <a:lnTo>
                  <a:pt x="1430464" y="39725"/>
                </a:lnTo>
                <a:lnTo>
                  <a:pt x="1381607" y="39725"/>
                </a:lnTo>
                <a:lnTo>
                  <a:pt x="1381607" y="131254"/>
                </a:lnTo>
                <a:lnTo>
                  <a:pt x="1396847" y="131254"/>
                </a:lnTo>
                <a:lnTo>
                  <a:pt x="1396847" y="122021"/>
                </a:lnTo>
                <a:lnTo>
                  <a:pt x="1430464" y="122021"/>
                </a:lnTo>
                <a:lnTo>
                  <a:pt x="1430464" y="186118"/>
                </a:lnTo>
                <a:lnTo>
                  <a:pt x="1445704" y="186118"/>
                </a:lnTo>
                <a:lnTo>
                  <a:pt x="1445704" y="122021"/>
                </a:lnTo>
                <a:lnTo>
                  <a:pt x="1480756" y="122021"/>
                </a:lnTo>
                <a:lnTo>
                  <a:pt x="1480756" y="131254"/>
                </a:lnTo>
                <a:lnTo>
                  <a:pt x="1494472" y="131254"/>
                </a:lnTo>
                <a:lnTo>
                  <a:pt x="1494472" y="122021"/>
                </a:lnTo>
                <a:lnTo>
                  <a:pt x="1494472" y="109829"/>
                </a:lnTo>
                <a:lnTo>
                  <a:pt x="1494472" y="53441"/>
                </a:lnTo>
                <a:lnTo>
                  <a:pt x="1494472" y="39725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819811" y="3939535"/>
            <a:ext cx="9074150" cy="1736089"/>
            <a:chOff x="819811" y="3939535"/>
            <a:chExt cx="9074150" cy="1736089"/>
          </a:xfrm>
        </p:grpSpPr>
        <p:sp>
          <p:nvSpPr>
            <p:cNvPr id="11" name="object 11"/>
            <p:cNvSpPr/>
            <p:nvPr/>
          </p:nvSpPr>
          <p:spPr>
            <a:xfrm>
              <a:off x="825150" y="3944873"/>
              <a:ext cx="9063355" cy="1725295"/>
            </a:xfrm>
            <a:custGeom>
              <a:avLst/>
              <a:gdLst/>
              <a:ahLst/>
              <a:cxnLst/>
              <a:rect l="l" t="t" r="r" b="b"/>
              <a:pathLst>
                <a:path w="9063355" h="1725295">
                  <a:moveTo>
                    <a:pt x="0" y="1615440"/>
                  </a:moveTo>
                  <a:lnTo>
                    <a:pt x="0" y="109823"/>
                  </a:lnTo>
                  <a:lnTo>
                    <a:pt x="0" y="102203"/>
                  </a:lnTo>
                  <a:lnTo>
                    <a:pt x="0" y="94583"/>
                  </a:lnTo>
                  <a:lnTo>
                    <a:pt x="1524" y="88391"/>
                  </a:lnTo>
                  <a:lnTo>
                    <a:pt x="3048" y="80772"/>
                  </a:lnTo>
                  <a:lnTo>
                    <a:pt x="4572" y="74676"/>
                  </a:lnTo>
                  <a:lnTo>
                    <a:pt x="7620" y="67056"/>
                  </a:lnTo>
                  <a:lnTo>
                    <a:pt x="10668" y="60960"/>
                  </a:lnTo>
                  <a:lnTo>
                    <a:pt x="13716" y="54864"/>
                  </a:lnTo>
                  <a:lnTo>
                    <a:pt x="18288" y="48768"/>
                  </a:lnTo>
                  <a:lnTo>
                    <a:pt x="21336" y="42672"/>
                  </a:lnTo>
                  <a:lnTo>
                    <a:pt x="25908" y="36576"/>
                  </a:lnTo>
                  <a:lnTo>
                    <a:pt x="32004" y="32004"/>
                  </a:lnTo>
                  <a:lnTo>
                    <a:pt x="36576" y="27432"/>
                  </a:lnTo>
                  <a:lnTo>
                    <a:pt x="42672" y="22860"/>
                  </a:lnTo>
                  <a:lnTo>
                    <a:pt x="48768" y="18288"/>
                  </a:lnTo>
                  <a:lnTo>
                    <a:pt x="53339" y="13716"/>
                  </a:lnTo>
                  <a:lnTo>
                    <a:pt x="60960" y="10668"/>
                  </a:lnTo>
                  <a:lnTo>
                    <a:pt x="67056" y="7620"/>
                  </a:lnTo>
                  <a:lnTo>
                    <a:pt x="73152" y="6095"/>
                  </a:lnTo>
                  <a:lnTo>
                    <a:pt x="80772" y="3048"/>
                  </a:lnTo>
                  <a:lnTo>
                    <a:pt x="86868" y="1524"/>
                  </a:lnTo>
                  <a:lnTo>
                    <a:pt x="94488" y="0"/>
                  </a:lnTo>
                  <a:lnTo>
                    <a:pt x="102108" y="0"/>
                  </a:lnTo>
                  <a:lnTo>
                    <a:pt x="109728" y="0"/>
                  </a:lnTo>
                  <a:lnTo>
                    <a:pt x="8954833" y="0"/>
                  </a:lnTo>
                  <a:lnTo>
                    <a:pt x="8960929" y="0"/>
                  </a:lnTo>
                  <a:lnTo>
                    <a:pt x="8968549" y="0"/>
                  </a:lnTo>
                  <a:lnTo>
                    <a:pt x="8976169" y="1524"/>
                  </a:lnTo>
                  <a:lnTo>
                    <a:pt x="8982265" y="3048"/>
                  </a:lnTo>
                  <a:lnTo>
                    <a:pt x="8989885" y="6095"/>
                  </a:lnTo>
                  <a:lnTo>
                    <a:pt x="8995981" y="7620"/>
                  </a:lnTo>
                  <a:lnTo>
                    <a:pt x="9002077" y="10668"/>
                  </a:lnTo>
                  <a:lnTo>
                    <a:pt x="9009697" y="13716"/>
                  </a:lnTo>
                  <a:lnTo>
                    <a:pt x="9014269" y="18288"/>
                  </a:lnTo>
                  <a:lnTo>
                    <a:pt x="9020365" y="22860"/>
                  </a:lnTo>
                  <a:lnTo>
                    <a:pt x="9026461" y="27432"/>
                  </a:lnTo>
                  <a:lnTo>
                    <a:pt x="9031033" y="32004"/>
                  </a:lnTo>
                  <a:lnTo>
                    <a:pt x="9037129" y="36576"/>
                  </a:lnTo>
                  <a:lnTo>
                    <a:pt x="9041701" y="42672"/>
                  </a:lnTo>
                  <a:lnTo>
                    <a:pt x="9044845" y="48768"/>
                  </a:lnTo>
                  <a:lnTo>
                    <a:pt x="9049416" y="54864"/>
                  </a:lnTo>
                  <a:lnTo>
                    <a:pt x="9061608" y="88391"/>
                  </a:lnTo>
                  <a:lnTo>
                    <a:pt x="9063132" y="94583"/>
                  </a:lnTo>
                  <a:lnTo>
                    <a:pt x="9063132" y="1629156"/>
                  </a:lnTo>
                  <a:lnTo>
                    <a:pt x="9061608" y="1636776"/>
                  </a:lnTo>
                  <a:lnTo>
                    <a:pt x="9044845" y="1676495"/>
                  </a:lnTo>
                  <a:lnTo>
                    <a:pt x="9041701" y="1682591"/>
                  </a:lnTo>
                  <a:lnTo>
                    <a:pt x="9009697" y="1710023"/>
                  </a:lnTo>
                  <a:lnTo>
                    <a:pt x="8995981" y="1716119"/>
                  </a:lnTo>
                  <a:lnTo>
                    <a:pt x="8989885" y="1719167"/>
                  </a:lnTo>
                  <a:lnTo>
                    <a:pt x="8982265" y="1722215"/>
                  </a:lnTo>
                  <a:lnTo>
                    <a:pt x="8976169" y="1722215"/>
                  </a:lnTo>
                  <a:lnTo>
                    <a:pt x="8968549" y="1723739"/>
                  </a:lnTo>
                  <a:lnTo>
                    <a:pt x="8960929" y="1725263"/>
                  </a:lnTo>
                  <a:lnTo>
                    <a:pt x="8954833" y="1725263"/>
                  </a:lnTo>
                  <a:lnTo>
                    <a:pt x="109728" y="1725263"/>
                  </a:lnTo>
                  <a:lnTo>
                    <a:pt x="102108" y="1725263"/>
                  </a:lnTo>
                  <a:lnTo>
                    <a:pt x="94488" y="1723739"/>
                  </a:lnTo>
                  <a:lnTo>
                    <a:pt x="86868" y="1722215"/>
                  </a:lnTo>
                  <a:lnTo>
                    <a:pt x="80772" y="1722215"/>
                  </a:lnTo>
                  <a:lnTo>
                    <a:pt x="73152" y="1719167"/>
                  </a:lnTo>
                  <a:lnTo>
                    <a:pt x="67056" y="1716119"/>
                  </a:lnTo>
                  <a:lnTo>
                    <a:pt x="60960" y="1714595"/>
                  </a:lnTo>
                  <a:lnTo>
                    <a:pt x="53339" y="1710023"/>
                  </a:lnTo>
                  <a:lnTo>
                    <a:pt x="48768" y="1706975"/>
                  </a:lnTo>
                  <a:lnTo>
                    <a:pt x="42672" y="1702403"/>
                  </a:lnTo>
                  <a:lnTo>
                    <a:pt x="36576" y="1697831"/>
                  </a:lnTo>
                  <a:lnTo>
                    <a:pt x="32004" y="1693259"/>
                  </a:lnTo>
                  <a:lnTo>
                    <a:pt x="25908" y="1687163"/>
                  </a:lnTo>
                  <a:lnTo>
                    <a:pt x="21336" y="1682591"/>
                  </a:lnTo>
                  <a:lnTo>
                    <a:pt x="18288" y="1676495"/>
                  </a:lnTo>
                  <a:lnTo>
                    <a:pt x="13716" y="1670399"/>
                  </a:lnTo>
                  <a:lnTo>
                    <a:pt x="10668" y="1664303"/>
                  </a:lnTo>
                  <a:lnTo>
                    <a:pt x="7620" y="1658207"/>
                  </a:lnTo>
                  <a:lnTo>
                    <a:pt x="4572" y="1650587"/>
                  </a:lnTo>
                  <a:lnTo>
                    <a:pt x="3048" y="1644491"/>
                  </a:lnTo>
                  <a:lnTo>
                    <a:pt x="1524" y="1636776"/>
                  </a:lnTo>
                  <a:lnTo>
                    <a:pt x="0" y="1629156"/>
                  </a:lnTo>
                  <a:lnTo>
                    <a:pt x="0" y="1623060"/>
                  </a:lnTo>
                  <a:lnTo>
                    <a:pt x="0" y="1615440"/>
                  </a:lnTo>
                  <a:close/>
                </a:path>
              </a:pathLst>
            </a:custGeom>
            <a:ln w="10677">
              <a:solidFill>
                <a:srgbClr val="DFE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20" y="4861559"/>
              <a:ext cx="8619726" cy="60045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58418" y="4864703"/>
              <a:ext cx="8596630" cy="572135"/>
            </a:xfrm>
            <a:custGeom>
              <a:avLst/>
              <a:gdLst/>
              <a:ahLst/>
              <a:cxnLst/>
              <a:rect l="l" t="t" r="r" b="b"/>
              <a:pathLst>
                <a:path w="8596630" h="572135">
                  <a:moveTo>
                    <a:pt x="8526398" y="572071"/>
                  </a:moveTo>
                  <a:lnTo>
                    <a:pt x="70199" y="572071"/>
                  </a:lnTo>
                  <a:lnTo>
                    <a:pt x="65627" y="570547"/>
                  </a:lnTo>
                  <a:lnTo>
                    <a:pt x="61055" y="570547"/>
                  </a:lnTo>
                  <a:lnTo>
                    <a:pt x="42767" y="564451"/>
                  </a:lnTo>
                  <a:lnTo>
                    <a:pt x="33623" y="558355"/>
                  </a:lnTo>
                  <a:lnTo>
                    <a:pt x="29051" y="556831"/>
                  </a:lnTo>
                  <a:lnTo>
                    <a:pt x="26003" y="552259"/>
                  </a:lnTo>
                  <a:lnTo>
                    <a:pt x="21336" y="549211"/>
                  </a:lnTo>
                  <a:lnTo>
                    <a:pt x="18288" y="546163"/>
                  </a:lnTo>
                  <a:lnTo>
                    <a:pt x="15240" y="541591"/>
                  </a:lnTo>
                  <a:lnTo>
                    <a:pt x="12192" y="538543"/>
                  </a:lnTo>
                  <a:lnTo>
                    <a:pt x="9144" y="533971"/>
                  </a:lnTo>
                  <a:lnTo>
                    <a:pt x="6096" y="524732"/>
                  </a:lnTo>
                  <a:lnTo>
                    <a:pt x="3048" y="520160"/>
                  </a:lnTo>
                  <a:lnTo>
                    <a:pt x="1524" y="515588"/>
                  </a:lnTo>
                  <a:lnTo>
                    <a:pt x="1524" y="511016"/>
                  </a:lnTo>
                  <a:lnTo>
                    <a:pt x="0" y="504920"/>
                  </a:lnTo>
                  <a:lnTo>
                    <a:pt x="0" y="495776"/>
                  </a:lnTo>
                  <a:lnTo>
                    <a:pt x="0" y="65627"/>
                  </a:lnTo>
                  <a:lnTo>
                    <a:pt x="1524" y="61055"/>
                  </a:lnTo>
                  <a:lnTo>
                    <a:pt x="1524" y="56483"/>
                  </a:lnTo>
                  <a:lnTo>
                    <a:pt x="3048" y="51911"/>
                  </a:lnTo>
                  <a:lnTo>
                    <a:pt x="6096" y="47339"/>
                  </a:lnTo>
                  <a:lnTo>
                    <a:pt x="9144" y="38100"/>
                  </a:lnTo>
                  <a:lnTo>
                    <a:pt x="15240" y="28956"/>
                  </a:lnTo>
                  <a:lnTo>
                    <a:pt x="18288" y="25907"/>
                  </a:lnTo>
                  <a:lnTo>
                    <a:pt x="21336" y="21335"/>
                  </a:lnTo>
                  <a:lnTo>
                    <a:pt x="26003" y="18287"/>
                  </a:lnTo>
                  <a:lnTo>
                    <a:pt x="29051" y="15239"/>
                  </a:lnTo>
                  <a:lnTo>
                    <a:pt x="38195" y="9143"/>
                  </a:lnTo>
                  <a:lnTo>
                    <a:pt x="47339" y="6095"/>
                  </a:lnTo>
                  <a:lnTo>
                    <a:pt x="51911" y="3047"/>
                  </a:lnTo>
                  <a:lnTo>
                    <a:pt x="56483" y="1523"/>
                  </a:lnTo>
                  <a:lnTo>
                    <a:pt x="61055" y="1523"/>
                  </a:lnTo>
                  <a:lnTo>
                    <a:pt x="65627" y="0"/>
                  </a:lnTo>
                  <a:lnTo>
                    <a:pt x="8530971" y="0"/>
                  </a:lnTo>
                  <a:lnTo>
                    <a:pt x="8535542" y="1523"/>
                  </a:lnTo>
                  <a:lnTo>
                    <a:pt x="8540114" y="1523"/>
                  </a:lnTo>
                  <a:lnTo>
                    <a:pt x="8544687" y="3047"/>
                  </a:lnTo>
                  <a:lnTo>
                    <a:pt x="8549258" y="6095"/>
                  </a:lnTo>
                  <a:lnTo>
                    <a:pt x="8558403" y="9143"/>
                  </a:lnTo>
                  <a:lnTo>
                    <a:pt x="8567546" y="15239"/>
                  </a:lnTo>
                  <a:lnTo>
                    <a:pt x="8570594" y="18287"/>
                  </a:lnTo>
                  <a:lnTo>
                    <a:pt x="8575167" y="21335"/>
                  </a:lnTo>
                  <a:lnTo>
                    <a:pt x="8578214" y="25907"/>
                  </a:lnTo>
                  <a:lnTo>
                    <a:pt x="8581262" y="28956"/>
                  </a:lnTo>
                  <a:lnTo>
                    <a:pt x="8587358" y="38100"/>
                  </a:lnTo>
                  <a:lnTo>
                    <a:pt x="8590407" y="47339"/>
                  </a:lnTo>
                  <a:lnTo>
                    <a:pt x="8593455" y="51911"/>
                  </a:lnTo>
                  <a:lnTo>
                    <a:pt x="8594978" y="56483"/>
                  </a:lnTo>
                  <a:lnTo>
                    <a:pt x="8594978" y="61055"/>
                  </a:lnTo>
                  <a:lnTo>
                    <a:pt x="8596503" y="65627"/>
                  </a:lnTo>
                  <a:lnTo>
                    <a:pt x="8596503" y="504920"/>
                  </a:lnTo>
                  <a:lnTo>
                    <a:pt x="8594978" y="511016"/>
                  </a:lnTo>
                  <a:lnTo>
                    <a:pt x="8594978" y="515588"/>
                  </a:lnTo>
                  <a:lnTo>
                    <a:pt x="8593455" y="520160"/>
                  </a:lnTo>
                  <a:lnTo>
                    <a:pt x="8590407" y="524732"/>
                  </a:lnTo>
                  <a:lnTo>
                    <a:pt x="8587358" y="533971"/>
                  </a:lnTo>
                  <a:lnTo>
                    <a:pt x="8584310" y="538543"/>
                  </a:lnTo>
                  <a:lnTo>
                    <a:pt x="8581262" y="541591"/>
                  </a:lnTo>
                  <a:lnTo>
                    <a:pt x="8578214" y="546163"/>
                  </a:lnTo>
                  <a:lnTo>
                    <a:pt x="8575167" y="549211"/>
                  </a:lnTo>
                  <a:lnTo>
                    <a:pt x="8570594" y="552259"/>
                  </a:lnTo>
                  <a:lnTo>
                    <a:pt x="8567546" y="556831"/>
                  </a:lnTo>
                  <a:lnTo>
                    <a:pt x="8562975" y="558355"/>
                  </a:lnTo>
                  <a:lnTo>
                    <a:pt x="8553830" y="564451"/>
                  </a:lnTo>
                  <a:lnTo>
                    <a:pt x="8535542" y="570547"/>
                  </a:lnTo>
                  <a:lnTo>
                    <a:pt x="8530971" y="570547"/>
                  </a:lnTo>
                  <a:lnTo>
                    <a:pt x="8526398" y="5720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09255" y="1972068"/>
            <a:ext cx="4447540" cy="1763395"/>
            <a:chOff x="809255" y="1972068"/>
            <a:chExt cx="4447540" cy="176339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9255" y="1972068"/>
              <a:ext cx="4447010" cy="17632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9811" y="1976147"/>
              <a:ext cx="4422466" cy="1736036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5460503" y="1972068"/>
            <a:ext cx="4447540" cy="1763395"/>
            <a:chOff x="5460503" y="1972068"/>
            <a:chExt cx="4447540" cy="1763395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60503" y="1972068"/>
              <a:ext cx="4447010" cy="17632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71060" y="1976147"/>
              <a:ext cx="4422466" cy="1736036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1059942" y="4222432"/>
            <a:ext cx="910590" cy="148590"/>
          </a:xfrm>
          <a:custGeom>
            <a:avLst/>
            <a:gdLst/>
            <a:ahLst/>
            <a:cxnLst/>
            <a:rect l="l" t="t" r="r" b="b"/>
            <a:pathLst>
              <a:path w="910589" h="148589">
                <a:moveTo>
                  <a:pt x="100672" y="58013"/>
                </a:moveTo>
                <a:lnTo>
                  <a:pt x="83908" y="58013"/>
                </a:lnTo>
                <a:lnTo>
                  <a:pt x="83908" y="71729"/>
                </a:lnTo>
                <a:lnTo>
                  <a:pt x="83908" y="80873"/>
                </a:lnTo>
                <a:lnTo>
                  <a:pt x="83908" y="94589"/>
                </a:lnTo>
                <a:lnTo>
                  <a:pt x="83908" y="103822"/>
                </a:lnTo>
                <a:lnTo>
                  <a:pt x="71716" y="103822"/>
                </a:lnTo>
                <a:lnTo>
                  <a:pt x="71716" y="94589"/>
                </a:lnTo>
                <a:lnTo>
                  <a:pt x="83908" y="94589"/>
                </a:lnTo>
                <a:lnTo>
                  <a:pt x="83908" y="80873"/>
                </a:lnTo>
                <a:lnTo>
                  <a:pt x="71716" y="80873"/>
                </a:lnTo>
                <a:lnTo>
                  <a:pt x="71716" y="71729"/>
                </a:lnTo>
                <a:lnTo>
                  <a:pt x="83908" y="71729"/>
                </a:lnTo>
                <a:lnTo>
                  <a:pt x="83908" y="58013"/>
                </a:lnTo>
                <a:lnTo>
                  <a:pt x="54952" y="58013"/>
                </a:lnTo>
                <a:lnTo>
                  <a:pt x="54952" y="148018"/>
                </a:lnTo>
                <a:lnTo>
                  <a:pt x="71716" y="148018"/>
                </a:lnTo>
                <a:lnTo>
                  <a:pt x="71716" y="119062"/>
                </a:lnTo>
                <a:lnTo>
                  <a:pt x="83908" y="119062"/>
                </a:lnTo>
                <a:lnTo>
                  <a:pt x="83908" y="129730"/>
                </a:lnTo>
                <a:lnTo>
                  <a:pt x="73240" y="129730"/>
                </a:lnTo>
                <a:lnTo>
                  <a:pt x="74764" y="137350"/>
                </a:lnTo>
                <a:lnTo>
                  <a:pt x="74764" y="141922"/>
                </a:lnTo>
                <a:lnTo>
                  <a:pt x="76288" y="146494"/>
                </a:lnTo>
                <a:lnTo>
                  <a:pt x="96100" y="146494"/>
                </a:lnTo>
                <a:lnTo>
                  <a:pt x="100672" y="141922"/>
                </a:lnTo>
                <a:lnTo>
                  <a:pt x="100672" y="119062"/>
                </a:lnTo>
                <a:lnTo>
                  <a:pt x="100672" y="103822"/>
                </a:lnTo>
                <a:lnTo>
                  <a:pt x="100672" y="94589"/>
                </a:lnTo>
                <a:lnTo>
                  <a:pt x="100672" y="80873"/>
                </a:lnTo>
                <a:lnTo>
                  <a:pt x="100672" y="71729"/>
                </a:lnTo>
                <a:lnTo>
                  <a:pt x="100672" y="58013"/>
                </a:lnTo>
                <a:close/>
              </a:path>
              <a:path w="910589" h="148589">
                <a:moveTo>
                  <a:pt x="117436" y="64109"/>
                </a:moveTo>
                <a:lnTo>
                  <a:pt x="105244" y="64109"/>
                </a:lnTo>
                <a:lnTo>
                  <a:pt x="105244" y="119062"/>
                </a:lnTo>
                <a:lnTo>
                  <a:pt x="117436" y="119062"/>
                </a:lnTo>
                <a:lnTo>
                  <a:pt x="117436" y="64109"/>
                </a:lnTo>
                <a:close/>
              </a:path>
              <a:path w="910589" h="148589">
                <a:moveTo>
                  <a:pt x="141820" y="59537"/>
                </a:moveTo>
                <a:lnTo>
                  <a:pt x="123532" y="59537"/>
                </a:lnTo>
                <a:lnTo>
                  <a:pt x="123532" y="125158"/>
                </a:lnTo>
                <a:lnTo>
                  <a:pt x="122008" y="128206"/>
                </a:lnTo>
                <a:lnTo>
                  <a:pt x="106768" y="128206"/>
                </a:lnTo>
                <a:lnTo>
                  <a:pt x="106768" y="132778"/>
                </a:lnTo>
                <a:lnTo>
                  <a:pt x="108292" y="138874"/>
                </a:lnTo>
                <a:lnTo>
                  <a:pt x="109816" y="146494"/>
                </a:lnTo>
                <a:lnTo>
                  <a:pt x="135724" y="146494"/>
                </a:lnTo>
                <a:lnTo>
                  <a:pt x="141820" y="140398"/>
                </a:lnTo>
                <a:lnTo>
                  <a:pt x="141820" y="59537"/>
                </a:lnTo>
                <a:close/>
              </a:path>
              <a:path w="910589" h="148589">
                <a:moveTo>
                  <a:pt x="149440" y="41249"/>
                </a:moveTo>
                <a:lnTo>
                  <a:pt x="139090" y="35153"/>
                </a:lnTo>
                <a:lnTo>
                  <a:pt x="138315" y="34696"/>
                </a:lnTo>
                <a:lnTo>
                  <a:pt x="127914" y="26581"/>
                </a:lnTo>
                <a:lnTo>
                  <a:pt x="122770" y="21437"/>
                </a:lnTo>
                <a:lnTo>
                  <a:pt x="118364" y="17030"/>
                </a:lnTo>
                <a:lnTo>
                  <a:pt x="109816" y="6197"/>
                </a:lnTo>
                <a:lnTo>
                  <a:pt x="109816" y="35153"/>
                </a:lnTo>
                <a:lnTo>
                  <a:pt x="85432" y="35153"/>
                </a:lnTo>
                <a:lnTo>
                  <a:pt x="88480" y="32105"/>
                </a:lnTo>
                <a:lnTo>
                  <a:pt x="93052" y="26009"/>
                </a:lnTo>
                <a:lnTo>
                  <a:pt x="97624" y="21437"/>
                </a:lnTo>
                <a:lnTo>
                  <a:pt x="106768" y="30581"/>
                </a:lnTo>
                <a:lnTo>
                  <a:pt x="109816" y="35153"/>
                </a:lnTo>
                <a:lnTo>
                  <a:pt x="109816" y="6197"/>
                </a:lnTo>
                <a:lnTo>
                  <a:pt x="112864" y="1524"/>
                </a:lnTo>
                <a:lnTo>
                  <a:pt x="90004" y="1524"/>
                </a:lnTo>
                <a:lnTo>
                  <a:pt x="82816" y="11557"/>
                </a:lnTo>
                <a:lnTo>
                  <a:pt x="74764" y="20853"/>
                </a:lnTo>
                <a:lnTo>
                  <a:pt x="65570" y="29273"/>
                </a:lnTo>
                <a:lnTo>
                  <a:pt x="54952" y="36677"/>
                </a:lnTo>
                <a:lnTo>
                  <a:pt x="54952" y="19913"/>
                </a:lnTo>
                <a:lnTo>
                  <a:pt x="29044" y="19913"/>
                </a:lnTo>
                <a:lnTo>
                  <a:pt x="32092" y="7721"/>
                </a:lnTo>
                <a:lnTo>
                  <a:pt x="32092" y="1524"/>
                </a:lnTo>
                <a:lnTo>
                  <a:pt x="15240" y="0"/>
                </a:lnTo>
                <a:lnTo>
                  <a:pt x="13716" y="7721"/>
                </a:lnTo>
                <a:lnTo>
                  <a:pt x="13716" y="13817"/>
                </a:lnTo>
                <a:lnTo>
                  <a:pt x="12192" y="19913"/>
                </a:lnTo>
                <a:lnTo>
                  <a:pt x="0" y="19913"/>
                </a:lnTo>
                <a:lnTo>
                  <a:pt x="0" y="36677"/>
                </a:lnTo>
                <a:lnTo>
                  <a:pt x="9144" y="36677"/>
                </a:lnTo>
                <a:lnTo>
                  <a:pt x="7035" y="45821"/>
                </a:lnTo>
                <a:lnTo>
                  <a:pt x="5334" y="54013"/>
                </a:lnTo>
                <a:lnTo>
                  <a:pt x="3568" y="62179"/>
                </a:lnTo>
                <a:lnTo>
                  <a:pt x="1524" y="70205"/>
                </a:lnTo>
                <a:lnTo>
                  <a:pt x="1524" y="90017"/>
                </a:lnTo>
                <a:lnTo>
                  <a:pt x="25996" y="90017"/>
                </a:lnTo>
                <a:lnTo>
                  <a:pt x="25996" y="103822"/>
                </a:lnTo>
                <a:lnTo>
                  <a:pt x="19418" y="103822"/>
                </a:lnTo>
                <a:lnTo>
                  <a:pt x="11811" y="104013"/>
                </a:lnTo>
                <a:lnTo>
                  <a:pt x="5753" y="104470"/>
                </a:lnTo>
                <a:lnTo>
                  <a:pt x="0" y="105346"/>
                </a:lnTo>
                <a:lnTo>
                  <a:pt x="1524" y="123634"/>
                </a:lnTo>
                <a:lnTo>
                  <a:pt x="10668" y="122110"/>
                </a:lnTo>
                <a:lnTo>
                  <a:pt x="25996" y="122110"/>
                </a:lnTo>
                <a:lnTo>
                  <a:pt x="25996" y="148018"/>
                </a:lnTo>
                <a:lnTo>
                  <a:pt x="42760" y="148018"/>
                </a:lnTo>
                <a:lnTo>
                  <a:pt x="42760" y="122110"/>
                </a:lnTo>
                <a:lnTo>
                  <a:pt x="42760" y="120586"/>
                </a:lnTo>
                <a:lnTo>
                  <a:pt x="45808" y="119062"/>
                </a:lnTo>
                <a:lnTo>
                  <a:pt x="51904" y="119062"/>
                </a:lnTo>
                <a:lnTo>
                  <a:pt x="51904" y="102209"/>
                </a:lnTo>
                <a:lnTo>
                  <a:pt x="51904" y="100685"/>
                </a:lnTo>
                <a:lnTo>
                  <a:pt x="48856" y="102209"/>
                </a:lnTo>
                <a:lnTo>
                  <a:pt x="42760" y="102209"/>
                </a:lnTo>
                <a:lnTo>
                  <a:pt x="42760" y="90017"/>
                </a:lnTo>
                <a:lnTo>
                  <a:pt x="50380" y="90017"/>
                </a:lnTo>
                <a:lnTo>
                  <a:pt x="50380" y="71729"/>
                </a:lnTo>
                <a:lnTo>
                  <a:pt x="42760" y="71729"/>
                </a:lnTo>
                <a:lnTo>
                  <a:pt x="42760" y="45821"/>
                </a:lnTo>
                <a:lnTo>
                  <a:pt x="25996" y="45821"/>
                </a:lnTo>
                <a:lnTo>
                  <a:pt x="25996" y="71729"/>
                </a:lnTo>
                <a:lnTo>
                  <a:pt x="16764" y="71729"/>
                </a:lnTo>
                <a:lnTo>
                  <a:pt x="19062" y="63677"/>
                </a:lnTo>
                <a:lnTo>
                  <a:pt x="21374" y="55346"/>
                </a:lnTo>
                <a:lnTo>
                  <a:pt x="23698" y="46443"/>
                </a:lnTo>
                <a:lnTo>
                  <a:pt x="25996" y="36677"/>
                </a:lnTo>
                <a:lnTo>
                  <a:pt x="53428" y="36677"/>
                </a:lnTo>
                <a:lnTo>
                  <a:pt x="50380" y="38201"/>
                </a:lnTo>
                <a:lnTo>
                  <a:pt x="48856" y="39725"/>
                </a:lnTo>
                <a:lnTo>
                  <a:pt x="47332" y="39725"/>
                </a:lnTo>
                <a:lnTo>
                  <a:pt x="50380" y="44297"/>
                </a:lnTo>
                <a:lnTo>
                  <a:pt x="54952" y="48869"/>
                </a:lnTo>
                <a:lnTo>
                  <a:pt x="59524" y="56489"/>
                </a:lnTo>
                <a:lnTo>
                  <a:pt x="62572" y="53441"/>
                </a:lnTo>
                <a:lnTo>
                  <a:pt x="71716" y="47345"/>
                </a:lnTo>
                <a:lnTo>
                  <a:pt x="71716" y="51917"/>
                </a:lnTo>
                <a:lnTo>
                  <a:pt x="122008" y="51917"/>
                </a:lnTo>
                <a:lnTo>
                  <a:pt x="122008" y="47345"/>
                </a:lnTo>
                <a:lnTo>
                  <a:pt x="122008" y="45821"/>
                </a:lnTo>
                <a:lnTo>
                  <a:pt x="128104" y="50393"/>
                </a:lnTo>
                <a:lnTo>
                  <a:pt x="137248" y="56489"/>
                </a:lnTo>
                <a:lnTo>
                  <a:pt x="145249" y="45821"/>
                </a:lnTo>
                <a:lnTo>
                  <a:pt x="146392" y="44297"/>
                </a:lnTo>
                <a:lnTo>
                  <a:pt x="149440" y="41249"/>
                </a:lnTo>
                <a:close/>
              </a:path>
              <a:path w="910589" h="148589">
                <a:moveTo>
                  <a:pt x="300405" y="123634"/>
                </a:moveTo>
                <a:lnTo>
                  <a:pt x="270878" y="95402"/>
                </a:lnTo>
                <a:lnTo>
                  <a:pt x="247065" y="58013"/>
                </a:lnTo>
                <a:lnTo>
                  <a:pt x="236194" y="37414"/>
                </a:lnTo>
                <a:lnTo>
                  <a:pt x="226301" y="21234"/>
                </a:lnTo>
                <a:lnTo>
                  <a:pt x="217284" y="9321"/>
                </a:lnTo>
                <a:lnTo>
                  <a:pt x="208965" y="1524"/>
                </a:lnTo>
                <a:lnTo>
                  <a:pt x="189153" y="12293"/>
                </a:lnTo>
                <a:lnTo>
                  <a:pt x="196850" y="20294"/>
                </a:lnTo>
                <a:lnTo>
                  <a:pt x="203822" y="28295"/>
                </a:lnTo>
                <a:lnTo>
                  <a:pt x="209943" y="36296"/>
                </a:lnTo>
                <a:lnTo>
                  <a:pt x="215061" y="44297"/>
                </a:lnTo>
                <a:lnTo>
                  <a:pt x="205092" y="68313"/>
                </a:lnTo>
                <a:lnTo>
                  <a:pt x="191249" y="90068"/>
                </a:lnTo>
                <a:lnTo>
                  <a:pt x="173659" y="109524"/>
                </a:lnTo>
                <a:lnTo>
                  <a:pt x="152488" y="126682"/>
                </a:lnTo>
                <a:lnTo>
                  <a:pt x="157695" y="132359"/>
                </a:lnTo>
                <a:lnTo>
                  <a:pt x="165862" y="142544"/>
                </a:lnTo>
                <a:lnTo>
                  <a:pt x="169341" y="146494"/>
                </a:lnTo>
                <a:lnTo>
                  <a:pt x="187617" y="130505"/>
                </a:lnTo>
                <a:lnTo>
                  <a:pt x="203441" y="112356"/>
                </a:lnTo>
                <a:lnTo>
                  <a:pt x="216712" y="92202"/>
                </a:lnTo>
                <a:lnTo>
                  <a:pt x="227253" y="70205"/>
                </a:lnTo>
                <a:lnTo>
                  <a:pt x="239026" y="91986"/>
                </a:lnTo>
                <a:lnTo>
                  <a:pt x="251637" y="111785"/>
                </a:lnTo>
                <a:lnTo>
                  <a:pt x="265404" y="129870"/>
                </a:lnTo>
                <a:lnTo>
                  <a:pt x="280593" y="146494"/>
                </a:lnTo>
                <a:lnTo>
                  <a:pt x="284556" y="141643"/>
                </a:lnTo>
                <a:lnTo>
                  <a:pt x="300405" y="123634"/>
                </a:lnTo>
                <a:close/>
              </a:path>
              <a:path w="910589" h="148589">
                <a:moveTo>
                  <a:pt x="356895" y="6197"/>
                </a:moveTo>
                <a:lnTo>
                  <a:pt x="309651" y="6197"/>
                </a:lnTo>
                <a:lnTo>
                  <a:pt x="309651" y="26009"/>
                </a:lnTo>
                <a:lnTo>
                  <a:pt x="338607" y="26009"/>
                </a:lnTo>
                <a:lnTo>
                  <a:pt x="338607" y="41249"/>
                </a:lnTo>
                <a:lnTo>
                  <a:pt x="314223" y="41249"/>
                </a:lnTo>
                <a:lnTo>
                  <a:pt x="309651" y="93065"/>
                </a:lnTo>
                <a:lnTo>
                  <a:pt x="337083" y="93065"/>
                </a:lnTo>
                <a:lnTo>
                  <a:pt x="337083" y="106870"/>
                </a:lnTo>
                <a:lnTo>
                  <a:pt x="335559" y="114490"/>
                </a:lnTo>
                <a:lnTo>
                  <a:pt x="335559" y="120586"/>
                </a:lnTo>
                <a:lnTo>
                  <a:pt x="330987" y="125158"/>
                </a:lnTo>
                <a:lnTo>
                  <a:pt x="308038" y="125158"/>
                </a:lnTo>
                <a:lnTo>
                  <a:pt x="309651" y="131254"/>
                </a:lnTo>
                <a:lnTo>
                  <a:pt x="311175" y="137350"/>
                </a:lnTo>
                <a:lnTo>
                  <a:pt x="312699" y="144957"/>
                </a:lnTo>
                <a:lnTo>
                  <a:pt x="322745" y="144957"/>
                </a:lnTo>
                <a:lnTo>
                  <a:pt x="330225" y="144780"/>
                </a:lnTo>
                <a:lnTo>
                  <a:pt x="335419" y="144335"/>
                </a:lnTo>
                <a:lnTo>
                  <a:pt x="338607" y="143446"/>
                </a:lnTo>
                <a:lnTo>
                  <a:pt x="341655" y="143446"/>
                </a:lnTo>
                <a:lnTo>
                  <a:pt x="347751" y="140398"/>
                </a:lnTo>
                <a:lnTo>
                  <a:pt x="349275" y="137350"/>
                </a:lnTo>
                <a:lnTo>
                  <a:pt x="350799" y="135826"/>
                </a:lnTo>
                <a:lnTo>
                  <a:pt x="353847" y="129730"/>
                </a:lnTo>
                <a:lnTo>
                  <a:pt x="355371" y="122110"/>
                </a:lnTo>
                <a:lnTo>
                  <a:pt x="355371" y="111442"/>
                </a:lnTo>
                <a:lnTo>
                  <a:pt x="356247" y="103111"/>
                </a:lnTo>
                <a:lnTo>
                  <a:pt x="356704" y="94221"/>
                </a:lnTo>
                <a:lnTo>
                  <a:pt x="356730" y="93065"/>
                </a:lnTo>
                <a:lnTo>
                  <a:pt x="356870" y="84785"/>
                </a:lnTo>
                <a:lnTo>
                  <a:pt x="356895" y="74777"/>
                </a:lnTo>
                <a:lnTo>
                  <a:pt x="329463" y="74777"/>
                </a:lnTo>
                <a:lnTo>
                  <a:pt x="330987" y="59537"/>
                </a:lnTo>
                <a:lnTo>
                  <a:pt x="356895" y="59537"/>
                </a:lnTo>
                <a:lnTo>
                  <a:pt x="356895" y="6197"/>
                </a:lnTo>
                <a:close/>
              </a:path>
              <a:path w="910589" h="148589">
                <a:moveTo>
                  <a:pt x="449859" y="18389"/>
                </a:moveTo>
                <a:lnTo>
                  <a:pt x="433095" y="4572"/>
                </a:lnTo>
                <a:lnTo>
                  <a:pt x="422833" y="14401"/>
                </a:lnTo>
                <a:lnTo>
                  <a:pt x="412711" y="23329"/>
                </a:lnTo>
                <a:lnTo>
                  <a:pt x="393471" y="39725"/>
                </a:lnTo>
                <a:lnTo>
                  <a:pt x="405663" y="53441"/>
                </a:lnTo>
                <a:lnTo>
                  <a:pt x="416852" y="45173"/>
                </a:lnTo>
                <a:lnTo>
                  <a:pt x="427761" y="36487"/>
                </a:lnTo>
                <a:lnTo>
                  <a:pt x="449859" y="18389"/>
                </a:lnTo>
                <a:close/>
              </a:path>
              <a:path w="910589" h="148589">
                <a:moveTo>
                  <a:pt x="454533" y="123634"/>
                </a:moveTo>
                <a:lnTo>
                  <a:pt x="442988" y="115620"/>
                </a:lnTo>
                <a:lnTo>
                  <a:pt x="433489" y="105308"/>
                </a:lnTo>
                <a:lnTo>
                  <a:pt x="425716" y="92697"/>
                </a:lnTo>
                <a:lnTo>
                  <a:pt x="419379" y="77825"/>
                </a:lnTo>
                <a:lnTo>
                  <a:pt x="451383" y="77825"/>
                </a:lnTo>
                <a:lnTo>
                  <a:pt x="451383" y="58013"/>
                </a:lnTo>
                <a:lnTo>
                  <a:pt x="390423" y="58013"/>
                </a:lnTo>
                <a:lnTo>
                  <a:pt x="390423" y="1524"/>
                </a:lnTo>
                <a:lnTo>
                  <a:pt x="370611" y="1524"/>
                </a:lnTo>
                <a:lnTo>
                  <a:pt x="370611" y="58013"/>
                </a:lnTo>
                <a:lnTo>
                  <a:pt x="361467" y="58013"/>
                </a:lnTo>
                <a:lnTo>
                  <a:pt x="361467" y="77825"/>
                </a:lnTo>
                <a:lnTo>
                  <a:pt x="370611" y="77825"/>
                </a:lnTo>
                <a:lnTo>
                  <a:pt x="370611" y="122110"/>
                </a:lnTo>
                <a:lnTo>
                  <a:pt x="369087" y="128206"/>
                </a:lnTo>
                <a:lnTo>
                  <a:pt x="364515" y="131254"/>
                </a:lnTo>
                <a:lnTo>
                  <a:pt x="375183" y="148018"/>
                </a:lnTo>
                <a:lnTo>
                  <a:pt x="381736" y="144576"/>
                </a:lnTo>
                <a:lnTo>
                  <a:pt x="389851" y="140970"/>
                </a:lnTo>
                <a:lnTo>
                  <a:pt x="410235" y="132778"/>
                </a:lnTo>
                <a:lnTo>
                  <a:pt x="410235" y="125158"/>
                </a:lnTo>
                <a:lnTo>
                  <a:pt x="409473" y="122110"/>
                </a:lnTo>
                <a:lnTo>
                  <a:pt x="408711" y="119062"/>
                </a:lnTo>
                <a:lnTo>
                  <a:pt x="408711" y="114490"/>
                </a:lnTo>
                <a:lnTo>
                  <a:pt x="390423" y="122110"/>
                </a:lnTo>
                <a:lnTo>
                  <a:pt x="390423" y="77825"/>
                </a:lnTo>
                <a:lnTo>
                  <a:pt x="401091" y="77825"/>
                </a:lnTo>
                <a:lnTo>
                  <a:pt x="407708" y="98145"/>
                </a:lnTo>
                <a:lnTo>
                  <a:pt x="416331" y="115443"/>
                </a:lnTo>
                <a:lnTo>
                  <a:pt x="427240" y="129565"/>
                </a:lnTo>
                <a:lnTo>
                  <a:pt x="440715" y="140398"/>
                </a:lnTo>
                <a:lnTo>
                  <a:pt x="443763" y="134302"/>
                </a:lnTo>
                <a:lnTo>
                  <a:pt x="448335" y="129730"/>
                </a:lnTo>
                <a:lnTo>
                  <a:pt x="454533" y="123634"/>
                </a:lnTo>
                <a:close/>
              </a:path>
              <a:path w="910589" h="148589">
                <a:moveTo>
                  <a:pt x="590156" y="30581"/>
                </a:moveTo>
                <a:lnTo>
                  <a:pt x="570344" y="30581"/>
                </a:lnTo>
                <a:lnTo>
                  <a:pt x="570344" y="35153"/>
                </a:lnTo>
                <a:lnTo>
                  <a:pt x="590156" y="35153"/>
                </a:lnTo>
                <a:lnTo>
                  <a:pt x="590156" y="30581"/>
                </a:lnTo>
                <a:close/>
              </a:path>
              <a:path w="910589" h="148589">
                <a:moveTo>
                  <a:pt x="590156" y="6197"/>
                </a:moveTo>
                <a:lnTo>
                  <a:pt x="472808" y="6197"/>
                </a:lnTo>
                <a:lnTo>
                  <a:pt x="472808" y="16357"/>
                </a:lnTo>
                <a:lnTo>
                  <a:pt x="472808" y="21437"/>
                </a:lnTo>
                <a:lnTo>
                  <a:pt x="472808" y="30327"/>
                </a:lnTo>
                <a:lnTo>
                  <a:pt x="472808" y="35407"/>
                </a:lnTo>
                <a:lnTo>
                  <a:pt x="472808" y="45567"/>
                </a:lnTo>
                <a:lnTo>
                  <a:pt x="590156" y="45567"/>
                </a:lnTo>
                <a:lnTo>
                  <a:pt x="590156" y="35407"/>
                </a:lnTo>
                <a:lnTo>
                  <a:pt x="492620" y="35407"/>
                </a:lnTo>
                <a:lnTo>
                  <a:pt x="492620" y="30327"/>
                </a:lnTo>
                <a:lnTo>
                  <a:pt x="590156" y="30327"/>
                </a:lnTo>
                <a:lnTo>
                  <a:pt x="590156" y="21437"/>
                </a:lnTo>
                <a:lnTo>
                  <a:pt x="590156" y="16865"/>
                </a:lnTo>
                <a:lnTo>
                  <a:pt x="570344" y="16865"/>
                </a:lnTo>
                <a:lnTo>
                  <a:pt x="570344" y="21437"/>
                </a:lnTo>
                <a:lnTo>
                  <a:pt x="492620" y="21437"/>
                </a:lnTo>
                <a:lnTo>
                  <a:pt x="492620" y="16357"/>
                </a:lnTo>
                <a:lnTo>
                  <a:pt x="590156" y="16357"/>
                </a:lnTo>
                <a:lnTo>
                  <a:pt x="590156" y="6197"/>
                </a:lnTo>
                <a:close/>
              </a:path>
              <a:path w="910589" h="148589">
                <a:moveTo>
                  <a:pt x="605497" y="131267"/>
                </a:moveTo>
                <a:lnTo>
                  <a:pt x="541388" y="131267"/>
                </a:lnTo>
                <a:lnTo>
                  <a:pt x="541388" y="126695"/>
                </a:lnTo>
                <a:lnTo>
                  <a:pt x="596252" y="126695"/>
                </a:lnTo>
                <a:lnTo>
                  <a:pt x="596252" y="116027"/>
                </a:lnTo>
                <a:lnTo>
                  <a:pt x="541388" y="116027"/>
                </a:lnTo>
                <a:lnTo>
                  <a:pt x="541388" y="110337"/>
                </a:lnTo>
                <a:lnTo>
                  <a:pt x="591680" y="110337"/>
                </a:lnTo>
                <a:lnTo>
                  <a:pt x="591680" y="99161"/>
                </a:lnTo>
                <a:lnTo>
                  <a:pt x="591680" y="98907"/>
                </a:lnTo>
                <a:lnTo>
                  <a:pt x="591680" y="93065"/>
                </a:lnTo>
                <a:lnTo>
                  <a:pt x="571868" y="93065"/>
                </a:lnTo>
                <a:lnTo>
                  <a:pt x="571868" y="98907"/>
                </a:lnTo>
                <a:lnTo>
                  <a:pt x="541388" y="98907"/>
                </a:lnTo>
                <a:lnTo>
                  <a:pt x="541388" y="93065"/>
                </a:lnTo>
                <a:lnTo>
                  <a:pt x="521576" y="93065"/>
                </a:lnTo>
                <a:lnTo>
                  <a:pt x="521576" y="98907"/>
                </a:lnTo>
                <a:lnTo>
                  <a:pt x="491096" y="98907"/>
                </a:lnTo>
                <a:lnTo>
                  <a:pt x="491096" y="92557"/>
                </a:lnTo>
                <a:lnTo>
                  <a:pt x="591680" y="92557"/>
                </a:lnTo>
                <a:lnTo>
                  <a:pt x="591680" y="83921"/>
                </a:lnTo>
                <a:lnTo>
                  <a:pt x="591680" y="83667"/>
                </a:lnTo>
                <a:lnTo>
                  <a:pt x="591680" y="77825"/>
                </a:lnTo>
                <a:lnTo>
                  <a:pt x="571868" y="77825"/>
                </a:lnTo>
                <a:lnTo>
                  <a:pt x="571868" y="83667"/>
                </a:lnTo>
                <a:lnTo>
                  <a:pt x="541388" y="83667"/>
                </a:lnTo>
                <a:lnTo>
                  <a:pt x="541388" y="77825"/>
                </a:lnTo>
                <a:lnTo>
                  <a:pt x="521576" y="77825"/>
                </a:lnTo>
                <a:lnTo>
                  <a:pt x="521576" y="83667"/>
                </a:lnTo>
                <a:lnTo>
                  <a:pt x="491096" y="83667"/>
                </a:lnTo>
                <a:lnTo>
                  <a:pt x="491096" y="77317"/>
                </a:lnTo>
                <a:lnTo>
                  <a:pt x="591680" y="77317"/>
                </a:lnTo>
                <a:lnTo>
                  <a:pt x="591680" y="67157"/>
                </a:lnTo>
                <a:lnTo>
                  <a:pt x="472808" y="67157"/>
                </a:lnTo>
                <a:lnTo>
                  <a:pt x="472808" y="77317"/>
                </a:lnTo>
                <a:lnTo>
                  <a:pt x="472808" y="83667"/>
                </a:lnTo>
                <a:lnTo>
                  <a:pt x="472808" y="92557"/>
                </a:lnTo>
                <a:lnTo>
                  <a:pt x="472808" y="98907"/>
                </a:lnTo>
                <a:lnTo>
                  <a:pt x="472808" y="110337"/>
                </a:lnTo>
                <a:lnTo>
                  <a:pt x="521576" y="110337"/>
                </a:lnTo>
                <a:lnTo>
                  <a:pt x="521576" y="116027"/>
                </a:lnTo>
                <a:lnTo>
                  <a:pt x="468236" y="116027"/>
                </a:lnTo>
                <a:lnTo>
                  <a:pt x="468236" y="126695"/>
                </a:lnTo>
                <a:lnTo>
                  <a:pt x="521576" y="126695"/>
                </a:lnTo>
                <a:lnTo>
                  <a:pt x="521576" y="131267"/>
                </a:lnTo>
                <a:lnTo>
                  <a:pt x="459092" y="131267"/>
                </a:lnTo>
                <a:lnTo>
                  <a:pt x="459092" y="143459"/>
                </a:lnTo>
                <a:lnTo>
                  <a:pt x="605497" y="143459"/>
                </a:lnTo>
                <a:lnTo>
                  <a:pt x="605497" y="131267"/>
                </a:lnTo>
                <a:close/>
              </a:path>
              <a:path w="910589" h="148589">
                <a:moveTo>
                  <a:pt x="605497" y="50393"/>
                </a:moveTo>
                <a:lnTo>
                  <a:pt x="459092" y="50393"/>
                </a:lnTo>
                <a:lnTo>
                  <a:pt x="459092" y="62585"/>
                </a:lnTo>
                <a:lnTo>
                  <a:pt x="605497" y="62585"/>
                </a:lnTo>
                <a:lnTo>
                  <a:pt x="605497" y="50393"/>
                </a:lnTo>
                <a:close/>
              </a:path>
              <a:path w="910589" h="148589">
                <a:moveTo>
                  <a:pt x="751903" y="16865"/>
                </a:moveTo>
                <a:lnTo>
                  <a:pt x="696937" y="16865"/>
                </a:lnTo>
                <a:lnTo>
                  <a:pt x="699985" y="7721"/>
                </a:lnTo>
                <a:lnTo>
                  <a:pt x="703033" y="3048"/>
                </a:lnTo>
                <a:lnTo>
                  <a:pt x="681697" y="1524"/>
                </a:lnTo>
                <a:lnTo>
                  <a:pt x="677989" y="11582"/>
                </a:lnTo>
                <a:lnTo>
                  <a:pt x="673696" y="21043"/>
                </a:lnTo>
                <a:lnTo>
                  <a:pt x="668845" y="29908"/>
                </a:lnTo>
                <a:lnTo>
                  <a:pt x="663409" y="38201"/>
                </a:lnTo>
                <a:lnTo>
                  <a:pt x="663409" y="30581"/>
                </a:lnTo>
                <a:lnTo>
                  <a:pt x="649693" y="30581"/>
                </a:lnTo>
                <a:lnTo>
                  <a:pt x="649693" y="1524"/>
                </a:lnTo>
                <a:lnTo>
                  <a:pt x="629881" y="1524"/>
                </a:lnTo>
                <a:lnTo>
                  <a:pt x="629881" y="30581"/>
                </a:lnTo>
                <a:lnTo>
                  <a:pt x="611593" y="30581"/>
                </a:lnTo>
                <a:lnTo>
                  <a:pt x="611593" y="47345"/>
                </a:lnTo>
                <a:lnTo>
                  <a:pt x="628357" y="47345"/>
                </a:lnTo>
                <a:lnTo>
                  <a:pt x="624649" y="57607"/>
                </a:lnTo>
                <a:lnTo>
                  <a:pt x="620356" y="67729"/>
                </a:lnTo>
                <a:lnTo>
                  <a:pt x="615505" y="77558"/>
                </a:lnTo>
                <a:lnTo>
                  <a:pt x="610069" y="86969"/>
                </a:lnTo>
                <a:lnTo>
                  <a:pt x="611428" y="94703"/>
                </a:lnTo>
                <a:lnTo>
                  <a:pt x="614146" y="108483"/>
                </a:lnTo>
                <a:lnTo>
                  <a:pt x="614641" y="114490"/>
                </a:lnTo>
                <a:lnTo>
                  <a:pt x="618947" y="106718"/>
                </a:lnTo>
                <a:lnTo>
                  <a:pt x="622833" y="99212"/>
                </a:lnTo>
                <a:lnTo>
                  <a:pt x="626427" y="91694"/>
                </a:lnTo>
                <a:lnTo>
                  <a:pt x="629881" y="83921"/>
                </a:lnTo>
                <a:lnTo>
                  <a:pt x="629881" y="146494"/>
                </a:lnTo>
                <a:lnTo>
                  <a:pt x="649693" y="146494"/>
                </a:lnTo>
                <a:lnTo>
                  <a:pt x="649693" y="76301"/>
                </a:lnTo>
                <a:lnTo>
                  <a:pt x="651217" y="80873"/>
                </a:lnTo>
                <a:lnTo>
                  <a:pt x="654265" y="83921"/>
                </a:lnTo>
                <a:lnTo>
                  <a:pt x="655789" y="86969"/>
                </a:lnTo>
                <a:lnTo>
                  <a:pt x="669505" y="74777"/>
                </a:lnTo>
                <a:lnTo>
                  <a:pt x="664692" y="70205"/>
                </a:lnTo>
                <a:lnTo>
                  <a:pt x="654507" y="61061"/>
                </a:lnTo>
                <a:lnTo>
                  <a:pt x="649693" y="56489"/>
                </a:lnTo>
                <a:lnTo>
                  <a:pt x="649693" y="47345"/>
                </a:lnTo>
                <a:lnTo>
                  <a:pt x="657313" y="47345"/>
                </a:lnTo>
                <a:lnTo>
                  <a:pt x="661885" y="50393"/>
                </a:lnTo>
                <a:lnTo>
                  <a:pt x="664933" y="54965"/>
                </a:lnTo>
                <a:lnTo>
                  <a:pt x="669505" y="59537"/>
                </a:lnTo>
                <a:lnTo>
                  <a:pt x="674077" y="53797"/>
                </a:lnTo>
                <a:lnTo>
                  <a:pt x="683221" y="41744"/>
                </a:lnTo>
                <a:lnTo>
                  <a:pt x="687793" y="35153"/>
                </a:lnTo>
                <a:lnTo>
                  <a:pt x="731989" y="35153"/>
                </a:lnTo>
                <a:lnTo>
                  <a:pt x="731989" y="91541"/>
                </a:lnTo>
                <a:lnTo>
                  <a:pt x="728294" y="84442"/>
                </a:lnTo>
                <a:lnTo>
                  <a:pt x="724179" y="77063"/>
                </a:lnTo>
                <a:lnTo>
                  <a:pt x="719772" y="69684"/>
                </a:lnTo>
                <a:lnTo>
                  <a:pt x="715225" y="62585"/>
                </a:lnTo>
                <a:lnTo>
                  <a:pt x="699985" y="71729"/>
                </a:lnTo>
                <a:lnTo>
                  <a:pt x="704557" y="77825"/>
                </a:lnTo>
                <a:lnTo>
                  <a:pt x="707605" y="83921"/>
                </a:lnTo>
                <a:lnTo>
                  <a:pt x="710653" y="91541"/>
                </a:lnTo>
                <a:lnTo>
                  <a:pt x="684745" y="93065"/>
                </a:lnTo>
                <a:lnTo>
                  <a:pt x="707605" y="53441"/>
                </a:lnTo>
                <a:lnTo>
                  <a:pt x="689317" y="44297"/>
                </a:lnTo>
                <a:lnTo>
                  <a:pt x="680720" y="63754"/>
                </a:lnTo>
                <a:lnTo>
                  <a:pt x="673125" y="78778"/>
                </a:lnTo>
                <a:lnTo>
                  <a:pt x="666381" y="89522"/>
                </a:lnTo>
                <a:lnTo>
                  <a:pt x="660361" y="96113"/>
                </a:lnTo>
                <a:lnTo>
                  <a:pt x="666457" y="112966"/>
                </a:lnTo>
                <a:lnTo>
                  <a:pt x="675843" y="110947"/>
                </a:lnTo>
                <a:lnTo>
                  <a:pt x="687793" y="109347"/>
                </a:lnTo>
                <a:lnTo>
                  <a:pt x="702030" y="108038"/>
                </a:lnTo>
                <a:lnTo>
                  <a:pt x="718273" y="106870"/>
                </a:lnTo>
                <a:lnTo>
                  <a:pt x="721321" y="112966"/>
                </a:lnTo>
                <a:lnTo>
                  <a:pt x="731989" y="108394"/>
                </a:lnTo>
                <a:lnTo>
                  <a:pt x="731989" y="116014"/>
                </a:lnTo>
                <a:lnTo>
                  <a:pt x="730465" y="120586"/>
                </a:lnTo>
                <a:lnTo>
                  <a:pt x="727417" y="122110"/>
                </a:lnTo>
                <a:lnTo>
                  <a:pt x="725893" y="125158"/>
                </a:lnTo>
                <a:lnTo>
                  <a:pt x="690841" y="125158"/>
                </a:lnTo>
                <a:lnTo>
                  <a:pt x="692365" y="129730"/>
                </a:lnTo>
                <a:lnTo>
                  <a:pt x="695413" y="144970"/>
                </a:lnTo>
                <a:lnTo>
                  <a:pt x="728941" y="144970"/>
                </a:lnTo>
                <a:lnTo>
                  <a:pt x="735037" y="143446"/>
                </a:lnTo>
                <a:lnTo>
                  <a:pt x="739609" y="140398"/>
                </a:lnTo>
                <a:lnTo>
                  <a:pt x="748855" y="131254"/>
                </a:lnTo>
                <a:lnTo>
                  <a:pt x="750379" y="123634"/>
                </a:lnTo>
                <a:lnTo>
                  <a:pt x="751903" y="114490"/>
                </a:lnTo>
                <a:lnTo>
                  <a:pt x="751903" y="16865"/>
                </a:lnTo>
                <a:close/>
              </a:path>
              <a:path w="910589" h="148589">
                <a:moveTo>
                  <a:pt x="910488" y="125158"/>
                </a:moveTo>
                <a:lnTo>
                  <a:pt x="863142" y="125158"/>
                </a:lnTo>
                <a:lnTo>
                  <a:pt x="863142" y="116014"/>
                </a:lnTo>
                <a:lnTo>
                  <a:pt x="905916" y="116014"/>
                </a:lnTo>
                <a:lnTo>
                  <a:pt x="905916" y="102209"/>
                </a:lnTo>
                <a:lnTo>
                  <a:pt x="863142" y="102209"/>
                </a:lnTo>
                <a:lnTo>
                  <a:pt x="863142" y="94589"/>
                </a:lnTo>
                <a:lnTo>
                  <a:pt x="899820" y="94589"/>
                </a:lnTo>
                <a:lnTo>
                  <a:pt x="899820" y="80873"/>
                </a:lnTo>
                <a:lnTo>
                  <a:pt x="863142" y="80873"/>
                </a:lnTo>
                <a:lnTo>
                  <a:pt x="863142" y="73253"/>
                </a:lnTo>
                <a:lnTo>
                  <a:pt x="899820" y="73253"/>
                </a:lnTo>
                <a:lnTo>
                  <a:pt x="899820" y="50393"/>
                </a:lnTo>
                <a:lnTo>
                  <a:pt x="908964" y="50393"/>
                </a:lnTo>
                <a:lnTo>
                  <a:pt x="908964" y="35153"/>
                </a:lnTo>
                <a:lnTo>
                  <a:pt x="899820" y="35153"/>
                </a:lnTo>
                <a:lnTo>
                  <a:pt x="899820" y="12293"/>
                </a:lnTo>
                <a:lnTo>
                  <a:pt x="882954" y="12293"/>
                </a:lnTo>
                <a:lnTo>
                  <a:pt x="882954" y="27533"/>
                </a:lnTo>
                <a:lnTo>
                  <a:pt x="882954" y="35153"/>
                </a:lnTo>
                <a:lnTo>
                  <a:pt x="882954" y="50393"/>
                </a:lnTo>
                <a:lnTo>
                  <a:pt x="882954" y="59537"/>
                </a:lnTo>
                <a:lnTo>
                  <a:pt x="863142" y="59537"/>
                </a:lnTo>
                <a:lnTo>
                  <a:pt x="863142" y="50393"/>
                </a:lnTo>
                <a:lnTo>
                  <a:pt x="882954" y="50393"/>
                </a:lnTo>
                <a:lnTo>
                  <a:pt x="882954" y="35153"/>
                </a:lnTo>
                <a:lnTo>
                  <a:pt x="863142" y="35153"/>
                </a:lnTo>
                <a:lnTo>
                  <a:pt x="863142" y="27533"/>
                </a:lnTo>
                <a:lnTo>
                  <a:pt x="882954" y="27533"/>
                </a:lnTo>
                <a:lnTo>
                  <a:pt x="882954" y="12293"/>
                </a:lnTo>
                <a:lnTo>
                  <a:pt x="863142" y="12293"/>
                </a:lnTo>
                <a:lnTo>
                  <a:pt x="863142" y="0"/>
                </a:lnTo>
                <a:lnTo>
                  <a:pt x="843330" y="0"/>
                </a:lnTo>
                <a:lnTo>
                  <a:pt x="843330" y="12293"/>
                </a:lnTo>
                <a:lnTo>
                  <a:pt x="817422" y="12293"/>
                </a:lnTo>
                <a:lnTo>
                  <a:pt x="817422" y="27533"/>
                </a:lnTo>
                <a:lnTo>
                  <a:pt x="843330" y="27533"/>
                </a:lnTo>
                <a:lnTo>
                  <a:pt x="843330" y="35153"/>
                </a:lnTo>
                <a:lnTo>
                  <a:pt x="809802" y="35153"/>
                </a:lnTo>
                <a:lnTo>
                  <a:pt x="809802" y="50393"/>
                </a:lnTo>
                <a:lnTo>
                  <a:pt x="843330" y="50393"/>
                </a:lnTo>
                <a:lnTo>
                  <a:pt x="843330" y="59537"/>
                </a:lnTo>
                <a:lnTo>
                  <a:pt x="817422" y="59537"/>
                </a:lnTo>
                <a:lnTo>
                  <a:pt x="817422" y="73253"/>
                </a:lnTo>
                <a:lnTo>
                  <a:pt x="843330" y="73253"/>
                </a:lnTo>
                <a:lnTo>
                  <a:pt x="843330" y="80873"/>
                </a:lnTo>
                <a:lnTo>
                  <a:pt x="814374" y="80873"/>
                </a:lnTo>
                <a:lnTo>
                  <a:pt x="814374" y="94589"/>
                </a:lnTo>
                <a:lnTo>
                  <a:pt x="843330" y="94589"/>
                </a:lnTo>
                <a:lnTo>
                  <a:pt x="843330" y="102209"/>
                </a:lnTo>
                <a:lnTo>
                  <a:pt x="809802" y="102209"/>
                </a:lnTo>
                <a:lnTo>
                  <a:pt x="809802" y="116014"/>
                </a:lnTo>
                <a:lnTo>
                  <a:pt x="843330" y="116014"/>
                </a:lnTo>
                <a:lnTo>
                  <a:pt x="843330" y="125158"/>
                </a:lnTo>
                <a:lnTo>
                  <a:pt x="828471" y="124333"/>
                </a:lnTo>
                <a:lnTo>
                  <a:pt x="815898" y="121920"/>
                </a:lnTo>
                <a:lnTo>
                  <a:pt x="805611" y="118097"/>
                </a:lnTo>
                <a:lnTo>
                  <a:pt x="797610" y="112966"/>
                </a:lnTo>
                <a:lnTo>
                  <a:pt x="801001" y="103746"/>
                </a:lnTo>
                <a:lnTo>
                  <a:pt x="804037" y="94589"/>
                </a:lnTo>
                <a:lnTo>
                  <a:pt x="804087" y="94411"/>
                </a:lnTo>
                <a:lnTo>
                  <a:pt x="806615" y="84797"/>
                </a:lnTo>
                <a:lnTo>
                  <a:pt x="808278" y="74777"/>
                </a:lnTo>
                <a:lnTo>
                  <a:pt x="808278" y="56489"/>
                </a:lnTo>
                <a:lnTo>
                  <a:pt x="788466" y="56489"/>
                </a:lnTo>
                <a:lnTo>
                  <a:pt x="808278" y="29057"/>
                </a:lnTo>
                <a:lnTo>
                  <a:pt x="808278" y="12293"/>
                </a:lnTo>
                <a:lnTo>
                  <a:pt x="764082" y="12293"/>
                </a:lnTo>
                <a:lnTo>
                  <a:pt x="764082" y="30581"/>
                </a:lnTo>
                <a:lnTo>
                  <a:pt x="785418" y="30581"/>
                </a:lnTo>
                <a:lnTo>
                  <a:pt x="767130" y="54965"/>
                </a:lnTo>
                <a:lnTo>
                  <a:pt x="767130" y="73253"/>
                </a:lnTo>
                <a:lnTo>
                  <a:pt x="789990" y="73253"/>
                </a:lnTo>
                <a:lnTo>
                  <a:pt x="786942" y="88493"/>
                </a:lnTo>
                <a:lnTo>
                  <a:pt x="785418" y="94589"/>
                </a:lnTo>
                <a:lnTo>
                  <a:pt x="785304" y="94411"/>
                </a:lnTo>
                <a:lnTo>
                  <a:pt x="782370" y="90017"/>
                </a:lnTo>
                <a:lnTo>
                  <a:pt x="780846" y="83921"/>
                </a:lnTo>
                <a:lnTo>
                  <a:pt x="777798" y="77825"/>
                </a:lnTo>
                <a:lnTo>
                  <a:pt x="762558" y="85445"/>
                </a:lnTo>
                <a:lnTo>
                  <a:pt x="765759" y="93179"/>
                </a:lnTo>
                <a:lnTo>
                  <a:pt x="768654" y="100355"/>
                </a:lnTo>
                <a:lnTo>
                  <a:pt x="771563" y="106959"/>
                </a:lnTo>
                <a:lnTo>
                  <a:pt x="774750" y="112966"/>
                </a:lnTo>
                <a:lnTo>
                  <a:pt x="771702" y="117538"/>
                </a:lnTo>
                <a:lnTo>
                  <a:pt x="762558" y="126682"/>
                </a:lnTo>
                <a:lnTo>
                  <a:pt x="765606" y="134302"/>
                </a:lnTo>
                <a:lnTo>
                  <a:pt x="767130" y="140398"/>
                </a:lnTo>
                <a:lnTo>
                  <a:pt x="768654" y="148018"/>
                </a:lnTo>
                <a:lnTo>
                  <a:pt x="774115" y="143433"/>
                </a:lnTo>
                <a:lnTo>
                  <a:pt x="779132" y="138684"/>
                </a:lnTo>
                <a:lnTo>
                  <a:pt x="783882" y="133667"/>
                </a:lnTo>
                <a:lnTo>
                  <a:pt x="788466" y="128206"/>
                </a:lnTo>
                <a:lnTo>
                  <a:pt x="791514" y="131254"/>
                </a:lnTo>
                <a:lnTo>
                  <a:pt x="797610" y="134302"/>
                </a:lnTo>
                <a:lnTo>
                  <a:pt x="806754" y="137350"/>
                </a:lnTo>
                <a:lnTo>
                  <a:pt x="814209" y="140233"/>
                </a:lnTo>
                <a:lnTo>
                  <a:pt x="822947" y="142113"/>
                </a:lnTo>
                <a:lnTo>
                  <a:pt x="833120" y="143141"/>
                </a:lnTo>
                <a:lnTo>
                  <a:pt x="843953" y="143433"/>
                </a:lnTo>
                <a:lnTo>
                  <a:pt x="905916" y="143433"/>
                </a:lnTo>
                <a:lnTo>
                  <a:pt x="905979" y="143141"/>
                </a:lnTo>
                <a:lnTo>
                  <a:pt x="907440" y="135826"/>
                </a:lnTo>
                <a:lnTo>
                  <a:pt x="908964" y="129730"/>
                </a:lnTo>
                <a:lnTo>
                  <a:pt x="909472" y="128206"/>
                </a:lnTo>
                <a:lnTo>
                  <a:pt x="910488" y="125158"/>
                </a:lnTo>
                <a:close/>
              </a:path>
            </a:pathLst>
          </a:custGeom>
          <a:solidFill>
            <a:srgbClr val="362FA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64513" y="4551997"/>
            <a:ext cx="1203293" cy="131159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2360765" y="4552010"/>
            <a:ext cx="1327150" cy="131445"/>
          </a:xfrm>
          <a:custGeom>
            <a:avLst/>
            <a:gdLst/>
            <a:ahLst/>
            <a:cxnLst/>
            <a:rect l="l" t="t" r="r" b="b"/>
            <a:pathLst>
              <a:path w="1327150" h="131445">
                <a:moveTo>
                  <a:pt x="22961" y="45707"/>
                </a:moveTo>
                <a:lnTo>
                  <a:pt x="10668" y="21323"/>
                </a:lnTo>
                <a:lnTo>
                  <a:pt x="1524" y="27419"/>
                </a:lnTo>
                <a:lnTo>
                  <a:pt x="4076" y="31419"/>
                </a:lnTo>
                <a:lnTo>
                  <a:pt x="7048" y="36563"/>
                </a:lnTo>
                <a:lnTo>
                  <a:pt x="10312" y="42849"/>
                </a:lnTo>
                <a:lnTo>
                  <a:pt x="13716" y="50279"/>
                </a:lnTo>
                <a:lnTo>
                  <a:pt x="22961" y="45707"/>
                </a:lnTo>
                <a:close/>
              </a:path>
              <a:path w="1327150" h="131445">
                <a:moveTo>
                  <a:pt x="35153" y="3035"/>
                </a:moveTo>
                <a:lnTo>
                  <a:pt x="24485" y="3035"/>
                </a:lnTo>
                <a:lnTo>
                  <a:pt x="24485" y="65620"/>
                </a:lnTo>
                <a:lnTo>
                  <a:pt x="17830" y="73101"/>
                </a:lnTo>
                <a:lnTo>
                  <a:pt x="11633" y="79717"/>
                </a:lnTo>
                <a:lnTo>
                  <a:pt x="5740" y="85763"/>
                </a:lnTo>
                <a:lnTo>
                  <a:pt x="0" y="91528"/>
                </a:lnTo>
                <a:lnTo>
                  <a:pt x="7620" y="100672"/>
                </a:lnTo>
                <a:lnTo>
                  <a:pt x="11963" y="95224"/>
                </a:lnTo>
                <a:lnTo>
                  <a:pt x="16052" y="90195"/>
                </a:lnTo>
                <a:lnTo>
                  <a:pt x="20129" y="85458"/>
                </a:lnTo>
                <a:lnTo>
                  <a:pt x="24485" y="80860"/>
                </a:lnTo>
                <a:lnTo>
                  <a:pt x="24485" y="131152"/>
                </a:lnTo>
                <a:lnTo>
                  <a:pt x="35153" y="131152"/>
                </a:lnTo>
                <a:lnTo>
                  <a:pt x="35153" y="80860"/>
                </a:lnTo>
                <a:lnTo>
                  <a:pt x="35153" y="3035"/>
                </a:lnTo>
                <a:close/>
              </a:path>
              <a:path w="1327150" h="131445">
                <a:moveTo>
                  <a:pt x="80873" y="103720"/>
                </a:moveTo>
                <a:lnTo>
                  <a:pt x="76504" y="98907"/>
                </a:lnTo>
                <a:lnTo>
                  <a:pt x="72301" y="93814"/>
                </a:lnTo>
                <a:lnTo>
                  <a:pt x="67792" y="88722"/>
                </a:lnTo>
                <a:lnTo>
                  <a:pt x="62585" y="83908"/>
                </a:lnTo>
                <a:lnTo>
                  <a:pt x="54965" y="90004"/>
                </a:lnTo>
                <a:lnTo>
                  <a:pt x="59537" y="94602"/>
                </a:lnTo>
                <a:lnTo>
                  <a:pt x="64109" y="99339"/>
                </a:lnTo>
                <a:lnTo>
                  <a:pt x="68681" y="104368"/>
                </a:lnTo>
                <a:lnTo>
                  <a:pt x="73253" y="109816"/>
                </a:lnTo>
                <a:lnTo>
                  <a:pt x="80873" y="103720"/>
                </a:lnTo>
                <a:close/>
              </a:path>
              <a:path w="1327150" h="131445">
                <a:moveTo>
                  <a:pt x="125069" y="16751"/>
                </a:moveTo>
                <a:lnTo>
                  <a:pt x="73253" y="16751"/>
                </a:lnTo>
                <a:lnTo>
                  <a:pt x="77825" y="13703"/>
                </a:lnTo>
                <a:lnTo>
                  <a:pt x="80873" y="9131"/>
                </a:lnTo>
                <a:lnTo>
                  <a:pt x="83921" y="6083"/>
                </a:lnTo>
                <a:lnTo>
                  <a:pt x="74777" y="1511"/>
                </a:lnTo>
                <a:lnTo>
                  <a:pt x="67348" y="10401"/>
                </a:lnTo>
                <a:lnTo>
                  <a:pt x="58775" y="18846"/>
                </a:lnTo>
                <a:lnTo>
                  <a:pt x="49060" y="27025"/>
                </a:lnTo>
                <a:lnTo>
                  <a:pt x="38201" y="35039"/>
                </a:lnTo>
                <a:lnTo>
                  <a:pt x="41249" y="36563"/>
                </a:lnTo>
                <a:lnTo>
                  <a:pt x="42773" y="39611"/>
                </a:lnTo>
                <a:lnTo>
                  <a:pt x="44335" y="41122"/>
                </a:lnTo>
                <a:lnTo>
                  <a:pt x="51917" y="36563"/>
                </a:lnTo>
                <a:lnTo>
                  <a:pt x="59537" y="30467"/>
                </a:lnTo>
                <a:lnTo>
                  <a:pt x="64109" y="25895"/>
                </a:lnTo>
                <a:lnTo>
                  <a:pt x="112877" y="25895"/>
                </a:lnTo>
                <a:lnTo>
                  <a:pt x="106603" y="31356"/>
                </a:lnTo>
                <a:lnTo>
                  <a:pt x="99352" y="36372"/>
                </a:lnTo>
                <a:lnTo>
                  <a:pt x="91224" y="41122"/>
                </a:lnTo>
                <a:lnTo>
                  <a:pt x="82397" y="45707"/>
                </a:lnTo>
                <a:lnTo>
                  <a:pt x="79349" y="42659"/>
                </a:lnTo>
                <a:lnTo>
                  <a:pt x="67157" y="33515"/>
                </a:lnTo>
                <a:lnTo>
                  <a:pt x="61061" y="39611"/>
                </a:lnTo>
                <a:lnTo>
                  <a:pt x="65633" y="42659"/>
                </a:lnTo>
                <a:lnTo>
                  <a:pt x="73253" y="50279"/>
                </a:lnTo>
                <a:lnTo>
                  <a:pt x="66103" y="52565"/>
                </a:lnTo>
                <a:lnTo>
                  <a:pt x="58394" y="54851"/>
                </a:lnTo>
                <a:lnTo>
                  <a:pt x="50101" y="57137"/>
                </a:lnTo>
                <a:lnTo>
                  <a:pt x="41249" y="59423"/>
                </a:lnTo>
                <a:lnTo>
                  <a:pt x="42773" y="62471"/>
                </a:lnTo>
                <a:lnTo>
                  <a:pt x="44297" y="65620"/>
                </a:lnTo>
                <a:lnTo>
                  <a:pt x="45821" y="68668"/>
                </a:lnTo>
                <a:lnTo>
                  <a:pt x="73837" y="60020"/>
                </a:lnTo>
                <a:lnTo>
                  <a:pt x="96304" y="50101"/>
                </a:lnTo>
                <a:lnTo>
                  <a:pt x="102908" y="45707"/>
                </a:lnTo>
                <a:lnTo>
                  <a:pt x="113322" y="38785"/>
                </a:lnTo>
                <a:lnTo>
                  <a:pt x="125069" y="25895"/>
                </a:lnTo>
                <a:lnTo>
                  <a:pt x="125069" y="16751"/>
                </a:lnTo>
                <a:close/>
              </a:path>
              <a:path w="1327150" h="131445">
                <a:moveTo>
                  <a:pt x="131165" y="71716"/>
                </a:moveTo>
                <a:lnTo>
                  <a:pt x="112877" y="71716"/>
                </a:lnTo>
                <a:lnTo>
                  <a:pt x="112877" y="56375"/>
                </a:lnTo>
                <a:lnTo>
                  <a:pt x="102209" y="56375"/>
                </a:lnTo>
                <a:lnTo>
                  <a:pt x="102209" y="71716"/>
                </a:lnTo>
                <a:lnTo>
                  <a:pt x="41249" y="71716"/>
                </a:lnTo>
                <a:lnTo>
                  <a:pt x="41249" y="80860"/>
                </a:lnTo>
                <a:lnTo>
                  <a:pt x="102209" y="80860"/>
                </a:lnTo>
                <a:lnTo>
                  <a:pt x="102209" y="114388"/>
                </a:lnTo>
                <a:lnTo>
                  <a:pt x="99161" y="117436"/>
                </a:lnTo>
                <a:lnTo>
                  <a:pt x="76301" y="117436"/>
                </a:lnTo>
                <a:lnTo>
                  <a:pt x="77825" y="120484"/>
                </a:lnTo>
                <a:lnTo>
                  <a:pt x="77825" y="125056"/>
                </a:lnTo>
                <a:lnTo>
                  <a:pt x="79349" y="128104"/>
                </a:lnTo>
                <a:lnTo>
                  <a:pt x="106781" y="128104"/>
                </a:lnTo>
                <a:lnTo>
                  <a:pt x="112877" y="122008"/>
                </a:lnTo>
                <a:lnTo>
                  <a:pt x="112877" y="80860"/>
                </a:lnTo>
                <a:lnTo>
                  <a:pt x="131165" y="80860"/>
                </a:lnTo>
                <a:lnTo>
                  <a:pt x="131165" y="71716"/>
                </a:lnTo>
                <a:close/>
              </a:path>
              <a:path w="1327150" h="131445">
                <a:moveTo>
                  <a:pt x="187642" y="108292"/>
                </a:moveTo>
                <a:lnTo>
                  <a:pt x="180022" y="99148"/>
                </a:lnTo>
                <a:lnTo>
                  <a:pt x="171170" y="104838"/>
                </a:lnTo>
                <a:lnTo>
                  <a:pt x="160731" y="110388"/>
                </a:lnTo>
                <a:lnTo>
                  <a:pt x="148869" y="115646"/>
                </a:lnTo>
                <a:lnTo>
                  <a:pt x="135724" y="120484"/>
                </a:lnTo>
                <a:lnTo>
                  <a:pt x="135851" y="120865"/>
                </a:lnTo>
                <a:lnTo>
                  <a:pt x="137248" y="125056"/>
                </a:lnTo>
                <a:lnTo>
                  <a:pt x="140296" y="131152"/>
                </a:lnTo>
                <a:lnTo>
                  <a:pt x="151777" y="126288"/>
                </a:lnTo>
                <a:lnTo>
                  <a:pt x="163398" y="120865"/>
                </a:lnTo>
                <a:lnTo>
                  <a:pt x="175310" y="114858"/>
                </a:lnTo>
                <a:lnTo>
                  <a:pt x="187642" y="108292"/>
                </a:lnTo>
                <a:close/>
              </a:path>
              <a:path w="1327150" h="131445">
                <a:moveTo>
                  <a:pt x="263842" y="88480"/>
                </a:moveTo>
                <a:lnTo>
                  <a:pt x="242506" y="88480"/>
                </a:lnTo>
                <a:lnTo>
                  <a:pt x="242506" y="74764"/>
                </a:lnTo>
                <a:lnTo>
                  <a:pt x="242506" y="65620"/>
                </a:lnTo>
                <a:lnTo>
                  <a:pt x="242506" y="50279"/>
                </a:lnTo>
                <a:lnTo>
                  <a:pt x="242506" y="41135"/>
                </a:lnTo>
                <a:lnTo>
                  <a:pt x="242506" y="27419"/>
                </a:lnTo>
                <a:lnTo>
                  <a:pt x="262318" y="27419"/>
                </a:lnTo>
                <a:lnTo>
                  <a:pt x="262318" y="18275"/>
                </a:lnTo>
                <a:lnTo>
                  <a:pt x="242506" y="18275"/>
                </a:lnTo>
                <a:lnTo>
                  <a:pt x="242506" y="1511"/>
                </a:lnTo>
                <a:lnTo>
                  <a:pt x="231838" y="1511"/>
                </a:lnTo>
                <a:lnTo>
                  <a:pt x="231838" y="18275"/>
                </a:lnTo>
                <a:lnTo>
                  <a:pt x="231838" y="27419"/>
                </a:lnTo>
                <a:lnTo>
                  <a:pt x="231838" y="88480"/>
                </a:lnTo>
                <a:lnTo>
                  <a:pt x="167830" y="88480"/>
                </a:lnTo>
                <a:lnTo>
                  <a:pt x="167830" y="74764"/>
                </a:lnTo>
                <a:lnTo>
                  <a:pt x="231838" y="74764"/>
                </a:lnTo>
                <a:lnTo>
                  <a:pt x="231838" y="65620"/>
                </a:lnTo>
                <a:lnTo>
                  <a:pt x="167830" y="65620"/>
                </a:lnTo>
                <a:lnTo>
                  <a:pt x="167830" y="50279"/>
                </a:lnTo>
                <a:lnTo>
                  <a:pt x="231838" y="50279"/>
                </a:lnTo>
                <a:lnTo>
                  <a:pt x="231838" y="41135"/>
                </a:lnTo>
                <a:lnTo>
                  <a:pt x="167830" y="41135"/>
                </a:lnTo>
                <a:lnTo>
                  <a:pt x="167830" y="27419"/>
                </a:lnTo>
                <a:lnTo>
                  <a:pt x="231838" y="27419"/>
                </a:lnTo>
                <a:lnTo>
                  <a:pt x="231838" y="18275"/>
                </a:lnTo>
                <a:lnTo>
                  <a:pt x="167830" y="18275"/>
                </a:lnTo>
                <a:lnTo>
                  <a:pt x="167830" y="1511"/>
                </a:lnTo>
                <a:lnTo>
                  <a:pt x="158584" y="1511"/>
                </a:lnTo>
                <a:lnTo>
                  <a:pt x="158584" y="18275"/>
                </a:lnTo>
                <a:lnTo>
                  <a:pt x="138772" y="18275"/>
                </a:lnTo>
                <a:lnTo>
                  <a:pt x="138772" y="27419"/>
                </a:lnTo>
                <a:lnTo>
                  <a:pt x="158584" y="27419"/>
                </a:lnTo>
                <a:lnTo>
                  <a:pt x="158584" y="88480"/>
                </a:lnTo>
                <a:lnTo>
                  <a:pt x="135724" y="88480"/>
                </a:lnTo>
                <a:lnTo>
                  <a:pt x="135724" y="97624"/>
                </a:lnTo>
                <a:lnTo>
                  <a:pt x="263842" y="97624"/>
                </a:lnTo>
                <a:lnTo>
                  <a:pt x="263842" y="88480"/>
                </a:lnTo>
                <a:close/>
              </a:path>
              <a:path w="1327150" h="131445">
                <a:moveTo>
                  <a:pt x="265366" y="118960"/>
                </a:moveTo>
                <a:lnTo>
                  <a:pt x="218122" y="99148"/>
                </a:lnTo>
                <a:lnTo>
                  <a:pt x="212026" y="108292"/>
                </a:lnTo>
                <a:lnTo>
                  <a:pt x="224332" y="113131"/>
                </a:lnTo>
                <a:lnTo>
                  <a:pt x="236220" y="118389"/>
                </a:lnTo>
                <a:lnTo>
                  <a:pt x="247815" y="123939"/>
                </a:lnTo>
                <a:lnTo>
                  <a:pt x="259270" y="129628"/>
                </a:lnTo>
                <a:lnTo>
                  <a:pt x="265366" y="118960"/>
                </a:lnTo>
                <a:close/>
              </a:path>
              <a:path w="1327150" h="131445">
                <a:moveTo>
                  <a:pt x="327952" y="88480"/>
                </a:moveTo>
                <a:lnTo>
                  <a:pt x="321856" y="88480"/>
                </a:lnTo>
                <a:lnTo>
                  <a:pt x="314236" y="90004"/>
                </a:lnTo>
                <a:lnTo>
                  <a:pt x="308140" y="90004"/>
                </a:lnTo>
                <a:lnTo>
                  <a:pt x="308140" y="73240"/>
                </a:lnTo>
                <a:lnTo>
                  <a:pt x="324904" y="73240"/>
                </a:lnTo>
                <a:lnTo>
                  <a:pt x="324904" y="63995"/>
                </a:lnTo>
                <a:lnTo>
                  <a:pt x="308140" y="63995"/>
                </a:lnTo>
                <a:lnTo>
                  <a:pt x="308140" y="38087"/>
                </a:lnTo>
                <a:lnTo>
                  <a:pt x="298894" y="38087"/>
                </a:lnTo>
                <a:lnTo>
                  <a:pt x="298894" y="63995"/>
                </a:lnTo>
                <a:lnTo>
                  <a:pt x="282130" y="63995"/>
                </a:lnTo>
                <a:lnTo>
                  <a:pt x="285318" y="55981"/>
                </a:lnTo>
                <a:lnTo>
                  <a:pt x="288226" y="47802"/>
                </a:lnTo>
                <a:lnTo>
                  <a:pt x="291134" y="39357"/>
                </a:lnTo>
                <a:lnTo>
                  <a:pt x="294322" y="30467"/>
                </a:lnTo>
                <a:lnTo>
                  <a:pt x="324904" y="30467"/>
                </a:lnTo>
                <a:lnTo>
                  <a:pt x="324904" y="21323"/>
                </a:lnTo>
                <a:lnTo>
                  <a:pt x="297370" y="21323"/>
                </a:lnTo>
                <a:lnTo>
                  <a:pt x="298894" y="15227"/>
                </a:lnTo>
                <a:lnTo>
                  <a:pt x="301942" y="9131"/>
                </a:lnTo>
                <a:lnTo>
                  <a:pt x="303466" y="3035"/>
                </a:lnTo>
                <a:lnTo>
                  <a:pt x="292798" y="1511"/>
                </a:lnTo>
                <a:lnTo>
                  <a:pt x="291274" y="7607"/>
                </a:lnTo>
                <a:lnTo>
                  <a:pt x="288226" y="15227"/>
                </a:lnTo>
                <a:lnTo>
                  <a:pt x="286702" y="21323"/>
                </a:lnTo>
                <a:lnTo>
                  <a:pt x="269938" y="21323"/>
                </a:lnTo>
                <a:lnTo>
                  <a:pt x="269938" y="30467"/>
                </a:lnTo>
                <a:lnTo>
                  <a:pt x="283654" y="30467"/>
                </a:lnTo>
                <a:lnTo>
                  <a:pt x="281101" y="39573"/>
                </a:lnTo>
                <a:lnTo>
                  <a:pt x="278130" y="48374"/>
                </a:lnTo>
                <a:lnTo>
                  <a:pt x="274866" y="56616"/>
                </a:lnTo>
                <a:lnTo>
                  <a:pt x="271462" y="63995"/>
                </a:lnTo>
                <a:lnTo>
                  <a:pt x="271462" y="73240"/>
                </a:lnTo>
                <a:lnTo>
                  <a:pt x="298894" y="73240"/>
                </a:lnTo>
                <a:lnTo>
                  <a:pt x="298894" y="91528"/>
                </a:lnTo>
                <a:lnTo>
                  <a:pt x="275539" y="94957"/>
                </a:lnTo>
                <a:lnTo>
                  <a:pt x="268414" y="96100"/>
                </a:lnTo>
                <a:lnTo>
                  <a:pt x="269938" y="105244"/>
                </a:lnTo>
                <a:lnTo>
                  <a:pt x="276821" y="104343"/>
                </a:lnTo>
                <a:lnTo>
                  <a:pt x="291160" y="103098"/>
                </a:lnTo>
                <a:lnTo>
                  <a:pt x="298894" y="102196"/>
                </a:lnTo>
                <a:lnTo>
                  <a:pt x="298894" y="129628"/>
                </a:lnTo>
                <a:lnTo>
                  <a:pt x="308140" y="129628"/>
                </a:lnTo>
                <a:lnTo>
                  <a:pt x="308140" y="102196"/>
                </a:lnTo>
                <a:lnTo>
                  <a:pt x="308140" y="100672"/>
                </a:lnTo>
                <a:lnTo>
                  <a:pt x="320332" y="97624"/>
                </a:lnTo>
                <a:lnTo>
                  <a:pt x="327952" y="97624"/>
                </a:lnTo>
                <a:lnTo>
                  <a:pt x="327952" y="90004"/>
                </a:lnTo>
                <a:lnTo>
                  <a:pt x="327952" y="88480"/>
                </a:lnTo>
                <a:close/>
              </a:path>
              <a:path w="1327150" h="131445">
                <a:moveTo>
                  <a:pt x="398056" y="47231"/>
                </a:moveTo>
                <a:lnTo>
                  <a:pt x="352336" y="47231"/>
                </a:lnTo>
                <a:lnTo>
                  <a:pt x="353860" y="42659"/>
                </a:lnTo>
                <a:lnTo>
                  <a:pt x="356908" y="30467"/>
                </a:lnTo>
                <a:lnTo>
                  <a:pt x="393484" y="30467"/>
                </a:lnTo>
                <a:lnTo>
                  <a:pt x="393484" y="21323"/>
                </a:lnTo>
                <a:lnTo>
                  <a:pt x="358432" y="21323"/>
                </a:lnTo>
                <a:lnTo>
                  <a:pt x="361480" y="9131"/>
                </a:lnTo>
                <a:lnTo>
                  <a:pt x="363004" y="1511"/>
                </a:lnTo>
                <a:lnTo>
                  <a:pt x="352336" y="1511"/>
                </a:lnTo>
                <a:lnTo>
                  <a:pt x="350812" y="9131"/>
                </a:lnTo>
                <a:lnTo>
                  <a:pt x="347764" y="21323"/>
                </a:lnTo>
                <a:lnTo>
                  <a:pt x="331000" y="21323"/>
                </a:lnTo>
                <a:lnTo>
                  <a:pt x="331000" y="30467"/>
                </a:lnTo>
                <a:lnTo>
                  <a:pt x="346240" y="30467"/>
                </a:lnTo>
                <a:lnTo>
                  <a:pt x="343192" y="42659"/>
                </a:lnTo>
                <a:lnTo>
                  <a:pt x="341668" y="47231"/>
                </a:lnTo>
                <a:lnTo>
                  <a:pt x="324904" y="47231"/>
                </a:lnTo>
                <a:lnTo>
                  <a:pt x="324904" y="56375"/>
                </a:lnTo>
                <a:lnTo>
                  <a:pt x="340144" y="56375"/>
                </a:lnTo>
                <a:lnTo>
                  <a:pt x="340017" y="56616"/>
                </a:lnTo>
                <a:lnTo>
                  <a:pt x="337096" y="62471"/>
                </a:lnTo>
                <a:lnTo>
                  <a:pt x="335572" y="68668"/>
                </a:lnTo>
                <a:lnTo>
                  <a:pt x="334048" y="73240"/>
                </a:lnTo>
                <a:lnTo>
                  <a:pt x="334048" y="82384"/>
                </a:lnTo>
                <a:lnTo>
                  <a:pt x="379768" y="82384"/>
                </a:lnTo>
                <a:lnTo>
                  <a:pt x="359956" y="105244"/>
                </a:lnTo>
                <a:lnTo>
                  <a:pt x="354241" y="101841"/>
                </a:lnTo>
                <a:lnTo>
                  <a:pt x="348526" y="98577"/>
                </a:lnTo>
                <a:lnTo>
                  <a:pt x="342811" y="95605"/>
                </a:lnTo>
                <a:lnTo>
                  <a:pt x="337096" y="93052"/>
                </a:lnTo>
                <a:lnTo>
                  <a:pt x="332524" y="100672"/>
                </a:lnTo>
                <a:lnTo>
                  <a:pt x="343687" y="107772"/>
                </a:lnTo>
                <a:lnTo>
                  <a:pt x="354431" y="115150"/>
                </a:lnTo>
                <a:lnTo>
                  <a:pt x="364883" y="122529"/>
                </a:lnTo>
                <a:lnTo>
                  <a:pt x="375196" y="129628"/>
                </a:lnTo>
                <a:lnTo>
                  <a:pt x="382816" y="122008"/>
                </a:lnTo>
                <a:lnTo>
                  <a:pt x="378244" y="117436"/>
                </a:lnTo>
                <a:lnTo>
                  <a:pt x="372148" y="114388"/>
                </a:lnTo>
                <a:lnTo>
                  <a:pt x="367576" y="111340"/>
                </a:lnTo>
                <a:lnTo>
                  <a:pt x="372706" y="105244"/>
                </a:lnTo>
                <a:lnTo>
                  <a:pt x="391960" y="82384"/>
                </a:lnTo>
                <a:lnTo>
                  <a:pt x="391960" y="73240"/>
                </a:lnTo>
                <a:lnTo>
                  <a:pt x="344716" y="73240"/>
                </a:lnTo>
                <a:lnTo>
                  <a:pt x="346240" y="68668"/>
                </a:lnTo>
                <a:lnTo>
                  <a:pt x="349288" y="56375"/>
                </a:lnTo>
                <a:lnTo>
                  <a:pt x="398056" y="56375"/>
                </a:lnTo>
                <a:lnTo>
                  <a:pt x="398056" y="47231"/>
                </a:lnTo>
                <a:close/>
              </a:path>
              <a:path w="1327150" h="131445">
                <a:moveTo>
                  <a:pt x="443763" y="25908"/>
                </a:moveTo>
                <a:lnTo>
                  <a:pt x="428523" y="25908"/>
                </a:lnTo>
                <a:lnTo>
                  <a:pt x="428523" y="1524"/>
                </a:lnTo>
                <a:lnTo>
                  <a:pt x="417855" y="1524"/>
                </a:lnTo>
                <a:lnTo>
                  <a:pt x="417855" y="25908"/>
                </a:lnTo>
                <a:lnTo>
                  <a:pt x="402615" y="25908"/>
                </a:lnTo>
                <a:lnTo>
                  <a:pt x="402615" y="35052"/>
                </a:lnTo>
                <a:lnTo>
                  <a:pt x="417855" y="35052"/>
                </a:lnTo>
                <a:lnTo>
                  <a:pt x="417855" y="65620"/>
                </a:lnTo>
                <a:lnTo>
                  <a:pt x="413283" y="67144"/>
                </a:lnTo>
                <a:lnTo>
                  <a:pt x="407187" y="68668"/>
                </a:lnTo>
                <a:lnTo>
                  <a:pt x="402615" y="70192"/>
                </a:lnTo>
                <a:lnTo>
                  <a:pt x="404139" y="80860"/>
                </a:lnTo>
                <a:lnTo>
                  <a:pt x="408711" y="79336"/>
                </a:lnTo>
                <a:lnTo>
                  <a:pt x="414807" y="77812"/>
                </a:lnTo>
                <a:lnTo>
                  <a:pt x="417855" y="76288"/>
                </a:lnTo>
                <a:lnTo>
                  <a:pt x="417855" y="115912"/>
                </a:lnTo>
                <a:lnTo>
                  <a:pt x="416331" y="118960"/>
                </a:lnTo>
                <a:lnTo>
                  <a:pt x="410235" y="118960"/>
                </a:lnTo>
                <a:lnTo>
                  <a:pt x="407187" y="117436"/>
                </a:lnTo>
                <a:lnTo>
                  <a:pt x="401091" y="117436"/>
                </a:lnTo>
                <a:lnTo>
                  <a:pt x="402615" y="120484"/>
                </a:lnTo>
                <a:lnTo>
                  <a:pt x="402615" y="125056"/>
                </a:lnTo>
                <a:lnTo>
                  <a:pt x="404139" y="128104"/>
                </a:lnTo>
                <a:lnTo>
                  <a:pt x="423951" y="128104"/>
                </a:lnTo>
                <a:lnTo>
                  <a:pt x="428523" y="123532"/>
                </a:lnTo>
                <a:lnTo>
                  <a:pt x="428523" y="118960"/>
                </a:lnTo>
                <a:lnTo>
                  <a:pt x="428523" y="76288"/>
                </a:lnTo>
                <a:lnTo>
                  <a:pt x="428523" y="71716"/>
                </a:lnTo>
                <a:lnTo>
                  <a:pt x="436143" y="68668"/>
                </a:lnTo>
                <a:lnTo>
                  <a:pt x="440715" y="67144"/>
                </a:lnTo>
                <a:lnTo>
                  <a:pt x="442239" y="67144"/>
                </a:lnTo>
                <a:lnTo>
                  <a:pt x="442239" y="62484"/>
                </a:lnTo>
                <a:lnTo>
                  <a:pt x="442239" y="56388"/>
                </a:lnTo>
                <a:lnTo>
                  <a:pt x="437667" y="59436"/>
                </a:lnTo>
                <a:lnTo>
                  <a:pt x="428523" y="62484"/>
                </a:lnTo>
                <a:lnTo>
                  <a:pt x="428523" y="35052"/>
                </a:lnTo>
                <a:lnTo>
                  <a:pt x="443763" y="35052"/>
                </a:lnTo>
                <a:lnTo>
                  <a:pt x="443763" y="25908"/>
                </a:lnTo>
                <a:close/>
              </a:path>
              <a:path w="1327150" h="131445">
                <a:moveTo>
                  <a:pt x="532257" y="80860"/>
                </a:moveTo>
                <a:lnTo>
                  <a:pt x="521589" y="80860"/>
                </a:lnTo>
                <a:lnTo>
                  <a:pt x="521589" y="50292"/>
                </a:lnTo>
                <a:lnTo>
                  <a:pt x="521589" y="41148"/>
                </a:lnTo>
                <a:lnTo>
                  <a:pt x="512445" y="41148"/>
                </a:lnTo>
                <a:lnTo>
                  <a:pt x="512445" y="50292"/>
                </a:lnTo>
                <a:lnTo>
                  <a:pt x="512445" y="80860"/>
                </a:lnTo>
                <a:lnTo>
                  <a:pt x="489585" y="80860"/>
                </a:lnTo>
                <a:lnTo>
                  <a:pt x="489585" y="50292"/>
                </a:lnTo>
                <a:lnTo>
                  <a:pt x="512445" y="50292"/>
                </a:lnTo>
                <a:lnTo>
                  <a:pt x="512445" y="41148"/>
                </a:lnTo>
                <a:lnTo>
                  <a:pt x="498729" y="41148"/>
                </a:lnTo>
                <a:lnTo>
                  <a:pt x="504825" y="33528"/>
                </a:lnTo>
                <a:lnTo>
                  <a:pt x="509397" y="27432"/>
                </a:lnTo>
                <a:lnTo>
                  <a:pt x="513969" y="22860"/>
                </a:lnTo>
                <a:lnTo>
                  <a:pt x="513969" y="15240"/>
                </a:lnTo>
                <a:lnTo>
                  <a:pt x="501777" y="15240"/>
                </a:lnTo>
                <a:lnTo>
                  <a:pt x="501777" y="22860"/>
                </a:lnTo>
                <a:lnTo>
                  <a:pt x="492633" y="35052"/>
                </a:lnTo>
                <a:lnTo>
                  <a:pt x="486537" y="41148"/>
                </a:lnTo>
                <a:lnTo>
                  <a:pt x="480441" y="41148"/>
                </a:lnTo>
                <a:lnTo>
                  <a:pt x="480441" y="50292"/>
                </a:lnTo>
                <a:lnTo>
                  <a:pt x="480441" y="80860"/>
                </a:lnTo>
                <a:lnTo>
                  <a:pt x="459105" y="80860"/>
                </a:lnTo>
                <a:lnTo>
                  <a:pt x="459105" y="50292"/>
                </a:lnTo>
                <a:lnTo>
                  <a:pt x="480441" y="50292"/>
                </a:lnTo>
                <a:lnTo>
                  <a:pt x="480441" y="41148"/>
                </a:lnTo>
                <a:lnTo>
                  <a:pt x="454533" y="41148"/>
                </a:lnTo>
                <a:lnTo>
                  <a:pt x="459105" y="36576"/>
                </a:lnTo>
                <a:lnTo>
                  <a:pt x="463702" y="30429"/>
                </a:lnTo>
                <a:lnTo>
                  <a:pt x="468249" y="22860"/>
                </a:lnTo>
                <a:lnTo>
                  <a:pt x="501777" y="22860"/>
                </a:lnTo>
                <a:lnTo>
                  <a:pt x="501777" y="15240"/>
                </a:lnTo>
                <a:lnTo>
                  <a:pt x="474345" y="15240"/>
                </a:lnTo>
                <a:lnTo>
                  <a:pt x="475869" y="10668"/>
                </a:lnTo>
                <a:lnTo>
                  <a:pt x="478917" y="6096"/>
                </a:lnTo>
                <a:lnTo>
                  <a:pt x="480441" y="3048"/>
                </a:lnTo>
                <a:lnTo>
                  <a:pt x="469773" y="0"/>
                </a:lnTo>
                <a:lnTo>
                  <a:pt x="464629" y="10896"/>
                </a:lnTo>
                <a:lnTo>
                  <a:pt x="458330" y="20955"/>
                </a:lnTo>
                <a:lnTo>
                  <a:pt x="450875" y="30429"/>
                </a:lnTo>
                <a:lnTo>
                  <a:pt x="442239" y="39624"/>
                </a:lnTo>
                <a:lnTo>
                  <a:pt x="445287" y="42672"/>
                </a:lnTo>
                <a:lnTo>
                  <a:pt x="448335" y="44196"/>
                </a:lnTo>
                <a:lnTo>
                  <a:pt x="449961" y="45720"/>
                </a:lnTo>
                <a:lnTo>
                  <a:pt x="449961" y="80860"/>
                </a:lnTo>
                <a:lnTo>
                  <a:pt x="439191" y="80860"/>
                </a:lnTo>
                <a:lnTo>
                  <a:pt x="439191" y="90004"/>
                </a:lnTo>
                <a:lnTo>
                  <a:pt x="477393" y="90004"/>
                </a:lnTo>
                <a:lnTo>
                  <a:pt x="472871" y="99479"/>
                </a:lnTo>
                <a:lnTo>
                  <a:pt x="464045" y="107530"/>
                </a:lnTo>
                <a:lnTo>
                  <a:pt x="451205" y="114439"/>
                </a:lnTo>
                <a:lnTo>
                  <a:pt x="434619" y="120484"/>
                </a:lnTo>
                <a:lnTo>
                  <a:pt x="440715" y="126580"/>
                </a:lnTo>
                <a:lnTo>
                  <a:pt x="479844" y="106057"/>
                </a:lnTo>
                <a:lnTo>
                  <a:pt x="485013" y="96100"/>
                </a:lnTo>
                <a:lnTo>
                  <a:pt x="491591" y="107530"/>
                </a:lnTo>
                <a:lnTo>
                  <a:pt x="500062" y="116865"/>
                </a:lnTo>
                <a:lnTo>
                  <a:pt x="510514" y="124180"/>
                </a:lnTo>
                <a:lnTo>
                  <a:pt x="523113" y="129628"/>
                </a:lnTo>
                <a:lnTo>
                  <a:pt x="524637" y="126580"/>
                </a:lnTo>
                <a:lnTo>
                  <a:pt x="527685" y="122008"/>
                </a:lnTo>
                <a:lnTo>
                  <a:pt x="530733" y="118960"/>
                </a:lnTo>
                <a:lnTo>
                  <a:pt x="517258" y="114655"/>
                </a:lnTo>
                <a:lnTo>
                  <a:pt x="506349" y="108483"/>
                </a:lnTo>
                <a:lnTo>
                  <a:pt x="497725" y="100317"/>
                </a:lnTo>
                <a:lnTo>
                  <a:pt x="495020" y="96100"/>
                </a:lnTo>
                <a:lnTo>
                  <a:pt x="491109" y="90004"/>
                </a:lnTo>
                <a:lnTo>
                  <a:pt x="532257" y="90004"/>
                </a:lnTo>
                <a:lnTo>
                  <a:pt x="532257" y="80860"/>
                </a:lnTo>
                <a:close/>
              </a:path>
              <a:path w="1327150" h="131445">
                <a:moveTo>
                  <a:pt x="577977" y="22847"/>
                </a:moveTo>
                <a:lnTo>
                  <a:pt x="573138" y="17399"/>
                </a:lnTo>
                <a:lnTo>
                  <a:pt x="567880" y="12369"/>
                </a:lnTo>
                <a:lnTo>
                  <a:pt x="562330" y="7632"/>
                </a:lnTo>
                <a:lnTo>
                  <a:pt x="556641" y="3035"/>
                </a:lnTo>
                <a:lnTo>
                  <a:pt x="550545" y="9131"/>
                </a:lnTo>
                <a:lnTo>
                  <a:pt x="555358" y="14617"/>
                </a:lnTo>
                <a:lnTo>
                  <a:pt x="565543" y="24993"/>
                </a:lnTo>
                <a:lnTo>
                  <a:pt x="570357" y="30467"/>
                </a:lnTo>
                <a:lnTo>
                  <a:pt x="577977" y="22847"/>
                </a:lnTo>
                <a:close/>
              </a:path>
              <a:path w="1327150" h="131445">
                <a:moveTo>
                  <a:pt x="632942" y="85432"/>
                </a:moveTo>
                <a:lnTo>
                  <a:pt x="628078" y="79717"/>
                </a:lnTo>
                <a:lnTo>
                  <a:pt x="622655" y="73990"/>
                </a:lnTo>
                <a:lnTo>
                  <a:pt x="616648" y="68249"/>
                </a:lnTo>
                <a:lnTo>
                  <a:pt x="610082" y="62471"/>
                </a:lnTo>
                <a:lnTo>
                  <a:pt x="602462" y="68668"/>
                </a:lnTo>
                <a:lnTo>
                  <a:pt x="608812" y="75260"/>
                </a:lnTo>
                <a:lnTo>
                  <a:pt x="619810" y="87312"/>
                </a:lnTo>
                <a:lnTo>
                  <a:pt x="625322" y="93052"/>
                </a:lnTo>
                <a:lnTo>
                  <a:pt x="632942" y="85432"/>
                </a:lnTo>
                <a:close/>
              </a:path>
              <a:path w="1327150" h="131445">
                <a:moveTo>
                  <a:pt x="657326" y="35039"/>
                </a:moveTo>
                <a:lnTo>
                  <a:pt x="600938" y="35039"/>
                </a:lnTo>
                <a:lnTo>
                  <a:pt x="601814" y="27660"/>
                </a:lnTo>
                <a:lnTo>
                  <a:pt x="601853" y="27025"/>
                </a:lnTo>
                <a:lnTo>
                  <a:pt x="601954" y="24993"/>
                </a:lnTo>
                <a:lnTo>
                  <a:pt x="602081" y="22847"/>
                </a:lnTo>
                <a:lnTo>
                  <a:pt x="602272" y="19418"/>
                </a:lnTo>
                <a:lnTo>
                  <a:pt x="602361" y="14617"/>
                </a:lnTo>
                <a:lnTo>
                  <a:pt x="602462" y="1511"/>
                </a:lnTo>
                <a:lnTo>
                  <a:pt x="591693" y="1511"/>
                </a:lnTo>
                <a:lnTo>
                  <a:pt x="591591" y="14617"/>
                </a:lnTo>
                <a:lnTo>
                  <a:pt x="591477" y="19418"/>
                </a:lnTo>
                <a:lnTo>
                  <a:pt x="591045" y="27025"/>
                </a:lnTo>
                <a:lnTo>
                  <a:pt x="590981" y="27660"/>
                </a:lnTo>
                <a:lnTo>
                  <a:pt x="590169" y="35039"/>
                </a:lnTo>
                <a:lnTo>
                  <a:pt x="541401" y="35039"/>
                </a:lnTo>
                <a:lnTo>
                  <a:pt x="541401" y="45707"/>
                </a:lnTo>
                <a:lnTo>
                  <a:pt x="588645" y="45707"/>
                </a:lnTo>
                <a:lnTo>
                  <a:pt x="582079" y="70104"/>
                </a:lnTo>
                <a:lnTo>
                  <a:pt x="571500" y="90754"/>
                </a:lnTo>
                <a:lnTo>
                  <a:pt x="556933" y="107962"/>
                </a:lnTo>
                <a:lnTo>
                  <a:pt x="538353" y="122008"/>
                </a:lnTo>
                <a:lnTo>
                  <a:pt x="544449" y="128104"/>
                </a:lnTo>
                <a:lnTo>
                  <a:pt x="581266" y="95897"/>
                </a:lnTo>
                <a:lnTo>
                  <a:pt x="599414" y="45707"/>
                </a:lnTo>
                <a:lnTo>
                  <a:pt x="645134" y="45707"/>
                </a:lnTo>
                <a:lnTo>
                  <a:pt x="644893" y="59423"/>
                </a:lnTo>
                <a:lnTo>
                  <a:pt x="644766" y="62471"/>
                </a:lnTo>
                <a:lnTo>
                  <a:pt x="643877" y="85432"/>
                </a:lnTo>
                <a:lnTo>
                  <a:pt x="643763" y="90754"/>
                </a:lnTo>
                <a:lnTo>
                  <a:pt x="643661" y="95897"/>
                </a:lnTo>
                <a:lnTo>
                  <a:pt x="643610" y="99148"/>
                </a:lnTo>
                <a:lnTo>
                  <a:pt x="642086" y="109816"/>
                </a:lnTo>
                <a:lnTo>
                  <a:pt x="637514" y="115912"/>
                </a:lnTo>
                <a:lnTo>
                  <a:pt x="619226" y="115912"/>
                </a:lnTo>
                <a:lnTo>
                  <a:pt x="610082" y="114388"/>
                </a:lnTo>
                <a:lnTo>
                  <a:pt x="602462" y="112864"/>
                </a:lnTo>
                <a:lnTo>
                  <a:pt x="603986" y="118960"/>
                </a:lnTo>
                <a:lnTo>
                  <a:pt x="603986" y="125056"/>
                </a:lnTo>
                <a:lnTo>
                  <a:pt x="613130" y="126580"/>
                </a:lnTo>
                <a:lnTo>
                  <a:pt x="628370" y="126580"/>
                </a:lnTo>
                <a:lnTo>
                  <a:pt x="639267" y="124917"/>
                </a:lnTo>
                <a:lnTo>
                  <a:pt x="655180" y="87845"/>
                </a:lnTo>
                <a:lnTo>
                  <a:pt x="655269" y="85432"/>
                </a:lnTo>
                <a:lnTo>
                  <a:pt x="655929" y="68249"/>
                </a:lnTo>
                <a:lnTo>
                  <a:pt x="656412" y="54533"/>
                </a:lnTo>
                <a:lnTo>
                  <a:pt x="657326" y="35039"/>
                </a:lnTo>
                <a:close/>
              </a:path>
              <a:path w="1327150" h="131445">
                <a:moveTo>
                  <a:pt x="716749" y="68668"/>
                </a:moveTo>
                <a:lnTo>
                  <a:pt x="712177" y="62484"/>
                </a:lnTo>
                <a:lnTo>
                  <a:pt x="709129" y="59436"/>
                </a:lnTo>
                <a:lnTo>
                  <a:pt x="707605" y="57912"/>
                </a:lnTo>
                <a:lnTo>
                  <a:pt x="706081" y="56388"/>
                </a:lnTo>
                <a:lnTo>
                  <a:pt x="701509" y="51816"/>
                </a:lnTo>
                <a:lnTo>
                  <a:pt x="696937" y="56388"/>
                </a:lnTo>
                <a:lnTo>
                  <a:pt x="696937" y="39624"/>
                </a:lnTo>
                <a:lnTo>
                  <a:pt x="713701" y="39624"/>
                </a:lnTo>
                <a:lnTo>
                  <a:pt x="713701" y="30480"/>
                </a:lnTo>
                <a:lnTo>
                  <a:pt x="696937" y="30480"/>
                </a:lnTo>
                <a:lnTo>
                  <a:pt x="696937" y="1524"/>
                </a:lnTo>
                <a:lnTo>
                  <a:pt x="687793" y="1524"/>
                </a:lnTo>
                <a:lnTo>
                  <a:pt x="687793" y="30480"/>
                </a:lnTo>
                <a:lnTo>
                  <a:pt x="669505" y="30480"/>
                </a:lnTo>
                <a:lnTo>
                  <a:pt x="669505" y="39624"/>
                </a:lnTo>
                <a:lnTo>
                  <a:pt x="686269" y="39624"/>
                </a:lnTo>
                <a:lnTo>
                  <a:pt x="682498" y="51816"/>
                </a:lnTo>
                <a:lnTo>
                  <a:pt x="678268" y="62712"/>
                </a:lnTo>
                <a:lnTo>
                  <a:pt x="673417" y="72910"/>
                </a:lnTo>
                <a:lnTo>
                  <a:pt x="667981" y="82384"/>
                </a:lnTo>
                <a:lnTo>
                  <a:pt x="669505" y="86956"/>
                </a:lnTo>
                <a:lnTo>
                  <a:pt x="671029" y="90004"/>
                </a:lnTo>
                <a:lnTo>
                  <a:pt x="672553" y="94576"/>
                </a:lnTo>
                <a:lnTo>
                  <a:pt x="676871" y="87998"/>
                </a:lnTo>
                <a:lnTo>
                  <a:pt x="680745" y="79705"/>
                </a:lnTo>
                <a:lnTo>
                  <a:pt x="684352" y="69672"/>
                </a:lnTo>
                <a:lnTo>
                  <a:pt x="687793" y="57912"/>
                </a:lnTo>
                <a:lnTo>
                  <a:pt x="687793" y="129628"/>
                </a:lnTo>
                <a:lnTo>
                  <a:pt x="696937" y="129628"/>
                </a:lnTo>
                <a:lnTo>
                  <a:pt x="696937" y="59436"/>
                </a:lnTo>
                <a:lnTo>
                  <a:pt x="701509" y="64008"/>
                </a:lnTo>
                <a:lnTo>
                  <a:pt x="704557" y="68668"/>
                </a:lnTo>
                <a:lnTo>
                  <a:pt x="709129" y="74764"/>
                </a:lnTo>
                <a:lnTo>
                  <a:pt x="716749" y="68668"/>
                </a:lnTo>
                <a:close/>
              </a:path>
              <a:path w="1327150" h="131445">
                <a:moveTo>
                  <a:pt x="797623" y="13716"/>
                </a:moveTo>
                <a:lnTo>
                  <a:pt x="774763" y="13716"/>
                </a:lnTo>
                <a:lnTo>
                  <a:pt x="774763" y="1524"/>
                </a:lnTo>
                <a:lnTo>
                  <a:pt x="765619" y="1524"/>
                </a:lnTo>
                <a:lnTo>
                  <a:pt x="765619" y="13716"/>
                </a:lnTo>
                <a:lnTo>
                  <a:pt x="742759" y="13716"/>
                </a:lnTo>
                <a:lnTo>
                  <a:pt x="742759" y="1524"/>
                </a:lnTo>
                <a:lnTo>
                  <a:pt x="733513" y="1524"/>
                </a:lnTo>
                <a:lnTo>
                  <a:pt x="733513" y="13716"/>
                </a:lnTo>
                <a:lnTo>
                  <a:pt x="712177" y="13716"/>
                </a:lnTo>
                <a:lnTo>
                  <a:pt x="712177" y="22860"/>
                </a:lnTo>
                <a:lnTo>
                  <a:pt x="733513" y="22860"/>
                </a:lnTo>
                <a:lnTo>
                  <a:pt x="733513" y="33528"/>
                </a:lnTo>
                <a:lnTo>
                  <a:pt x="742759" y="33528"/>
                </a:lnTo>
                <a:lnTo>
                  <a:pt x="742759" y="22860"/>
                </a:lnTo>
                <a:lnTo>
                  <a:pt x="765619" y="22860"/>
                </a:lnTo>
                <a:lnTo>
                  <a:pt x="765619" y="33528"/>
                </a:lnTo>
                <a:lnTo>
                  <a:pt x="774763" y="33528"/>
                </a:lnTo>
                <a:lnTo>
                  <a:pt x="774763" y="22860"/>
                </a:lnTo>
                <a:lnTo>
                  <a:pt x="797623" y="22860"/>
                </a:lnTo>
                <a:lnTo>
                  <a:pt x="797623" y="13716"/>
                </a:lnTo>
                <a:close/>
              </a:path>
              <a:path w="1327150" h="131445">
                <a:moveTo>
                  <a:pt x="799147" y="118960"/>
                </a:moveTo>
                <a:lnTo>
                  <a:pt x="788047" y="116967"/>
                </a:lnTo>
                <a:lnTo>
                  <a:pt x="777811" y="113245"/>
                </a:lnTo>
                <a:lnTo>
                  <a:pt x="768718" y="107823"/>
                </a:lnTo>
                <a:lnTo>
                  <a:pt x="762685" y="102196"/>
                </a:lnTo>
                <a:lnTo>
                  <a:pt x="761047" y="100672"/>
                </a:lnTo>
                <a:lnTo>
                  <a:pt x="797623" y="100672"/>
                </a:lnTo>
                <a:lnTo>
                  <a:pt x="797623" y="91528"/>
                </a:lnTo>
                <a:lnTo>
                  <a:pt x="756475" y="91528"/>
                </a:lnTo>
                <a:lnTo>
                  <a:pt x="756475" y="88480"/>
                </a:lnTo>
                <a:lnTo>
                  <a:pt x="757999" y="85432"/>
                </a:lnTo>
                <a:lnTo>
                  <a:pt x="757999" y="79336"/>
                </a:lnTo>
                <a:lnTo>
                  <a:pt x="779335" y="79336"/>
                </a:lnTo>
                <a:lnTo>
                  <a:pt x="779335" y="83908"/>
                </a:lnTo>
                <a:lnTo>
                  <a:pt x="788479" y="83908"/>
                </a:lnTo>
                <a:lnTo>
                  <a:pt x="788479" y="79336"/>
                </a:lnTo>
                <a:lnTo>
                  <a:pt x="788479" y="71716"/>
                </a:lnTo>
                <a:lnTo>
                  <a:pt x="788479" y="62484"/>
                </a:lnTo>
                <a:lnTo>
                  <a:pt x="788479" y="54864"/>
                </a:lnTo>
                <a:lnTo>
                  <a:pt x="788479" y="44196"/>
                </a:lnTo>
                <a:lnTo>
                  <a:pt x="788479" y="36576"/>
                </a:lnTo>
                <a:lnTo>
                  <a:pt x="779335" y="36576"/>
                </a:lnTo>
                <a:lnTo>
                  <a:pt x="779335" y="44196"/>
                </a:lnTo>
                <a:lnTo>
                  <a:pt x="779335" y="54864"/>
                </a:lnTo>
                <a:lnTo>
                  <a:pt x="779335" y="62484"/>
                </a:lnTo>
                <a:lnTo>
                  <a:pt x="779335" y="71716"/>
                </a:lnTo>
                <a:lnTo>
                  <a:pt x="728941" y="71716"/>
                </a:lnTo>
                <a:lnTo>
                  <a:pt x="728941" y="62484"/>
                </a:lnTo>
                <a:lnTo>
                  <a:pt x="779335" y="62484"/>
                </a:lnTo>
                <a:lnTo>
                  <a:pt x="779335" y="54864"/>
                </a:lnTo>
                <a:lnTo>
                  <a:pt x="728941" y="54864"/>
                </a:lnTo>
                <a:lnTo>
                  <a:pt x="728941" y="44196"/>
                </a:lnTo>
                <a:lnTo>
                  <a:pt x="779335" y="44196"/>
                </a:lnTo>
                <a:lnTo>
                  <a:pt x="779335" y="36576"/>
                </a:lnTo>
                <a:lnTo>
                  <a:pt x="719797" y="36576"/>
                </a:lnTo>
                <a:lnTo>
                  <a:pt x="719797" y="83908"/>
                </a:lnTo>
                <a:lnTo>
                  <a:pt x="728941" y="83908"/>
                </a:lnTo>
                <a:lnTo>
                  <a:pt x="728941" y="79336"/>
                </a:lnTo>
                <a:lnTo>
                  <a:pt x="748855" y="79336"/>
                </a:lnTo>
                <a:lnTo>
                  <a:pt x="748855" y="88480"/>
                </a:lnTo>
                <a:lnTo>
                  <a:pt x="747331" y="91528"/>
                </a:lnTo>
                <a:lnTo>
                  <a:pt x="709129" y="91528"/>
                </a:lnTo>
                <a:lnTo>
                  <a:pt x="709129" y="100672"/>
                </a:lnTo>
                <a:lnTo>
                  <a:pt x="744283" y="100672"/>
                </a:lnTo>
                <a:lnTo>
                  <a:pt x="738505" y="106984"/>
                </a:lnTo>
                <a:lnTo>
                  <a:pt x="730135" y="112293"/>
                </a:lnTo>
                <a:lnTo>
                  <a:pt x="718908" y="116751"/>
                </a:lnTo>
                <a:lnTo>
                  <a:pt x="704557" y="120484"/>
                </a:lnTo>
                <a:lnTo>
                  <a:pt x="707605" y="123532"/>
                </a:lnTo>
                <a:lnTo>
                  <a:pt x="710653" y="129628"/>
                </a:lnTo>
                <a:lnTo>
                  <a:pt x="725487" y="124485"/>
                </a:lnTo>
                <a:lnTo>
                  <a:pt x="737755" y="118198"/>
                </a:lnTo>
                <a:lnTo>
                  <a:pt x="747179" y="110769"/>
                </a:lnTo>
                <a:lnTo>
                  <a:pt x="753427" y="102196"/>
                </a:lnTo>
                <a:lnTo>
                  <a:pt x="761123" y="111417"/>
                </a:lnTo>
                <a:lnTo>
                  <a:pt x="770382" y="118770"/>
                </a:lnTo>
                <a:lnTo>
                  <a:pt x="781075" y="124701"/>
                </a:lnTo>
                <a:lnTo>
                  <a:pt x="793051" y="129628"/>
                </a:lnTo>
                <a:lnTo>
                  <a:pt x="794575" y="126580"/>
                </a:lnTo>
                <a:lnTo>
                  <a:pt x="796099" y="122008"/>
                </a:lnTo>
                <a:lnTo>
                  <a:pt x="799147" y="118960"/>
                </a:lnTo>
                <a:close/>
              </a:path>
              <a:path w="1327150" h="131445">
                <a:moveTo>
                  <a:pt x="881545" y="39611"/>
                </a:moveTo>
                <a:lnTo>
                  <a:pt x="863155" y="39611"/>
                </a:lnTo>
                <a:lnTo>
                  <a:pt x="863155" y="16751"/>
                </a:lnTo>
                <a:lnTo>
                  <a:pt x="876871" y="16751"/>
                </a:lnTo>
                <a:lnTo>
                  <a:pt x="876871" y="9131"/>
                </a:lnTo>
                <a:lnTo>
                  <a:pt x="854011" y="9131"/>
                </a:lnTo>
                <a:lnTo>
                  <a:pt x="854011" y="16751"/>
                </a:lnTo>
                <a:lnTo>
                  <a:pt x="854011" y="39611"/>
                </a:lnTo>
                <a:lnTo>
                  <a:pt x="832675" y="39611"/>
                </a:lnTo>
                <a:lnTo>
                  <a:pt x="832675" y="16751"/>
                </a:lnTo>
                <a:lnTo>
                  <a:pt x="854011" y="16751"/>
                </a:lnTo>
                <a:lnTo>
                  <a:pt x="854011" y="9131"/>
                </a:lnTo>
                <a:lnTo>
                  <a:pt x="809815" y="9131"/>
                </a:lnTo>
                <a:lnTo>
                  <a:pt x="809815" y="16751"/>
                </a:lnTo>
                <a:lnTo>
                  <a:pt x="823531" y="16751"/>
                </a:lnTo>
                <a:lnTo>
                  <a:pt x="823531" y="39611"/>
                </a:lnTo>
                <a:lnTo>
                  <a:pt x="803719" y="39611"/>
                </a:lnTo>
                <a:lnTo>
                  <a:pt x="803719" y="47231"/>
                </a:lnTo>
                <a:lnTo>
                  <a:pt x="822007" y="47231"/>
                </a:lnTo>
                <a:lnTo>
                  <a:pt x="820915" y="54089"/>
                </a:lnTo>
                <a:lnTo>
                  <a:pt x="817816" y="60807"/>
                </a:lnTo>
                <a:lnTo>
                  <a:pt x="813079" y="67144"/>
                </a:lnTo>
                <a:lnTo>
                  <a:pt x="811530" y="68668"/>
                </a:lnTo>
                <a:lnTo>
                  <a:pt x="806767" y="73240"/>
                </a:lnTo>
                <a:lnTo>
                  <a:pt x="809815" y="74764"/>
                </a:lnTo>
                <a:lnTo>
                  <a:pt x="811339" y="77812"/>
                </a:lnTo>
                <a:lnTo>
                  <a:pt x="814387" y="80860"/>
                </a:lnTo>
                <a:lnTo>
                  <a:pt x="821537" y="73672"/>
                </a:lnTo>
                <a:lnTo>
                  <a:pt x="826960" y="65760"/>
                </a:lnTo>
                <a:lnTo>
                  <a:pt x="827024" y="65620"/>
                </a:lnTo>
                <a:lnTo>
                  <a:pt x="830681" y="56997"/>
                </a:lnTo>
                <a:lnTo>
                  <a:pt x="830795" y="56375"/>
                </a:lnTo>
                <a:lnTo>
                  <a:pt x="832675" y="47231"/>
                </a:lnTo>
                <a:lnTo>
                  <a:pt x="854011" y="47231"/>
                </a:lnTo>
                <a:lnTo>
                  <a:pt x="854011" y="76288"/>
                </a:lnTo>
                <a:lnTo>
                  <a:pt x="863155" y="76288"/>
                </a:lnTo>
                <a:lnTo>
                  <a:pt x="863155" y="47231"/>
                </a:lnTo>
                <a:lnTo>
                  <a:pt x="881545" y="47231"/>
                </a:lnTo>
                <a:lnTo>
                  <a:pt x="881545" y="39611"/>
                </a:lnTo>
                <a:close/>
              </a:path>
              <a:path w="1327150" h="131445">
                <a:moveTo>
                  <a:pt x="896785" y="10655"/>
                </a:moveTo>
                <a:lnTo>
                  <a:pt x="886117" y="10655"/>
                </a:lnTo>
                <a:lnTo>
                  <a:pt x="886117" y="56375"/>
                </a:lnTo>
                <a:lnTo>
                  <a:pt x="896785" y="56375"/>
                </a:lnTo>
                <a:lnTo>
                  <a:pt x="896785" y="10655"/>
                </a:lnTo>
                <a:close/>
              </a:path>
              <a:path w="1327150" h="131445">
                <a:moveTo>
                  <a:pt x="922693" y="3035"/>
                </a:moveTo>
                <a:lnTo>
                  <a:pt x="913549" y="3035"/>
                </a:lnTo>
                <a:lnTo>
                  <a:pt x="913549" y="65620"/>
                </a:lnTo>
                <a:lnTo>
                  <a:pt x="910501" y="68668"/>
                </a:lnTo>
                <a:lnTo>
                  <a:pt x="901357" y="68668"/>
                </a:lnTo>
                <a:lnTo>
                  <a:pt x="896785" y="67144"/>
                </a:lnTo>
                <a:lnTo>
                  <a:pt x="889165" y="67144"/>
                </a:lnTo>
                <a:lnTo>
                  <a:pt x="890689" y="71716"/>
                </a:lnTo>
                <a:lnTo>
                  <a:pt x="890689" y="77812"/>
                </a:lnTo>
                <a:lnTo>
                  <a:pt x="918121" y="77812"/>
                </a:lnTo>
                <a:lnTo>
                  <a:pt x="922693" y="73240"/>
                </a:lnTo>
                <a:lnTo>
                  <a:pt x="922693" y="68668"/>
                </a:lnTo>
                <a:lnTo>
                  <a:pt x="922693" y="3035"/>
                </a:lnTo>
                <a:close/>
              </a:path>
              <a:path w="1327150" h="131445">
                <a:moveTo>
                  <a:pt x="930313" y="114388"/>
                </a:moveTo>
                <a:lnTo>
                  <a:pt x="872299" y="114388"/>
                </a:lnTo>
                <a:lnTo>
                  <a:pt x="872299" y="97624"/>
                </a:lnTo>
                <a:lnTo>
                  <a:pt x="919645" y="97624"/>
                </a:lnTo>
                <a:lnTo>
                  <a:pt x="919645" y="88480"/>
                </a:lnTo>
                <a:lnTo>
                  <a:pt x="872299" y="88480"/>
                </a:lnTo>
                <a:lnTo>
                  <a:pt x="872299" y="77812"/>
                </a:lnTo>
                <a:lnTo>
                  <a:pt x="861631" y="77812"/>
                </a:lnTo>
                <a:lnTo>
                  <a:pt x="861631" y="88480"/>
                </a:lnTo>
                <a:lnTo>
                  <a:pt x="815911" y="88480"/>
                </a:lnTo>
                <a:lnTo>
                  <a:pt x="815911" y="97624"/>
                </a:lnTo>
                <a:lnTo>
                  <a:pt x="861631" y="97624"/>
                </a:lnTo>
                <a:lnTo>
                  <a:pt x="861631" y="114388"/>
                </a:lnTo>
                <a:lnTo>
                  <a:pt x="803719" y="114388"/>
                </a:lnTo>
                <a:lnTo>
                  <a:pt x="803719" y="123532"/>
                </a:lnTo>
                <a:lnTo>
                  <a:pt x="930313" y="123532"/>
                </a:lnTo>
                <a:lnTo>
                  <a:pt x="930313" y="114388"/>
                </a:lnTo>
                <a:close/>
              </a:path>
              <a:path w="1327150" h="131445">
                <a:moveTo>
                  <a:pt x="989736" y="53340"/>
                </a:moveTo>
                <a:lnTo>
                  <a:pt x="957732" y="53340"/>
                </a:lnTo>
                <a:lnTo>
                  <a:pt x="957732" y="60960"/>
                </a:lnTo>
                <a:lnTo>
                  <a:pt x="989736" y="60960"/>
                </a:lnTo>
                <a:lnTo>
                  <a:pt x="989736" y="53340"/>
                </a:lnTo>
                <a:close/>
              </a:path>
              <a:path w="1327150" h="131445">
                <a:moveTo>
                  <a:pt x="989736" y="39624"/>
                </a:moveTo>
                <a:lnTo>
                  <a:pt x="957732" y="39624"/>
                </a:lnTo>
                <a:lnTo>
                  <a:pt x="957732" y="45720"/>
                </a:lnTo>
                <a:lnTo>
                  <a:pt x="989736" y="45720"/>
                </a:lnTo>
                <a:lnTo>
                  <a:pt x="989736" y="39624"/>
                </a:lnTo>
                <a:close/>
              </a:path>
              <a:path w="1327150" h="131445">
                <a:moveTo>
                  <a:pt x="1043178" y="53340"/>
                </a:moveTo>
                <a:lnTo>
                  <a:pt x="1012596" y="53340"/>
                </a:lnTo>
                <a:lnTo>
                  <a:pt x="1012596" y="60960"/>
                </a:lnTo>
                <a:lnTo>
                  <a:pt x="1043178" y="60960"/>
                </a:lnTo>
                <a:lnTo>
                  <a:pt x="1043178" y="53340"/>
                </a:lnTo>
                <a:close/>
              </a:path>
              <a:path w="1327150" h="131445">
                <a:moveTo>
                  <a:pt x="1043178" y="39624"/>
                </a:moveTo>
                <a:lnTo>
                  <a:pt x="1012596" y="39624"/>
                </a:lnTo>
                <a:lnTo>
                  <a:pt x="1012596" y="45720"/>
                </a:lnTo>
                <a:lnTo>
                  <a:pt x="1043178" y="45720"/>
                </a:lnTo>
                <a:lnTo>
                  <a:pt x="1043178" y="39624"/>
                </a:lnTo>
                <a:close/>
              </a:path>
              <a:path w="1327150" h="131445">
                <a:moveTo>
                  <a:pt x="1059942" y="22860"/>
                </a:moveTo>
                <a:lnTo>
                  <a:pt x="1004976" y="22860"/>
                </a:lnTo>
                <a:lnTo>
                  <a:pt x="1004976" y="15240"/>
                </a:lnTo>
                <a:lnTo>
                  <a:pt x="1052322" y="15240"/>
                </a:lnTo>
                <a:lnTo>
                  <a:pt x="1052322" y="7620"/>
                </a:lnTo>
                <a:lnTo>
                  <a:pt x="947064" y="7620"/>
                </a:lnTo>
                <a:lnTo>
                  <a:pt x="947064" y="15240"/>
                </a:lnTo>
                <a:lnTo>
                  <a:pt x="995832" y="15240"/>
                </a:lnTo>
                <a:lnTo>
                  <a:pt x="995832" y="22860"/>
                </a:lnTo>
                <a:lnTo>
                  <a:pt x="940968" y="22860"/>
                </a:lnTo>
                <a:lnTo>
                  <a:pt x="940968" y="47244"/>
                </a:lnTo>
                <a:lnTo>
                  <a:pt x="951636" y="47244"/>
                </a:lnTo>
                <a:lnTo>
                  <a:pt x="951636" y="32004"/>
                </a:lnTo>
                <a:lnTo>
                  <a:pt x="995832" y="32004"/>
                </a:lnTo>
                <a:lnTo>
                  <a:pt x="995832" y="62484"/>
                </a:lnTo>
                <a:lnTo>
                  <a:pt x="1004976" y="62484"/>
                </a:lnTo>
                <a:lnTo>
                  <a:pt x="1004976" y="32004"/>
                </a:lnTo>
                <a:lnTo>
                  <a:pt x="1050798" y="32004"/>
                </a:lnTo>
                <a:lnTo>
                  <a:pt x="1050798" y="47244"/>
                </a:lnTo>
                <a:lnTo>
                  <a:pt x="1059942" y="47244"/>
                </a:lnTo>
                <a:lnTo>
                  <a:pt x="1059942" y="32004"/>
                </a:lnTo>
                <a:lnTo>
                  <a:pt x="1059942" y="22860"/>
                </a:lnTo>
                <a:close/>
              </a:path>
              <a:path w="1327150" h="131445">
                <a:moveTo>
                  <a:pt x="1064514" y="68668"/>
                </a:moveTo>
                <a:lnTo>
                  <a:pt x="936396" y="68668"/>
                </a:lnTo>
                <a:lnTo>
                  <a:pt x="936396" y="76288"/>
                </a:lnTo>
                <a:lnTo>
                  <a:pt x="992784" y="76288"/>
                </a:lnTo>
                <a:lnTo>
                  <a:pt x="991260" y="86956"/>
                </a:lnTo>
                <a:lnTo>
                  <a:pt x="948588" y="86956"/>
                </a:lnTo>
                <a:lnTo>
                  <a:pt x="948588" y="129628"/>
                </a:lnTo>
                <a:lnTo>
                  <a:pt x="959256" y="129628"/>
                </a:lnTo>
                <a:lnTo>
                  <a:pt x="959256" y="94576"/>
                </a:lnTo>
                <a:lnTo>
                  <a:pt x="980592" y="94576"/>
                </a:lnTo>
                <a:lnTo>
                  <a:pt x="980592" y="125056"/>
                </a:lnTo>
                <a:lnTo>
                  <a:pt x="989736" y="125056"/>
                </a:lnTo>
                <a:lnTo>
                  <a:pt x="989736" y="94576"/>
                </a:lnTo>
                <a:lnTo>
                  <a:pt x="1011072" y="94576"/>
                </a:lnTo>
                <a:lnTo>
                  <a:pt x="1011072" y="125056"/>
                </a:lnTo>
                <a:lnTo>
                  <a:pt x="1020216" y="125056"/>
                </a:lnTo>
                <a:lnTo>
                  <a:pt x="1020216" y="94576"/>
                </a:lnTo>
                <a:lnTo>
                  <a:pt x="1043178" y="94576"/>
                </a:lnTo>
                <a:lnTo>
                  <a:pt x="1043178" y="117436"/>
                </a:lnTo>
                <a:lnTo>
                  <a:pt x="1041654" y="118960"/>
                </a:lnTo>
                <a:lnTo>
                  <a:pt x="1024890" y="118960"/>
                </a:lnTo>
                <a:lnTo>
                  <a:pt x="1026414" y="122008"/>
                </a:lnTo>
                <a:lnTo>
                  <a:pt x="1026414" y="128104"/>
                </a:lnTo>
                <a:lnTo>
                  <a:pt x="1049274" y="128104"/>
                </a:lnTo>
                <a:lnTo>
                  <a:pt x="1053846" y="125056"/>
                </a:lnTo>
                <a:lnTo>
                  <a:pt x="1053846" y="94576"/>
                </a:lnTo>
                <a:lnTo>
                  <a:pt x="1053846" y="86956"/>
                </a:lnTo>
                <a:lnTo>
                  <a:pt x="1000404" y="86956"/>
                </a:lnTo>
                <a:lnTo>
                  <a:pt x="1003452" y="76288"/>
                </a:lnTo>
                <a:lnTo>
                  <a:pt x="1064514" y="76288"/>
                </a:lnTo>
                <a:lnTo>
                  <a:pt x="1064514" y="68668"/>
                </a:lnTo>
                <a:close/>
              </a:path>
              <a:path w="1327150" h="131445">
                <a:moveTo>
                  <a:pt x="1194142" y="6083"/>
                </a:moveTo>
                <a:lnTo>
                  <a:pt x="1145286" y="6083"/>
                </a:lnTo>
                <a:lnTo>
                  <a:pt x="1145286" y="15227"/>
                </a:lnTo>
                <a:lnTo>
                  <a:pt x="1145286" y="28943"/>
                </a:lnTo>
                <a:lnTo>
                  <a:pt x="1145286" y="38087"/>
                </a:lnTo>
                <a:lnTo>
                  <a:pt x="1145286" y="54851"/>
                </a:lnTo>
                <a:lnTo>
                  <a:pt x="1122426" y="54851"/>
                </a:lnTo>
                <a:lnTo>
                  <a:pt x="1122426" y="38087"/>
                </a:lnTo>
                <a:lnTo>
                  <a:pt x="1145286" y="38087"/>
                </a:lnTo>
                <a:lnTo>
                  <a:pt x="1145286" y="28943"/>
                </a:lnTo>
                <a:lnTo>
                  <a:pt x="1122426" y="28943"/>
                </a:lnTo>
                <a:lnTo>
                  <a:pt x="1122426" y="15227"/>
                </a:lnTo>
                <a:lnTo>
                  <a:pt x="1145286" y="15227"/>
                </a:lnTo>
                <a:lnTo>
                  <a:pt x="1145286" y="6083"/>
                </a:lnTo>
                <a:lnTo>
                  <a:pt x="1073658" y="6083"/>
                </a:lnTo>
                <a:lnTo>
                  <a:pt x="1073658" y="15227"/>
                </a:lnTo>
                <a:lnTo>
                  <a:pt x="1113282" y="15227"/>
                </a:lnTo>
                <a:lnTo>
                  <a:pt x="1113282" y="28943"/>
                </a:lnTo>
                <a:lnTo>
                  <a:pt x="1113282" y="38087"/>
                </a:lnTo>
                <a:lnTo>
                  <a:pt x="1113282" y="54851"/>
                </a:lnTo>
                <a:lnTo>
                  <a:pt x="1090422" y="54851"/>
                </a:lnTo>
                <a:lnTo>
                  <a:pt x="1090422" y="38087"/>
                </a:lnTo>
                <a:lnTo>
                  <a:pt x="1113282" y="38087"/>
                </a:lnTo>
                <a:lnTo>
                  <a:pt x="1113282" y="28943"/>
                </a:lnTo>
                <a:lnTo>
                  <a:pt x="1079754" y="28943"/>
                </a:lnTo>
                <a:lnTo>
                  <a:pt x="1079754" y="68668"/>
                </a:lnTo>
                <a:lnTo>
                  <a:pt x="1090422" y="68668"/>
                </a:lnTo>
                <a:lnTo>
                  <a:pt x="1090422" y="62471"/>
                </a:lnTo>
                <a:lnTo>
                  <a:pt x="1178902" y="62471"/>
                </a:lnTo>
                <a:lnTo>
                  <a:pt x="1178902" y="68668"/>
                </a:lnTo>
                <a:lnTo>
                  <a:pt x="1188046" y="68668"/>
                </a:lnTo>
                <a:lnTo>
                  <a:pt x="1188046" y="62471"/>
                </a:lnTo>
                <a:lnTo>
                  <a:pt x="1188046" y="54851"/>
                </a:lnTo>
                <a:lnTo>
                  <a:pt x="1188046" y="38087"/>
                </a:lnTo>
                <a:lnTo>
                  <a:pt x="1188046" y="28943"/>
                </a:lnTo>
                <a:lnTo>
                  <a:pt x="1178902" y="28943"/>
                </a:lnTo>
                <a:lnTo>
                  <a:pt x="1178902" y="38087"/>
                </a:lnTo>
                <a:lnTo>
                  <a:pt x="1178902" y="54851"/>
                </a:lnTo>
                <a:lnTo>
                  <a:pt x="1155954" y="54851"/>
                </a:lnTo>
                <a:lnTo>
                  <a:pt x="1155954" y="38087"/>
                </a:lnTo>
                <a:lnTo>
                  <a:pt x="1178902" y="38087"/>
                </a:lnTo>
                <a:lnTo>
                  <a:pt x="1178902" y="28943"/>
                </a:lnTo>
                <a:lnTo>
                  <a:pt x="1155954" y="28943"/>
                </a:lnTo>
                <a:lnTo>
                  <a:pt x="1155954" y="15227"/>
                </a:lnTo>
                <a:lnTo>
                  <a:pt x="1194142" y="15227"/>
                </a:lnTo>
                <a:lnTo>
                  <a:pt x="1194142" y="6083"/>
                </a:lnTo>
                <a:close/>
              </a:path>
              <a:path w="1327150" h="131445">
                <a:moveTo>
                  <a:pt x="1198714" y="76288"/>
                </a:moveTo>
                <a:lnTo>
                  <a:pt x="1155954" y="76288"/>
                </a:lnTo>
                <a:lnTo>
                  <a:pt x="1155954" y="85432"/>
                </a:lnTo>
                <a:lnTo>
                  <a:pt x="1152220" y="90004"/>
                </a:lnTo>
                <a:lnTo>
                  <a:pt x="1147762" y="94576"/>
                </a:lnTo>
                <a:lnTo>
                  <a:pt x="1142453" y="99148"/>
                </a:lnTo>
                <a:lnTo>
                  <a:pt x="1136142" y="103720"/>
                </a:lnTo>
                <a:lnTo>
                  <a:pt x="1129042" y="101434"/>
                </a:lnTo>
                <a:lnTo>
                  <a:pt x="1114285" y="96862"/>
                </a:lnTo>
                <a:lnTo>
                  <a:pt x="1107186" y="94576"/>
                </a:lnTo>
                <a:lnTo>
                  <a:pt x="1108710" y="91528"/>
                </a:lnTo>
                <a:lnTo>
                  <a:pt x="1111758" y="88480"/>
                </a:lnTo>
                <a:lnTo>
                  <a:pt x="1113282" y="85432"/>
                </a:lnTo>
                <a:lnTo>
                  <a:pt x="1155954" y="85432"/>
                </a:lnTo>
                <a:lnTo>
                  <a:pt x="1155954" y="76288"/>
                </a:lnTo>
                <a:lnTo>
                  <a:pt x="1119378" y="76288"/>
                </a:lnTo>
                <a:lnTo>
                  <a:pt x="1122426" y="73240"/>
                </a:lnTo>
                <a:lnTo>
                  <a:pt x="1125474" y="67144"/>
                </a:lnTo>
                <a:lnTo>
                  <a:pt x="1116330" y="63995"/>
                </a:lnTo>
                <a:lnTo>
                  <a:pt x="1113282" y="67144"/>
                </a:lnTo>
                <a:lnTo>
                  <a:pt x="1110234" y="71716"/>
                </a:lnTo>
                <a:lnTo>
                  <a:pt x="1108710" y="76288"/>
                </a:lnTo>
                <a:lnTo>
                  <a:pt x="1069086" y="76288"/>
                </a:lnTo>
                <a:lnTo>
                  <a:pt x="1069086" y="85432"/>
                </a:lnTo>
                <a:lnTo>
                  <a:pt x="1102614" y="85432"/>
                </a:lnTo>
                <a:lnTo>
                  <a:pt x="1096518" y="94576"/>
                </a:lnTo>
                <a:lnTo>
                  <a:pt x="1091946" y="99148"/>
                </a:lnTo>
                <a:lnTo>
                  <a:pt x="1108710" y="103911"/>
                </a:lnTo>
                <a:lnTo>
                  <a:pt x="1117231" y="106654"/>
                </a:lnTo>
                <a:lnTo>
                  <a:pt x="1073658" y="120484"/>
                </a:lnTo>
                <a:lnTo>
                  <a:pt x="1076706" y="126580"/>
                </a:lnTo>
                <a:lnTo>
                  <a:pt x="1078230" y="131152"/>
                </a:lnTo>
                <a:lnTo>
                  <a:pt x="1095654" y="128320"/>
                </a:lnTo>
                <a:lnTo>
                  <a:pt x="1111377" y="124485"/>
                </a:lnTo>
                <a:lnTo>
                  <a:pt x="1125372" y="119799"/>
                </a:lnTo>
                <a:lnTo>
                  <a:pt x="1137666" y="114388"/>
                </a:lnTo>
                <a:lnTo>
                  <a:pt x="1149972" y="118059"/>
                </a:lnTo>
                <a:lnTo>
                  <a:pt x="1161719" y="122008"/>
                </a:lnTo>
                <a:lnTo>
                  <a:pt x="1183474" y="129628"/>
                </a:lnTo>
                <a:lnTo>
                  <a:pt x="1189570" y="118960"/>
                </a:lnTo>
                <a:lnTo>
                  <a:pt x="1179296" y="115773"/>
                </a:lnTo>
                <a:lnTo>
                  <a:pt x="1174470" y="114388"/>
                </a:lnTo>
                <a:lnTo>
                  <a:pt x="1159281" y="109956"/>
                </a:lnTo>
                <a:lnTo>
                  <a:pt x="1149502" y="106654"/>
                </a:lnTo>
                <a:lnTo>
                  <a:pt x="1149997" y="106654"/>
                </a:lnTo>
                <a:lnTo>
                  <a:pt x="1153287" y="103720"/>
                </a:lnTo>
                <a:lnTo>
                  <a:pt x="1155280" y="101930"/>
                </a:lnTo>
                <a:lnTo>
                  <a:pt x="1160145" y="96672"/>
                </a:lnTo>
                <a:lnTo>
                  <a:pt x="1164424" y="91122"/>
                </a:lnTo>
                <a:lnTo>
                  <a:pt x="1168146" y="85432"/>
                </a:lnTo>
                <a:lnTo>
                  <a:pt x="1198714" y="85432"/>
                </a:lnTo>
                <a:lnTo>
                  <a:pt x="1198714" y="76288"/>
                </a:lnTo>
                <a:close/>
              </a:path>
              <a:path w="1327150" h="131445">
                <a:moveTo>
                  <a:pt x="1258163" y="22847"/>
                </a:moveTo>
                <a:lnTo>
                  <a:pt x="1247495" y="22847"/>
                </a:lnTo>
                <a:lnTo>
                  <a:pt x="1247495" y="31991"/>
                </a:lnTo>
                <a:lnTo>
                  <a:pt x="1247495" y="63995"/>
                </a:lnTo>
                <a:lnTo>
                  <a:pt x="1247495" y="73240"/>
                </a:lnTo>
                <a:lnTo>
                  <a:pt x="1247495" y="106768"/>
                </a:lnTo>
                <a:lnTo>
                  <a:pt x="1218539" y="106768"/>
                </a:lnTo>
                <a:lnTo>
                  <a:pt x="1218539" y="73240"/>
                </a:lnTo>
                <a:lnTo>
                  <a:pt x="1247495" y="73240"/>
                </a:lnTo>
                <a:lnTo>
                  <a:pt x="1247495" y="63995"/>
                </a:lnTo>
                <a:lnTo>
                  <a:pt x="1218539" y="63995"/>
                </a:lnTo>
                <a:lnTo>
                  <a:pt x="1218539" y="31991"/>
                </a:lnTo>
                <a:lnTo>
                  <a:pt x="1247495" y="31991"/>
                </a:lnTo>
                <a:lnTo>
                  <a:pt x="1247495" y="22847"/>
                </a:lnTo>
                <a:lnTo>
                  <a:pt x="1232255" y="22847"/>
                </a:lnTo>
                <a:lnTo>
                  <a:pt x="1238351" y="10655"/>
                </a:lnTo>
                <a:lnTo>
                  <a:pt x="1239875" y="4559"/>
                </a:lnTo>
                <a:lnTo>
                  <a:pt x="1229207" y="1511"/>
                </a:lnTo>
                <a:lnTo>
                  <a:pt x="1227683" y="7607"/>
                </a:lnTo>
                <a:lnTo>
                  <a:pt x="1221587" y="22847"/>
                </a:lnTo>
                <a:lnTo>
                  <a:pt x="1207871" y="22847"/>
                </a:lnTo>
                <a:lnTo>
                  <a:pt x="1207871" y="128104"/>
                </a:lnTo>
                <a:lnTo>
                  <a:pt x="1218539" y="128104"/>
                </a:lnTo>
                <a:lnTo>
                  <a:pt x="1218539" y="115912"/>
                </a:lnTo>
                <a:lnTo>
                  <a:pt x="1247495" y="115912"/>
                </a:lnTo>
                <a:lnTo>
                  <a:pt x="1247495" y="126580"/>
                </a:lnTo>
                <a:lnTo>
                  <a:pt x="1258163" y="126580"/>
                </a:lnTo>
                <a:lnTo>
                  <a:pt x="1258163" y="115912"/>
                </a:lnTo>
                <a:lnTo>
                  <a:pt x="1258163" y="106768"/>
                </a:lnTo>
                <a:lnTo>
                  <a:pt x="1258163" y="73240"/>
                </a:lnTo>
                <a:lnTo>
                  <a:pt x="1258163" y="63995"/>
                </a:lnTo>
                <a:lnTo>
                  <a:pt x="1258163" y="31991"/>
                </a:lnTo>
                <a:lnTo>
                  <a:pt x="1258163" y="22847"/>
                </a:lnTo>
                <a:close/>
              </a:path>
              <a:path w="1327150" h="131445">
                <a:moveTo>
                  <a:pt x="1302359" y="82384"/>
                </a:moveTo>
                <a:lnTo>
                  <a:pt x="1298359" y="75488"/>
                </a:lnTo>
                <a:lnTo>
                  <a:pt x="1293215" y="68427"/>
                </a:lnTo>
                <a:lnTo>
                  <a:pt x="1286929" y="61087"/>
                </a:lnTo>
                <a:lnTo>
                  <a:pt x="1279499" y="53327"/>
                </a:lnTo>
                <a:lnTo>
                  <a:pt x="1271879" y="57899"/>
                </a:lnTo>
                <a:lnTo>
                  <a:pt x="1283119" y="73799"/>
                </a:lnTo>
                <a:lnTo>
                  <a:pt x="1288376" y="81356"/>
                </a:lnTo>
                <a:lnTo>
                  <a:pt x="1293215" y="88480"/>
                </a:lnTo>
                <a:lnTo>
                  <a:pt x="1302359" y="82384"/>
                </a:lnTo>
                <a:close/>
              </a:path>
              <a:path w="1327150" h="131445">
                <a:moveTo>
                  <a:pt x="1326832" y="22847"/>
                </a:moveTo>
                <a:lnTo>
                  <a:pt x="1285595" y="22847"/>
                </a:lnTo>
                <a:lnTo>
                  <a:pt x="1287119" y="16751"/>
                </a:lnTo>
                <a:lnTo>
                  <a:pt x="1290167" y="10655"/>
                </a:lnTo>
                <a:lnTo>
                  <a:pt x="1291691" y="4559"/>
                </a:lnTo>
                <a:lnTo>
                  <a:pt x="1281023" y="1511"/>
                </a:lnTo>
                <a:lnTo>
                  <a:pt x="1276400" y="15570"/>
                </a:lnTo>
                <a:lnTo>
                  <a:pt x="1271498" y="28181"/>
                </a:lnTo>
                <a:lnTo>
                  <a:pt x="1266012" y="39662"/>
                </a:lnTo>
                <a:lnTo>
                  <a:pt x="1259687" y="50279"/>
                </a:lnTo>
                <a:lnTo>
                  <a:pt x="1264259" y="51803"/>
                </a:lnTo>
                <a:lnTo>
                  <a:pt x="1267307" y="53327"/>
                </a:lnTo>
                <a:lnTo>
                  <a:pt x="1268831" y="54851"/>
                </a:lnTo>
                <a:lnTo>
                  <a:pt x="1272235" y="49999"/>
                </a:lnTo>
                <a:lnTo>
                  <a:pt x="1275499" y="44564"/>
                </a:lnTo>
                <a:lnTo>
                  <a:pt x="1278470" y="38569"/>
                </a:lnTo>
                <a:lnTo>
                  <a:pt x="1281023" y="31991"/>
                </a:lnTo>
                <a:lnTo>
                  <a:pt x="1316164" y="31991"/>
                </a:lnTo>
                <a:lnTo>
                  <a:pt x="1316037" y="44564"/>
                </a:lnTo>
                <a:lnTo>
                  <a:pt x="1315923" y="56311"/>
                </a:lnTo>
                <a:lnTo>
                  <a:pt x="1315796" y="61087"/>
                </a:lnTo>
                <a:lnTo>
                  <a:pt x="1315377" y="77419"/>
                </a:lnTo>
                <a:lnTo>
                  <a:pt x="1314881" y="92316"/>
                </a:lnTo>
                <a:lnTo>
                  <a:pt x="1314818" y="95389"/>
                </a:lnTo>
                <a:lnTo>
                  <a:pt x="1314640" y="103720"/>
                </a:lnTo>
                <a:lnTo>
                  <a:pt x="1313116" y="112864"/>
                </a:lnTo>
                <a:lnTo>
                  <a:pt x="1308455" y="117436"/>
                </a:lnTo>
                <a:lnTo>
                  <a:pt x="1293215" y="117436"/>
                </a:lnTo>
                <a:lnTo>
                  <a:pt x="1277975" y="114388"/>
                </a:lnTo>
                <a:lnTo>
                  <a:pt x="1276451" y="114388"/>
                </a:lnTo>
                <a:lnTo>
                  <a:pt x="1277975" y="118960"/>
                </a:lnTo>
                <a:lnTo>
                  <a:pt x="1277975" y="122008"/>
                </a:lnTo>
                <a:lnTo>
                  <a:pt x="1279499" y="126580"/>
                </a:lnTo>
                <a:lnTo>
                  <a:pt x="1287119" y="126580"/>
                </a:lnTo>
                <a:lnTo>
                  <a:pt x="1294739" y="128104"/>
                </a:lnTo>
                <a:lnTo>
                  <a:pt x="1303883" y="128104"/>
                </a:lnTo>
                <a:lnTo>
                  <a:pt x="1313599" y="126580"/>
                </a:lnTo>
                <a:lnTo>
                  <a:pt x="1313027" y="126580"/>
                </a:lnTo>
                <a:lnTo>
                  <a:pt x="1319199" y="122580"/>
                </a:lnTo>
                <a:lnTo>
                  <a:pt x="1322324" y="117436"/>
                </a:lnTo>
                <a:lnTo>
                  <a:pt x="1323263" y="115887"/>
                </a:lnTo>
                <a:lnTo>
                  <a:pt x="1325308" y="106768"/>
                </a:lnTo>
                <a:lnTo>
                  <a:pt x="1325372" y="103720"/>
                </a:lnTo>
                <a:lnTo>
                  <a:pt x="1325549" y="95389"/>
                </a:lnTo>
                <a:lnTo>
                  <a:pt x="1325638" y="92316"/>
                </a:lnTo>
                <a:lnTo>
                  <a:pt x="1325753" y="88480"/>
                </a:lnTo>
                <a:lnTo>
                  <a:pt x="1326070" y="77419"/>
                </a:lnTo>
                <a:lnTo>
                  <a:pt x="1326146" y="73799"/>
                </a:lnTo>
                <a:lnTo>
                  <a:pt x="1326261" y="68427"/>
                </a:lnTo>
                <a:lnTo>
                  <a:pt x="1326553" y="54851"/>
                </a:lnTo>
                <a:lnTo>
                  <a:pt x="1326667" y="44564"/>
                </a:lnTo>
                <a:lnTo>
                  <a:pt x="1326756" y="31991"/>
                </a:lnTo>
                <a:lnTo>
                  <a:pt x="1326832" y="22847"/>
                </a:lnTo>
                <a:close/>
              </a:path>
            </a:pathLst>
          </a:custGeom>
          <a:solidFill>
            <a:srgbClr val="364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34847" y="4562665"/>
            <a:ext cx="172307" cy="102203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3958971" y="4553521"/>
            <a:ext cx="570865" cy="130175"/>
          </a:xfrm>
          <a:custGeom>
            <a:avLst/>
            <a:gdLst/>
            <a:ahLst/>
            <a:cxnLst/>
            <a:rect l="l" t="t" r="r" b="b"/>
            <a:pathLst>
              <a:path w="570864" h="130175">
                <a:moveTo>
                  <a:pt x="41236" y="7620"/>
                </a:moveTo>
                <a:lnTo>
                  <a:pt x="0" y="7620"/>
                </a:lnTo>
                <a:lnTo>
                  <a:pt x="0" y="15240"/>
                </a:lnTo>
                <a:lnTo>
                  <a:pt x="32092" y="15240"/>
                </a:lnTo>
                <a:lnTo>
                  <a:pt x="32092" y="38100"/>
                </a:lnTo>
                <a:lnTo>
                  <a:pt x="3136" y="38100"/>
                </a:lnTo>
                <a:lnTo>
                  <a:pt x="3022" y="39624"/>
                </a:lnTo>
                <a:lnTo>
                  <a:pt x="2933" y="40754"/>
                </a:lnTo>
                <a:lnTo>
                  <a:pt x="0" y="77825"/>
                </a:lnTo>
                <a:lnTo>
                  <a:pt x="30568" y="77825"/>
                </a:lnTo>
                <a:lnTo>
                  <a:pt x="30454" y="82156"/>
                </a:lnTo>
                <a:lnTo>
                  <a:pt x="30327" y="86423"/>
                </a:lnTo>
                <a:lnTo>
                  <a:pt x="29806" y="94018"/>
                </a:lnTo>
                <a:lnTo>
                  <a:pt x="29286" y="100761"/>
                </a:lnTo>
                <a:lnTo>
                  <a:pt x="29159" y="103733"/>
                </a:lnTo>
                <a:lnTo>
                  <a:pt x="29044" y="106781"/>
                </a:lnTo>
                <a:lnTo>
                  <a:pt x="27520" y="112877"/>
                </a:lnTo>
                <a:lnTo>
                  <a:pt x="24472" y="114401"/>
                </a:lnTo>
                <a:lnTo>
                  <a:pt x="1524" y="114401"/>
                </a:lnTo>
                <a:lnTo>
                  <a:pt x="1524" y="118973"/>
                </a:lnTo>
                <a:lnTo>
                  <a:pt x="3136" y="122021"/>
                </a:lnTo>
                <a:lnTo>
                  <a:pt x="3136" y="125069"/>
                </a:lnTo>
                <a:lnTo>
                  <a:pt x="19900" y="125069"/>
                </a:lnTo>
                <a:lnTo>
                  <a:pt x="27901" y="123926"/>
                </a:lnTo>
                <a:lnTo>
                  <a:pt x="33616" y="120497"/>
                </a:lnTo>
                <a:lnTo>
                  <a:pt x="37045" y="114782"/>
                </a:lnTo>
                <a:lnTo>
                  <a:pt x="37096" y="114401"/>
                </a:lnTo>
                <a:lnTo>
                  <a:pt x="39090" y="100190"/>
                </a:lnTo>
                <a:lnTo>
                  <a:pt x="39166" y="99161"/>
                </a:lnTo>
                <a:lnTo>
                  <a:pt x="39712" y="91732"/>
                </a:lnTo>
                <a:lnTo>
                  <a:pt x="40386" y="80518"/>
                </a:lnTo>
                <a:lnTo>
                  <a:pt x="41236" y="68681"/>
                </a:lnTo>
                <a:lnTo>
                  <a:pt x="10756" y="68681"/>
                </a:lnTo>
                <a:lnTo>
                  <a:pt x="12280" y="47244"/>
                </a:lnTo>
                <a:lnTo>
                  <a:pt x="32092" y="47244"/>
                </a:lnTo>
                <a:lnTo>
                  <a:pt x="32092" y="50292"/>
                </a:lnTo>
                <a:lnTo>
                  <a:pt x="41236" y="50292"/>
                </a:lnTo>
                <a:lnTo>
                  <a:pt x="41236" y="47244"/>
                </a:lnTo>
                <a:lnTo>
                  <a:pt x="41236" y="7620"/>
                </a:lnTo>
                <a:close/>
              </a:path>
              <a:path w="570864" h="130175">
                <a:moveTo>
                  <a:pt x="120484" y="15240"/>
                </a:moveTo>
                <a:lnTo>
                  <a:pt x="111340" y="9144"/>
                </a:lnTo>
                <a:lnTo>
                  <a:pt x="101917" y="17983"/>
                </a:lnTo>
                <a:lnTo>
                  <a:pt x="91909" y="26098"/>
                </a:lnTo>
                <a:lnTo>
                  <a:pt x="81343" y="33362"/>
                </a:lnTo>
                <a:lnTo>
                  <a:pt x="70192" y="39624"/>
                </a:lnTo>
                <a:lnTo>
                  <a:pt x="76288" y="48768"/>
                </a:lnTo>
                <a:lnTo>
                  <a:pt x="87693" y="40754"/>
                </a:lnTo>
                <a:lnTo>
                  <a:pt x="98958" y="32575"/>
                </a:lnTo>
                <a:lnTo>
                  <a:pt x="109931" y="24130"/>
                </a:lnTo>
                <a:lnTo>
                  <a:pt x="120484" y="15240"/>
                </a:lnTo>
                <a:close/>
              </a:path>
              <a:path w="570864" h="130175">
                <a:moveTo>
                  <a:pt x="126580" y="112877"/>
                </a:moveTo>
                <a:lnTo>
                  <a:pt x="113131" y="104000"/>
                </a:lnTo>
                <a:lnTo>
                  <a:pt x="102387" y="93256"/>
                </a:lnTo>
                <a:lnTo>
                  <a:pt x="94221" y="80518"/>
                </a:lnTo>
                <a:lnTo>
                  <a:pt x="88480" y="65633"/>
                </a:lnTo>
                <a:lnTo>
                  <a:pt x="125056" y="65633"/>
                </a:lnTo>
                <a:lnTo>
                  <a:pt x="125056" y="54864"/>
                </a:lnTo>
                <a:lnTo>
                  <a:pt x="67144" y="54864"/>
                </a:lnTo>
                <a:lnTo>
                  <a:pt x="67144" y="0"/>
                </a:lnTo>
                <a:lnTo>
                  <a:pt x="56476" y="0"/>
                </a:lnTo>
                <a:lnTo>
                  <a:pt x="56476" y="54864"/>
                </a:lnTo>
                <a:lnTo>
                  <a:pt x="41236" y="54864"/>
                </a:lnTo>
                <a:lnTo>
                  <a:pt x="41236" y="65633"/>
                </a:lnTo>
                <a:lnTo>
                  <a:pt x="56476" y="65633"/>
                </a:lnTo>
                <a:lnTo>
                  <a:pt x="56476" y="111353"/>
                </a:lnTo>
                <a:lnTo>
                  <a:pt x="54952" y="115925"/>
                </a:lnTo>
                <a:lnTo>
                  <a:pt x="51904" y="118973"/>
                </a:lnTo>
                <a:lnTo>
                  <a:pt x="59524" y="128117"/>
                </a:lnTo>
                <a:lnTo>
                  <a:pt x="64096" y="123545"/>
                </a:lnTo>
                <a:lnTo>
                  <a:pt x="67144" y="122021"/>
                </a:lnTo>
                <a:lnTo>
                  <a:pt x="74764" y="115925"/>
                </a:lnTo>
                <a:lnTo>
                  <a:pt x="82384" y="112877"/>
                </a:lnTo>
                <a:lnTo>
                  <a:pt x="88480" y="109829"/>
                </a:lnTo>
                <a:lnTo>
                  <a:pt x="86956" y="106781"/>
                </a:lnTo>
                <a:lnTo>
                  <a:pt x="86956" y="103733"/>
                </a:lnTo>
                <a:lnTo>
                  <a:pt x="85432" y="99161"/>
                </a:lnTo>
                <a:lnTo>
                  <a:pt x="77812" y="103733"/>
                </a:lnTo>
                <a:lnTo>
                  <a:pt x="71716" y="106781"/>
                </a:lnTo>
                <a:lnTo>
                  <a:pt x="67144" y="109829"/>
                </a:lnTo>
                <a:lnTo>
                  <a:pt x="67144" y="65633"/>
                </a:lnTo>
                <a:lnTo>
                  <a:pt x="77812" y="65633"/>
                </a:lnTo>
                <a:lnTo>
                  <a:pt x="84429" y="82156"/>
                </a:lnTo>
                <a:lnTo>
                  <a:pt x="93052" y="97256"/>
                </a:lnTo>
                <a:lnTo>
                  <a:pt x="103962" y="110642"/>
                </a:lnTo>
                <a:lnTo>
                  <a:pt x="117436" y="122021"/>
                </a:lnTo>
                <a:lnTo>
                  <a:pt x="120484" y="120497"/>
                </a:lnTo>
                <a:lnTo>
                  <a:pt x="122008" y="117449"/>
                </a:lnTo>
                <a:lnTo>
                  <a:pt x="126580" y="112877"/>
                </a:lnTo>
                <a:close/>
              </a:path>
              <a:path w="570864" h="130175">
                <a:moveTo>
                  <a:pt x="237934" y="4165"/>
                </a:moveTo>
                <a:lnTo>
                  <a:pt x="151066" y="4165"/>
                </a:lnTo>
                <a:lnTo>
                  <a:pt x="151066" y="11785"/>
                </a:lnTo>
                <a:lnTo>
                  <a:pt x="151066" y="18135"/>
                </a:lnTo>
                <a:lnTo>
                  <a:pt x="151066" y="24485"/>
                </a:lnTo>
                <a:lnTo>
                  <a:pt x="151066" y="32105"/>
                </a:lnTo>
                <a:lnTo>
                  <a:pt x="151066" y="38455"/>
                </a:lnTo>
                <a:lnTo>
                  <a:pt x="151066" y="42265"/>
                </a:lnTo>
                <a:lnTo>
                  <a:pt x="160210" y="42265"/>
                </a:lnTo>
                <a:lnTo>
                  <a:pt x="160210" y="38455"/>
                </a:lnTo>
                <a:lnTo>
                  <a:pt x="230314" y="38455"/>
                </a:lnTo>
                <a:lnTo>
                  <a:pt x="230314" y="42684"/>
                </a:lnTo>
                <a:lnTo>
                  <a:pt x="237934" y="42684"/>
                </a:lnTo>
                <a:lnTo>
                  <a:pt x="237934" y="38455"/>
                </a:lnTo>
                <a:lnTo>
                  <a:pt x="237934" y="38112"/>
                </a:lnTo>
                <a:lnTo>
                  <a:pt x="237934" y="32105"/>
                </a:lnTo>
                <a:lnTo>
                  <a:pt x="160210" y="32105"/>
                </a:lnTo>
                <a:lnTo>
                  <a:pt x="160210" y="24485"/>
                </a:lnTo>
                <a:lnTo>
                  <a:pt x="230314" y="24485"/>
                </a:lnTo>
                <a:lnTo>
                  <a:pt x="230314" y="32016"/>
                </a:lnTo>
                <a:lnTo>
                  <a:pt x="237934" y="32016"/>
                </a:lnTo>
                <a:lnTo>
                  <a:pt x="237934" y="12204"/>
                </a:lnTo>
                <a:lnTo>
                  <a:pt x="230314" y="12204"/>
                </a:lnTo>
                <a:lnTo>
                  <a:pt x="230314" y="18135"/>
                </a:lnTo>
                <a:lnTo>
                  <a:pt x="160210" y="18135"/>
                </a:lnTo>
                <a:lnTo>
                  <a:pt x="160210" y="11785"/>
                </a:lnTo>
                <a:lnTo>
                  <a:pt x="237934" y="11785"/>
                </a:lnTo>
                <a:lnTo>
                  <a:pt x="237934" y="4165"/>
                </a:lnTo>
                <a:close/>
              </a:path>
              <a:path w="570864" h="130175">
                <a:moveTo>
                  <a:pt x="239458" y="94589"/>
                </a:moveTo>
                <a:lnTo>
                  <a:pt x="230314" y="94589"/>
                </a:lnTo>
                <a:lnTo>
                  <a:pt x="230314" y="97637"/>
                </a:lnTo>
                <a:lnTo>
                  <a:pt x="239458" y="97637"/>
                </a:lnTo>
                <a:lnTo>
                  <a:pt x="239458" y="94589"/>
                </a:lnTo>
                <a:close/>
              </a:path>
              <a:path w="570864" h="130175">
                <a:moveTo>
                  <a:pt x="239458" y="57505"/>
                </a:moveTo>
                <a:lnTo>
                  <a:pt x="151066" y="57505"/>
                </a:lnTo>
                <a:lnTo>
                  <a:pt x="151066" y="65125"/>
                </a:lnTo>
                <a:lnTo>
                  <a:pt x="151066" y="72745"/>
                </a:lnTo>
                <a:lnTo>
                  <a:pt x="151066" y="79095"/>
                </a:lnTo>
                <a:lnTo>
                  <a:pt x="151066" y="87985"/>
                </a:lnTo>
                <a:lnTo>
                  <a:pt x="151066" y="94335"/>
                </a:lnTo>
                <a:lnTo>
                  <a:pt x="151066" y="98145"/>
                </a:lnTo>
                <a:lnTo>
                  <a:pt x="158686" y="98145"/>
                </a:lnTo>
                <a:lnTo>
                  <a:pt x="158686" y="94335"/>
                </a:lnTo>
                <a:lnTo>
                  <a:pt x="239458" y="94335"/>
                </a:lnTo>
                <a:lnTo>
                  <a:pt x="239458" y="88493"/>
                </a:lnTo>
                <a:lnTo>
                  <a:pt x="239458" y="87985"/>
                </a:lnTo>
                <a:lnTo>
                  <a:pt x="239458" y="79349"/>
                </a:lnTo>
                <a:lnTo>
                  <a:pt x="230314" y="79349"/>
                </a:lnTo>
                <a:lnTo>
                  <a:pt x="230314" y="87985"/>
                </a:lnTo>
                <a:lnTo>
                  <a:pt x="199834" y="87985"/>
                </a:lnTo>
                <a:lnTo>
                  <a:pt x="199834" y="79349"/>
                </a:lnTo>
                <a:lnTo>
                  <a:pt x="190690" y="79349"/>
                </a:lnTo>
                <a:lnTo>
                  <a:pt x="190690" y="87985"/>
                </a:lnTo>
                <a:lnTo>
                  <a:pt x="158686" y="87985"/>
                </a:lnTo>
                <a:lnTo>
                  <a:pt x="158686" y="79095"/>
                </a:lnTo>
                <a:lnTo>
                  <a:pt x="239458" y="79095"/>
                </a:lnTo>
                <a:lnTo>
                  <a:pt x="239458" y="73253"/>
                </a:lnTo>
                <a:lnTo>
                  <a:pt x="239458" y="72745"/>
                </a:lnTo>
                <a:lnTo>
                  <a:pt x="239458" y="65633"/>
                </a:lnTo>
                <a:lnTo>
                  <a:pt x="230314" y="65633"/>
                </a:lnTo>
                <a:lnTo>
                  <a:pt x="230314" y="72745"/>
                </a:lnTo>
                <a:lnTo>
                  <a:pt x="199834" y="72745"/>
                </a:lnTo>
                <a:lnTo>
                  <a:pt x="199834" y="65633"/>
                </a:lnTo>
                <a:lnTo>
                  <a:pt x="190690" y="65633"/>
                </a:lnTo>
                <a:lnTo>
                  <a:pt x="190690" y="72745"/>
                </a:lnTo>
                <a:lnTo>
                  <a:pt x="158686" y="72745"/>
                </a:lnTo>
                <a:lnTo>
                  <a:pt x="158686" y="65125"/>
                </a:lnTo>
                <a:lnTo>
                  <a:pt x="239458" y="65125"/>
                </a:lnTo>
                <a:lnTo>
                  <a:pt x="239458" y="57505"/>
                </a:lnTo>
                <a:close/>
              </a:path>
              <a:path w="570864" h="130175">
                <a:moveTo>
                  <a:pt x="259270" y="115925"/>
                </a:moveTo>
                <a:lnTo>
                  <a:pt x="199834" y="115925"/>
                </a:lnTo>
                <a:lnTo>
                  <a:pt x="199834" y="109829"/>
                </a:lnTo>
                <a:lnTo>
                  <a:pt x="251650" y="109829"/>
                </a:lnTo>
                <a:lnTo>
                  <a:pt x="251650" y="102209"/>
                </a:lnTo>
                <a:lnTo>
                  <a:pt x="199834" y="102209"/>
                </a:lnTo>
                <a:lnTo>
                  <a:pt x="199834" y="94589"/>
                </a:lnTo>
                <a:lnTo>
                  <a:pt x="190690" y="94589"/>
                </a:lnTo>
                <a:lnTo>
                  <a:pt x="190690" y="102209"/>
                </a:lnTo>
                <a:lnTo>
                  <a:pt x="137248" y="102209"/>
                </a:lnTo>
                <a:lnTo>
                  <a:pt x="137248" y="109829"/>
                </a:lnTo>
                <a:lnTo>
                  <a:pt x="190690" y="109829"/>
                </a:lnTo>
                <a:lnTo>
                  <a:pt x="190690" y="115925"/>
                </a:lnTo>
                <a:lnTo>
                  <a:pt x="129628" y="115925"/>
                </a:lnTo>
                <a:lnTo>
                  <a:pt x="129628" y="123545"/>
                </a:lnTo>
                <a:lnTo>
                  <a:pt x="259270" y="123545"/>
                </a:lnTo>
                <a:lnTo>
                  <a:pt x="259270" y="115925"/>
                </a:lnTo>
                <a:close/>
              </a:path>
              <a:path w="570864" h="130175">
                <a:moveTo>
                  <a:pt x="259270" y="45732"/>
                </a:moveTo>
                <a:lnTo>
                  <a:pt x="131152" y="45732"/>
                </a:lnTo>
                <a:lnTo>
                  <a:pt x="131152" y="51828"/>
                </a:lnTo>
                <a:lnTo>
                  <a:pt x="259270" y="51828"/>
                </a:lnTo>
                <a:lnTo>
                  <a:pt x="259270" y="45732"/>
                </a:lnTo>
                <a:close/>
              </a:path>
              <a:path w="570864" h="130175">
                <a:moveTo>
                  <a:pt x="311175" y="60960"/>
                </a:moveTo>
                <a:lnTo>
                  <a:pt x="306603" y="54864"/>
                </a:lnTo>
                <a:lnTo>
                  <a:pt x="304571" y="53340"/>
                </a:lnTo>
                <a:lnTo>
                  <a:pt x="300507" y="50292"/>
                </a:lnTo>
                <a:lnTo>
                  <a:pt x="298983" y="48768"/>
                </a:lnTo>
                <a:lnTo>
                  <a:pt x="295935" y="45720"/>
                </a:lnTo>
                <a:lnTo>
                  <a:pt x="292887" y="48768"/>
                </a:lnTo>
                <a:lnTo>
                  <a:pt x="292887" y="35052"/>
                </a:lnTo>
                <a:lnTo>
                  <a:pt x="309651" y="35052"/>
                </a:lnTo>
                <a:lnTo>
                  <a:pt x="309651" y="25908"/>
                </a:lnTo>
                <a:lnTo>
                  <a:pt x="292887" y="25908"/>
                </a:lnTo>
                <a:lnTo>
                  <a:pt x="292887" y="0"/>
                </a:lnTo>
                <a:lnTo>
                  <a:pt x="283641" y="0"/>
                </a:lnTo>
                <a:lnTo>
                  <a:pt x="283641" y="25908"/>
                </a:lnTo>
                <a:lnTo>
                  <a:pt x="263829" y="25908"/>
                </a:lnTo>
                <a:lnTo>
                  <a:pt x="263829" y="35052"/>
                </a:lnTo>
                <a:lnTo>
                  <a:pt x="282117" y="35052"/>
                </a:lnTo>
                <a:lnTo>
                  <a:pt x="279260" y="47383"/>
                </a:lnTo>
                <a:lnTo>
                  <a:pt x="275259" y="59296"/>
                </a:lnTo>
                <a:lnTo>
                  <a:pt x="275209" y="59436"/>
                </a:lnTo>
                <a:lnTo>
                  <a:pt x="270116" y="70929"/>
                </a:lnTo>
                <a:lnTo>
                  <a:pt x="263829" y="82397"/>
                </a:lnTo>
                <a:lnTo>
                  <a:pt x="265353" y="85445"/>
                </a:lnTo>
                <a:lnTo>
                  <a:pt x="266877" y="90017"/>
                </a:lnTo>
                <a:lnTo>
                  <a:pt x="266877" y="93065"/>
                </a:lnTo>
                <a:lnTo>
                  <a:pt x="271437" y="86537"/>
                </a:lnTo>
                <a:lnTo>
                  <a:pt x="275831" y="78574"/>
                </a:lnTo>
                <a:lnTo>
                  <a:pt x="279958" y="69456"/>
                </a:lnTo>
                <a:lnTo>
                  <a:pt x="280035" y="69240"/>
                </a:lnTo>
                <a:lnTo>
                  <a:pt x="283641" y="59436"/>
                </a:lnTo>
                <a:lnTo>
                  <a:pt x="283641" y="128117"/>
                </a:lnTo>
                <a:lnTo>
                  <a:pt x="292887" y="128117"/>
                </a:lnTo>
                <a:lnTo>
                  <a:pt x="292887" y="59436"/>
                </a:lnTo>
                <a:lnTo>
                  <a:pt x="292887" y="53340"/>
                </a:lnTo>
                <a:lnTo>
                  <a:pt x="295935" y="57912"/>
                </a:lnTo>
                <a:lnTo>
                  <a:pt x="300507" y="62484"/>
                </a:lnTo>
                <a:lnTo>
                  <a:pt x="305079" y="67157"/>
                </a:lnTo>
                <a:lnTo>
                  <a:pt x="311175" y="60960"/>
                </a:lnTo>
                <a:close/>
              </a:path>
              <a:path w="570864" h="130175">
                <a:moveTo>
                  <a:pt x="382803" y="77825"/>
                </a:moveTo>
                <a:lnTo>
                  <a:pt x="372135" y="77825"/>
                </a:lnTo>
                <a:lnTo>
                  <a:pt x="372135" y="86969"/>
                </a:lnTo>
                <a:lnTo>
                  <a:pt x="372135" y="112877"/>
                </a:lnTo>
                <a:lnTo>
                  <a:pt x="327939" y="112877"/>
                </a:lnTo>
                <a:lnTo>
                  <a:pt x="327939" y="86969"/>
                </a:lnTo>
                <a:lnTo>
                  <a:pt x="372135" y="86969"/>
                </a:lnTo>
                <a:lnTo>
                  <a:pt x="372135" y="77825"/>
                </a:lnTo>
                <a:lnTo>
                  <a:pt x="317271" y="77825"/>
                </a:lnTo>
                <a:lnTo>
                  <a:pt x="317271" y="129641"/>
                </a:lnTo>
                <a:lnTo>
                  <a:pt x="327939" y="129641"/>
                </a:lnTo>
                <a:lnTo>
                  <a:pt x="327939" y="122021"/>
                </a:lnTo>
                <a:lnTo>
                  <a:pt x="372135" y="122021"/>
                </a:lnTo>
                <a:lnTo>
                  <a:pt x="372135" y="129641"/>
                </a:lnTo>
                <a:lnTo>
                  <a:pt x="382803" y="129641"/>
                </a:lnTo>
                <a:lnTo>
                  <a:pt x="382803" y="122021"/>
                </a:lnTo>
                <a:lnTo>
                  <a:pt x="382803" y="112877"/>
                </a:lnTo>
                <a:lnTo>
                  <a:pt x="382803" y="86969"/>
                </a:lnTo>
                <a:lnTo>
                  <a:pt x="382803" y="77825"/>
                </a:lnTo>
                <a:close/>
              </a:path>
              <a:path w="570864" h="130175">
                <a:moveTo>
                  <a:pt x="393471" y="64109"/>
                </a:moveTo>
                <a:lnTo>
                  <a:pt x="384594" y="61722"/>
                </a:lnTo>
                <a:lnTo>
                  <a:pt x="376135" y="59067"/>
                </a:lnTo>
                <a:lnTo>
                  <a:pt x="373189" y="57912"/>
                </a:lnTo>
                <a:lnTo>
                  <a:pt x="367969" y="55867"/>
                </a:lnTo>
                <a:lnTo>
                  <a:pt x="359943" y="51816"/>
                </a:lnTo>
                <a:lnTo>
                  <a:pt x="364896" y="47244"/>
                </a:lnTo>
                <a:lnTo>
                  <a:pt x="367398" y="44945"/>
                </a:lnTo>
                <a:lnTo>
                  <a:pt x="373849" y="37909"/>
                </a:lnTo>
                <a:lnTo>
                  <a:pt x="379450" y="30607"/>
                </a:lnTo>
                <a:lnTo>
                  <a:pt x="384327" y="22860"/>
                </a:lnTo>
                <a:lnTo>
                  <a:pt x="384327" y="13716"/>
                </a:lnTo>
                <a:lnTo>
                  <a:pt x="372135" y="13716"/>
                </a:lnTo>
                <a:lnTo>
                  <a:pt x="372135" y="22860"/>
                </a:lnTo>
                <a:lnTo>
                  <a:pt x="368160" y="29464"/>
                </a:lnTo>
                <a:lnTo>
                  <a:pt x="363181" y="35623"/>
                </a:lnTo>
                <a:lnTo>
                  <a:pt x="357352" y="41516"/>
                </a:lnTo>
                <a:lnTo>
                  <a:pt x="350799" y="47244"/>
                </a:lnTo>
                <a:lnTo>
                  <a:pt x="345363" y="42367"/>
                </a:lnTo>
                <a:lnTo>
                  <a:pt x="340512" y="36766"/>
                </a:lnTo>
                <a:lnTo>
                  <a:pt x="337350" y="32004"/>
                </a:lnTo>
                <a:lnTo>
                  <a:pt x="336219" y="30314"/>
                </a:lnTo>
                <a:lnTo>
                  <a:pt x="332511" y="22860"/>
                </a:lnTo>
                <a:lnTo>
                  <a:pt x="372135" y="22860"/>
                </a:lnTo>
                <a:lnTo>
                  <a:pt x="372135" y="13716"/>
                </a:lnTo>
                <a:lnTo>
                  <a:pt x="337083" y="13716"/>
                </a:lnTo>
                <a:lnTo>
                  <a:pt x="340131" y="10668"/>
                </a:lnTo>
                <a:lnTo>
                  <a:pt x="340245" y="10312"/>
                </a:lnTo>
                <a:lnTo>
                  <a:pt x="341655" y="6096"/>
                </a:lnTo>
                <a:lnTo>
                  <a:pt x="343179" y="3048"/>
                </a:lnTo>
                <a:lnTo>
                  <a:pt x="332511" y="0"/>
                </a:lnTo>
                <a:lnTo>
                  <a:pt x="328485" y="10312"/>
                </a:lnTo>
                <a:lnTo>
                  <a:pt x="323176" y="20764"/>
                </a:lnTo>
                <a:lnTo>
                  <a:pt x="316433" y="31508"/>
                </a:lnTo>
                <a:lnTo>
                  <a:pt x="308127" y="42672"/>
                </a:lnTo>
                <a:lnTo>
                  <a:pt x="314223" y="48768"/>
                </a:lnTo>
                <a:lnTo>
                  <a:pt x="318795" y="44196"/>
                </a:lnTo>
                <a:lnTo>
                  <a:pt x="327939" y="32004"/>
                </a:lnTo>
                <a:lnTo>
                  <a:pt x="330987" y="39624"/>
                </a:lnTo>
                <a:lnTo>
                  <a:pt x="343179" y="51816"/>
                </a:lnTo>
                <a:lnTo>
                  <a:pt x="334010" y="57264"/>
                </a:lnTo>
                <a:lnTo>
                  <a:pt x="324700" y="62153"/>
                </a:lnTo>
                <a:lnTo>
                  <a:pt x="315099" y="66471"/>
                </a:lnTo>
                <a:lnTo>
                  <a:pt x="305079" y="70205"/>
                </a:lnTo>
                <a:lnTo>
                  <a:pt x="309651" y="79349"/>
                </a:lnTo>
                <a:lnTo>
                  <a:pt x="321652" y="74510"/>
                </a:lnTo>
                <a:lnTo>
                  <a:pt x="332511" y="69240"/>
                </a:lnTo>
                <a:lnTo>
                  <a:pt x="342226" y="63665"/>
                </a:lnTo>
                <a:lnTo>
                  <a:pt x="350799" y="57912"/>
                </a:lnTo>
                <a:lnTo>
                  <a:pt x="359968" y="63373"/>
                </a:lnTo>
                <a:lnTo>
                  <a:pt x="369277" y="68097"/>
                </a:lnTo>
                <a:lnTo>
                  <a:pt x="378879" y="71945"/>
                </a:lnTo>
                <a:lnTo>
                  <a:pt x="388899" y="74777"/>
                </a:lnTo>
                <a:lnTo>
                  <a:pt x="388899" y="71729"/>
                </a:lnTo>
                <a:lnTo>
                  <a:pt x="390423" y="68681"/>
                </a:lnTo>
                <a:lnTo>
                  <a:pt x="393471" y="64109"/>
                </a:lnTo>
                <a:close/>
              </a:path>
              <a:path w="570864" h="130175">
                <a:moveTo>
                  <a:pt x="469760" y="97637"/>
                </a:moveTo>
                <a:lnTo>
                  <a:pt x="437756" y="102209"/>
                </a:lnTo>
                <a:lnTo>
                  <a:pt x="437756" y="67157"/>
                </a:lnTo>
                <a:lnTo>
                  <a:pt x="463664" y="67157"/>
                </a:lnTo>
                <a:lnTo>
                  <a:pt x="463664" y="57912"/>
                </a:lnTo>
                <a:lnTo>
                  <a:pt x="402615" y="57912"/>
                </a:lnTo>
                <a:lnTo>
                  <a:pt x="402615" y="67157"/>
                </a:lnTo>
                <a:lnTo>
                  <a:pt x="426999" y="67157"/>
                </a:lnTo>
                <a:lnTo>
                  <a:pt x="426999" y="103733"/>
                </a:lnTo>
                <a:lnTo>
                  <a:pt x="419900" y="104851"/>
                </a:lnTo>
                <a:lnTo>
                  <a:pt x="412521" y="105829"/>
                </a:lnTo>
                <a:lnTo>
                  <a:pt x="405142" y="106514"/>
                </a:lnTo>
                <a:lnTo>
                  <a:pt x="398043" y="106781"/>
                </a:lnTo>
                <a:lnTo>
                  <a:pt x="399567" y="118973"/>
                </a:lnTo>
                <a:lnTo>
                  <a:pt x="431812" y="113639"/>
                </a:lnTo>
                <a:lnTo>
                  <a:pt x="450011" y="110832"/>
                </a:lnTo>
                <a:lnTo>
                  <a:pt x="469760" y="108305"/>
                </a:lnTo>
                <a:lnTo>
                  <a:pt x="469760" y="102209"/>
                </a:lnTo>
                <a:lnTo>
                  <a:pt x="469760" y="97637"/>
                </a:lnTo>
                <a:close/>
              </a:path>
              <a:path w="570864" h="130175">
                <a:moveTo>
                  <a:pt x="515480" y="15240"/>
                </a:moveTo>
                <a:lnTo>
                  <a:pt x="507860" y="10668"/>
                </a:lnTo>
                <a:lnTo>
                  <a:pt x="501764" y="4572"/>
                </a:lnTo>
                <a:lnTo>
                  <a:pt x="495668" y="0"/>
                </a:lnTo>
                <a:lnTo>
                  <a:pt x="489572" y="7620"/>
                </a:lnTo>
                <a:lnTo>
                  <a:pt x="495668" y="12192"/>
                </a:lnTo>
                <a:lnTo>
                  <a:pt x="501764" y="18288"/>
                </a:lnTo>
                <a:lnTo>
                  <a:pt x="507860" y="22860"/>
                </a:lnTo>
                <a:lnTo>
                  <a:pt x="515480" y="15240"/>
                </a:lnTo>
                <a:close/>
              </a:path>
              <a:path w="570864" h="130175">
                <a:moveTo>
                  <a:pt x="526148" y="94589"/>
                </a:moveTo>
                <a:lnTo>
                  <a:pt x="523100" y="93065"/>
                </a:lnTo>
                <a:lnTo>
                  <a:pt x="520052" y="93065"/>
                </a:lnTo>
                <a:lnTo>
                  <a:pt x="515480" y="91541"/>
                </a:lnTo>
                <a:lnTo>
                  <a:pt x="515480" y="100685"/>
                </a:lnTo>
                <a:lnTo>
                  <a:pt x="513956" y="106781"/>
                </a:lnTo>
                <a:lnTo>
                  <a:pt x="512432" y="111353"/>
                </a:lnTo>
                <a:lnTo>
                  <a:pt x="510908" y="117449"/>
                </a:lnTo>
                <a:lnTo>
                  <a:pt x="506336" y="117449"/>
                </a:lnTo>
                <a:lnTo>
                  <a:pt x="501764" y="114401"/>
                </a:lnTo>
                <a:lnTo>
                  <a:pt x="493509" y="104165"/>
                </a:lnTo>
                <a:lnTo>
                  <a:pt x="487095" y="87337"/>
                </a:lnTo>
                <a:lnTo>
                  <a:pt x="482701" y="64211"/>
                </a:lnTo>
                <a:lnTo>
                  <a:pt x="480428" y="35052"/>
                </a:lnTo>
                <a:lnTo>
                  <a:pt x="524624" y="35052"/>
                </a:lnTo>
                <a:lnTo>
                  <a:pt x="524624" y="24384"/>
                </a:lnTo>
                <a:lnTo>
                  <a:pt x="480428" y="24384"/>
                </a:lnTo>
                <a:lnTo>
                  <a:pt x="478904" y="16764"/>
                </a:lnTo>
                <a:lnTo>
                  <a:pt x="478904" y="0"/>
                </a:lnTo>
                <a:lnTo>
                  <a:pt x="468236" y="0"/>
                </a:lnTo>
                <a:lnTo>
                  <a:pt x="468236" y="16764"/>
                </a:lnTo>
                <a:lnTo>
                  <a:pt x="469760" y="24384"/>
                </a:lnTo>
                <a:lnTo>
                  <a:pt x="396519" y="24384"/>
                </a:lnTo>
                <a:lnTo>
                  <a:pt x="396519" y="35052"/>
                </a:lnTo>
                <a:lnTo>
                  <a:pt x="469760" y="35052"/>
                </a:lnTo>
                <a:lnTo>
                  <a:pt x="472020" y="64211"/>
                </a:lnTo>
                <a:lnTo>
                  <a:pt x="482841" y="106083"/>
                </a:lnTo>
                <a:lnTo>
                  <a:pt x="503288" y="128117"/>
                </a:lnTo>
                <a:lnTo>
                  <a:pt x="515480" y="128117"/>
                </a:lnTo>
                <a:lnTo>
                  <a:pt x="518528" y="125069"/>
                </a:lnTo>
                <a:lnTo>
                  <a:pt x="521576" y="118973"/>
                </a:lnTo>
                <a:lnTo>
                  <a:pt x="521957" y="117449"/>
                </a:lnTo>
                <a:lnTo>
                  <a:pt x="523100" y="112877"/>
                </a:lnTo>
                <a:lnTo>
                  <a:pt x="524624" y="105257"/>
                </a:lnTo>
                <a:lnTo>
                  <a:pt x="524687" y="104851"/>
                </a:lnTo>
                <a:lnTo>
                  <a:pt x="524789" y="104165"/>
                </a:lnTo>
                <a:lnTo>
                  <a:pt x="524852" y="103733"/>
                </a:lnTo>
                <a:lnTo>
                  <a:pt x="526148" y="94589"/>
                </a:lnTo>
                <a:close/>
              </a:path>
              <a:path w="570864" h="130175">
                <a:moveTo>
                  <a:pt x="570344" y="102209"/>
                </a:moveTo>
                <a:lnTo>
                  <a:pt x="568820" y="99161"/>
                </a:lnTo>
                <a:lnTo>
                  <a:pt x="565772" y="96113"/>
                </a:lnTo>
                <a:lnTo>
                  <a:pt x="558152" y="96113"/>
                </a:lnTo>
                <a:lnTo>
                  <a:pt x="555104" y="97637"/>
                </a:lnTo>
                <a:lnTo>
                  <a:pt x="553580" y="100685"/>
                </a:lnTo>
                <a:lnTo>
                  <a:pt x="553580" y="108305"/>
                </a:lnTo>
                <a:lnTo>
                  <a:pt x="555104" y="109829"/>
                </a:lnTo>
                <a:lnTo>
                  <a:pt x="558152" y="111353"/>
                </a:lnTo>
                <a:lnTo>
                  <a:pt x="559676" y="112877"/>
                </a:lnTo>
                <a:lnTo>
                  <a:pt x="564248" y="112877"/>
                </a:lnTo>
                <a:lnTo>
                  <a:pt x="570344" y="106781"/>
                </a:lnTo>
                <a:lnTo>
                  <a:pt x="570344" y="102209"/>
                </a:lnTo>
                <a:close/>
              </a:path>
              <a:path w="570864" h="130175">
                <a:moveTo>
                  <a:pt x="570344" y="42672"/>
                </a:moveTo>
                <a:lnTo>
                  <a:pt x="564248" y="36576"/>
                </a:lnTo>
                <a:lnTo>
                  <a:pt x="559676" y="36576"/>
                </a:lnTo>
                <a:lnTo>
                  <a:pt x="558152" y="38100"/>
                </a:lnTo>
                <a:lnTo>
                  <a:pt x="555104" y="39624"/>
                </a:lnTo>
                <a:lnTo>
                  <a:pt x="553580" y="41148"/>
                </a:lnTo>
                <a:lnTo>
                  <a:pt x="553580" y="50292"/>
                </a:lnTo>
                <a:lnTo>
                  <a:pt x="555104" y="51816"/>
                </a:lnTo>
                <a:lnTo>
                  <a:pt x="558152" y="53340"/>
                </a:lnTo>
                <a:lnTo>
                  <a:pt x="565772" y="53340"/>
                </a:lnTo>
                <a:lnTo>
                  <a:pt x="568820" y="50292"/>
                </a:lnTo>
                <a:lnTo>
                  <a:pt x="570344" y="47244"/>
                </a:lnTo>
                <a:lnTo>
                  <a:pt x="570344" y="42672"/>
                </a:lnTo>
                <a:close/>
              </a:path>
            </a:pathLst>
          </a:custGeom>
          <a:solidFill>
            <a:srgbClr val="364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53382" y="5085308"/>
            <a:ext cx="44450" cy="156210"/>
          </a:xfrm>
          <a:custGeom>
            <a:avLst/>
            <a:gdLst/>
            <a:ahLst/>
            <a:cxnLst/>
            <a:rect l="l" t="t" r="r" b="b"/>
            <a:pathLst>
              <a:path w="44450" h="156210">
                <a:moveTo>
                  <a:pt x="44196" y="0"/>
                </a:moveTo>
                <a:lnTo>
                  <a:pt x="0" y="0"/>
                </a:lnTo>
                <a:lnTo>
                  <a:pt x="0" y="15240"/>
                </a:lnTo>
                <a:lnTo>
                  <a:pt x="0" y="139700"/>
                </a:lnTo>
                <a:lnTo>
                  <a:pt x="0" y="156210"/>
                </a:lnTo>
                <a:lnTo>
                  <a:pt x="44196" y="156210"/>
                </a:lnTo>
                <a:lnTo>
                  <a:pt x="44196" y="139700"/>
                </a:lnTo>
                <a:lnTo>
                  <a:pt x="18288" y="139700"/>
                </a:lnTo>
                <a:lnTo>
                  <a:pt x="18288" y="15240"/>
                </a:lnTo>
                <a:lnTo>
                  <a:pt x="44196" y="15240"/>
                </a:lnTo>
                <a:lnTo>
                  <a:pt x="44196" y="0"/>
                </a:lnTo>
                <a:close/>
              </a:path>
            </a:pathLst>
          </a:custGeom>
          <a:solidFill>
            <a:srgbClr val="50545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82084" y="5098065"/>
            <a:ext cx="79343" cy="109918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4738306" y="5175884"/>
            <a:ext cx="45720" cy="61594"/>
          </a:xfrm>
          <a:custGeom>
            <a:avLst/>
            <a:gdLst/>
            <a:ahLst/>
            <a:cxnLst/>
            <a:rect l="l" t="t" r="r" b="b"/>
            <a:pathLst>
              <a:path w="45720" h="61595">
                <a:moveTo>
                  <a:pt x="36576" y="3048"/>
                </a:moveTo>
                <a:lnTo>
                  <a:pt x="21336" y="3048"/>
                </a:lnTo>
                <a:lnTo>
                  <a:pt x="22860" y="1524"/>
                </a:lnTo>
                <a:lnTo>
                  <a:pt x="24384" y="1524"/>
                </a:lnTo>
                <a:lnTo>
                  <a:pt x="25908" y="0"/>
                </a:lnTo>
                <a:lnTo>
                  <a:pt x="32004" y="0"/>
                </a:lnTo>
                <a:lnTo>
                  <a:pt x="33528" y="1524"/>
                </a:lnTo>
                <a:lnTo>
                  <a:pt x="36576" y="3048"/>
                </a:lnTo>
                <a:close/>
              </a:path>
              <a:path w="45720" h="61595">
                <a:moveTo>
                  <a:pt x="7620" y="61055"/>
                </a:moveTo>
                <a:lnTo>
                  <a:pt x="0" y="61055"/>
                </a:lnTo>
                <a:lnTo>
                  <a:pt x="0" y="47339"/>
                </a:lnTo>
                <a:lnTo>
                  <a:pt x="13716" y="47339"/>
                </a:lnTo>
                <a:lnTo>
                  <a:pt x="15240" y="45815"/>
                </a:lnTo>
                <a:lnTo>
                  <a:pt x="18288" y="44291"/>
                </a:lnTo>
                <a:lnTo>
                  <a:pt x="19812" y="44291"/>
                </a:lnTo>
                <a:lnTo>
                  <a:pt x="24384" y="39719"/>
                </a:lnTo>
                <a:lnTo>
                  <a:pt x="24384" y="30575"/>
                </a:lnTo>
                <a:lnTo>
                  <a:pt x="21336" y="27527"/>
                </a:lnTo>
                <a:lnTo>
                  <a:pt x="21336" y="26003"/>
                </a:lnTo>
                <a:lnTo>
                  <a:pt x="19812" y="24479"/>
                </a:lnTo>
                <a:lnTo>
                  <a:pt x="18288" y="24479"/>
                </a:lnTo>
                <a:lnTo>
                  <a:pt x="18288" y="22860"/>
                </a:lnTo>
                <a:lnTo>
                  <a:pt x="16764" y="22860"/>
                </a:lnTo>
                <a:lnTo>
                  <a:pt x="16764" y="19812"/>
                </a:lnTo>
                <a:lnTo>
                  <a:pt x="15240" y="18288"/>
                </a:lnTo>
                <a:lnTo>
                  <a:pt x="15240" y="9144"/>
                </a:lnTo>
                <a:lnTo>
                  <a:pt x="16764" y="7620"/>
                </a:lnTo>
                <a:lnTo>
                  <a:pt x="16764" y="6096"/>
                </a:lnTo>
                <a:lnTo>
                  <a:pt x="19812" y="3048"/>
                </a:lnTo>
                <a:lnTo>
                  <a:pt x="38100" y="3048"/>
                </a:lnTo>
                <a:lnTo>
                  <a:pt x="39624" y="4572"/>
                </a:lnTo>
                <a:lnTo>
                  <a:pt x="41148" y="7620"/>
                </a:lnTo>
                <a:lnTo>
                  <a:pt x="42672" y="9144"/>
                </a:lnTo>
                <a:lnTo>
                  <a:pt x="45720" y="15240"/>
                </a:lnTo>
                <a:lnTo>
                  <a:pt x="45720" y="33623"/>
                </a:lnTo>
                <a:lnTo>
                  <a:pt x="42672" y="38195"/>
                </a:lnTo>
                <a:lnTo>
                  <a:pt x="41148" y="42767"/>
                </a:lnTo>
                <a:lnTo>
                  <a:pt x="15240" y="59531"/>
                </a:lnTo>
                <a:lnTo>
                  <a:pt x="7620" y="61055"/>
                </a:lnTo>
                <a:close/>
              </a:path>
            </a:pathLst>
          </a:custGeom>
          <a:solidFill>
            <a:srgbClr val="50545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979288" y="5096541"/>
            <a:ext cx="74675" cy="112966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5232368" y="5175884"/>
            <a:ext cx="46355" cy="61594"/>
          </a:xfrm>
          <a:custGeom>
            <a:avLst/>
            <a:gdLst/>
            <a:ahLst/>
            <a:cxnLst/>
            <a:rect l="l" t="t" r="r" b="b"/>
            <a:pathLst>
              <a:path w="46354" h="61595">
                <a:moveTo>
                  <a:pt x="35147" y="3048"/>
                </a:moveTo>
                <a:lnTo>
                  <a:pt x="21336" y="3048"/>
                </a:lnTo>
                <a:lnTo>
                  <a:pt x="22860" y="1524"/>
                </a:lnTo>
                <a:lnTo>
                  <a:pt x="24384" y="1524"/>
                </a:lnTo>
                <a:lnTo>
                  <a:pt x="26003" y="0"/>
                </a:lnTo>
                <a:lnTo>
                  <a:pt x="30575" y="0"/>
                </a:lnTo>
                <a:lnTo>
                  <a:pt x="33623" y="1524"/>
                </a:lnTo>
                <a:lnTo>
                  <a:pt x="35147" y="3048"/>
                </a:lnTo>
                <a:close/>
              </a:path>
              <a:path w="46354" h="61595">
                <a:moveTo>
                  <a:pt x="7620" y="61055"/>
                </a:moveTo>
                <a:lnTo>
                  <a:pt x="0" y="61055"/>
                </a:lnTo>
                <a:lnTo>
                  <a:pt x="0" y="47339"/>
                </a:lnTo>
                <a:lnTo>
                  <a:pt x="12192" y="47339"/>
                </a:lnTo>
                <a:lnTo>
                  <a:pt x="15240" y="45815"/>
                </a:lnTo>
                <a:lnTo>
                  <a:pt x="16764" y="44291"/>
                </a:lnTo>
                <a:lnTo>
                  <a:pt x="19812" y="44291"/>
                </a:lnTo>
                <a:lnTo>
                  <a:pt x="24384" y="39719"/>
                </a:lnTo>
                <a:lnTo>
                  <a:pt x="24384" y="30575"/>
                </a:lnTo>
                <a:lnTo>
                  <a:pt x="21336" y="27527"/>
                </a:lnTo>
                <a:lnTo>
                  <a:pt x="21336" y="26003"/>
                </a:lnTo>
                <a:lnTo>
                  <a:pt x="19812" y="26003"/>
                </a:lnTo>
                <a:lnTo>
                  <a:pt x="19812" y="24479"/>
                </a:lnTo>
                <a:lnTo>
                  <a:pt x="18288" y="24479"/>
                </a:lnTo>
                <a:lnTo>
                  <a:pt x="18288" y="22860"/>
                </a:lnTo>
                <a:lnTo>
                  <a:pt x="16764" y="22860"/>
                </a:lnTo>
                <a:lnTo>
                  <a:pt x="16764" y="21336"/>
                </a:lnTo>
                <a:lnTo>
                  <a:pt x="15240" y="19812"/>
                </a:lnTo>
                <a:lnTo>
                  <a:pt x="15240" y="9144"/>
                </a:lnTo>
                <a:lnTo>
                  <a:pt x="16764" y="7620"/>
                </a:lnTo>
                <a:lnTo>
                  <a:pt x="16764" y="6096"/>
                </a:lnTo>
                <a:lnTo>
                  <a:pt x="19812" y="3048"/>
                </a:lnTo>
                <a:lnTo>
                  <a:pt x="38195" y="3048"/>
                </a:lnTo>
                <a:lnTo>
                  <a:pt x="39719" y="4572"/>
                </a:lnTo>
                <a:lnTo>
                  <a:pt x="41243" y="7620"/>
                </a:lnTo>
                <a:lnTo>
                  <a:pt x="42767" y="9144"/>
                </a:lnTo>
                <a:lnTo>
                  <a:pt x="44291" y="12192"/>
                </a:lnTo>
                <a:lnTo>
                  <a:pt x="44291" y="15240"/>
                </a:lnTo>
                <a:lnTo>
                  <a:pt x="45815" y="18288"/>
                </a:lnTo>
                <a:lnTo>
                  <a:pt x="45815" y="33623"/>
                </a:lnTo>
                <a:lnTo>
                  <a:pt x="42767" y="38195"/>
                </a:lnTo>
                <a:lnTo>
                  <a:pt x="41243" y="42767"/>
                </a:lnTo>
                <a:lnTo>
                  <a:pt x="38195" y="47339"/>
                </a:lnTo>
                <a:lnTo>
                  <a:pt x="35147" y="50387"/>
                </a:lnTo>
                <a:lnTo>
                  <a:pt x="26003" y="56483"/>
                </a:lnTo>
                <a:lnTo>
                  <a:pt x="19812" y="58007"/>
                </a:lnTo>
                <a:lnTo>
                  <a:pt x="15240" y="59531"/>
                </a:lnTo>
                <a:lnTo>
                  <a:pt x="7620" y="61055"/>
                </a:lnTo>
                <a:close/>
              </a:path>
            </a:pathLst>
          </a:custGeom>
          <a:solidFill>
            <a:srgbClr val="50545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70302" y="5096541"/>
            <a:ext cx="175354" cy="112966"/>
          </a:xfrm>
          <a:prstGeom prst="rect">
            <a:avLst/>
          </a:prstGeom>
        </p:spPr>
      </p:pic>
      <p:sp>
        <p:nvSpPr>
          <p:cNvPr id="31" name="object 31"/>
          <p:cNvSpPr/>
          <p:nvPr/>
        </p:nvSpPr>
        <p:spPr>
          <a:xfrm>
            <a:off x="5821013" y="5175884"/>
            <a:ext cx="46355" cy="61594"/>
          </a:xfrm>
          <a:custGeom>
            <a:avLst/>
            <a:gdLst/>
            <a:ahLst/>
            <a:cxnLst/>
            <a:rect l="l" t="t" r="r" b="b"/>
            <a:pathLst>
              <a:path w="46354" h="61595">
                <a:moveTo>
                  <a:pt x="35147" y="3048"/>
                </a:moveTo>
                <a:lnTo>
                  <a:pt x="19907" y="3048"/>
                </a:lnTo>
                <a:lnTo>
                  <a:pt x="21431" y="1524"/>
                </a:lnTo>
                <a:lnTo>
                  <a:pt x="24479" y="1524"/>
                </a:lnTo>
                <a:lnTo>
                  <a:pt x="26003" y="0"/>
                </a:lnTo>
                <a:lnTo>
                  <a:pt x="30575" y="0"/>
                </a:lnTo>
                <a:lnTo>
                  <a:pt x="33623" y="1524"/>
                </a:lnTo>
                <a:lnTo>
                  <a:pt x="35147" y="3048"/>
                </a:lnTo>
                <a:close/>
              </a:path>
              <a:path w="46354" h="61595">
                <a:moveTo>
                  <a:pt x="7620" y="61055"/>
                </a:moveTo>
                <a:lnTo>
                  <a:pt x="0" y="61055"/>
                </a:lnTo>
                <a:lnTo>
                  <a:pt x="0" y="47339"/>
                </a:lnTo>
                <a:lnTo>
                  <a:pt x="12192" y="47339"/>
                </a:lnTo>
                <a:lnTo>
                  <a:pt x="15335" y="45815"/>
                </a:lnTo>
                <a:lnTo>
                  <a:pt x="16859" y="44291"/>
                </a:lnTo>
                <a:lnTo>
                  <a:pt x="18383" y="44291"/>
                </a:lnTo>
                <a:lnTo>
                  <a:pt x="21431" y="42767"/>
                </a:lnTo>
                <a:lnTo>
                  <a:pt x="21431" y="41243"/>
                </a:lnTo>
                <a:lnTo>
                  <a:pt x="22955" y="39719"/>
                </a:lnTo>
                <a:lnTo>
                  <a:pt x="24479" y="36671"/>
                </a:lnTo>
                <a:lnTo>
                  <a:pt x="24479" y="33623"/>
                </a:lnTo>
                <a:lnTo>
                  <a:pt x="22955" y="32099"/>
                </a:lnTo>
                <a:lnTo>
                  <a:pt x="22955" y="29051"/>
                </a:lnTo>
                <a:lnTo>
                  <a:pt x="21431" y="29051"/>
                </a:lnTo>
                <a:lnTo>
                  <a:pt x="21431" y="26003"/>
                </a:lnTo>
                <a:lnTo>
                  <a:pt x="19907" y="26003"/>
                </a:lnTo>
                <a:lnTo>
                  <a:pt x="18383" y="24479"/>
                </a:lnTo>
                <a:lnTo>
                  <a:pt x="16859" y="22860"/>
                </a:lnTo>
                <a:lnTo>
                  <a:pt x="15335" y="21336"/>
                </a:lnTo>
                <a:lnTo>
                  <a:pt x="15335" y="18288"/>
                </a:lnTo>
                <a:lnTo>
                  <a:pt x="13811" y="18288"/>
                </a:lnTo>
                <a:lnTo>
                  <a:pt x="13811" y="10668"/>
                </a:lnTo>
                <a:lnTo>
                  <a:pt x="15335" y="9144"/>
                </a:lnTo>
                <a:lnTo>
                  <a:pt x="15335" y="7620"/>
                </a:lnTo>
                <a:lnTo>
                  <a:pt x="18383" y="4572"/>
                </a:lnTo>
                <a:lnTo>
                  <a:pt x="18383" y="3048"/>
                </a:lnTo>
                <a:lnTo>
                  <a:pt x="38195" y="3048"/>
                </a:lnTo>
                <a:lnTo>
                  <a:pt x="39719" y="4572"/>
                </a:lnTo>
                <a:lnTo>
                  <a:pt x="41243" y="7620"/>
                </a:lnTo>
                <a:lnTo>
                  <a:pt x="42767" y="9144"/>
                </a:lnTo>
                <a:lnTo>
                  <a:pt x="42767" y="12192"/>
                </a:lnTo>
                <a:lnTo>
                  <a:pt x="45815" y="18288"/>
                </a:lnTo>
                <a:lnTo>
                  <a:pt x="45815" y="29051"/>
                </a:lnTo>
                <a:lnTo>
                  <a:pt x="41243" y="42767"/>
                </a:lnTo>
                <a:lnTo>
                  <a:pt x="38195" y="47339"/>
                </a:lnTo>
                <a:lnTo>
                  <a:pt x="33623" y="50387"/>
                </a:lnTo>
                <a:lnTo>
                  <a:pt x="30575" y="53435"/>
                </a:lnTo>
                <a:lnTo>
                  <a:pt x="26003" y="56483"/>
                </a:lnTo>
                <a:lnTo>
                  <a:pt x="7620" y="61055"/>
                </a:lnTo>
                <a:close/>
              </a:path>
            </a:pathLst>
          </a:custGeom>
          <a:solidFill>
            <a:srgbClr val="50545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2" name="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060471" y="5098065"/>
            <a:ext cx="169259" cy="109918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6414313" y="5085308"/>
            <a:ext cx="43180" cy="156210"/>
          </a:xfrm>
          <a:custGeom>
            <a:avLst/>
            <a:gdLst/>
            <a:ahLst/>
            <a:cxnLst/>
            <a:rect l="l" t="t" r="r" b="b"/>
            <a:pathLst>
              <a:path w="43179" h="156210">
                <a:moveTo>
                  <a:pt x="42672" y="0"/>
                </a:moveTo>
                <a:lnTo>
                  <a:pt x="0" y="0"/>
                </a:lnTo>
                <a:lnTo>
                  <a:pt x="0" y="15240"/>
                </a:lnTo>
                <a:lnTo>
                  <a:pt x="24384" y="15240"/>
                </a:lnTo>
                <a:lnTo>
                  <a:pt x="24384" y="139700"/>
                </a:lnTo>
                <a:lnTo>
                  <a:pt x="0" y="139700"/>
                </a:lnTo>
                <a:lnTo>
                  <a:pt x="0" y="156210"/>
                </a:lnTo>
                <a:lnTo>
                  <a:pt x="42672" y="156210"/>
                </a:lnTo>
                <a:lnTo>
                  <a:pt x="42672" y="139700"/>
                </a:lnTo>
                <a:lnTo>
                  <a:pt x="42672" y="15240"/>
                </a:lnTo>
                <a:lnTo>
                  <a:pt x="42672" y="0"/>
                </a:lnTo>
                <a:close/>
              </a:path>
            </a:pathLst>
          </a:custGeom>
          <a:solidFill>
            <a:srgbClr val="50545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9" name="object 39"/>
          <p:cNvGrpSpPr/>
          <p:nvPr/>
        </p:nvGrpSpPr>
        <p:grpSpPr>
          <a:xfrm>
            <a:off x="10150602" y="7288720"/>
            <a:ext cx="226060" cy="74930"/>
            <a:chOff x="10150602" y="7288720"/>
            <a:chExt cx="226060" cy="74930"/>
          </a:xfrm>
        </p:grpSpPr>
        <p:sp>
          <p:nvSpPr>
            <p:cNvPr id="40" name="object 40"/>
            <p:cNvSpPr/>
            <p:nvPr/>
          </p:nvSpPr>
          <p:spPr>
            <a:xfrm>
              <a:off x="10150602" y="7288720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40" h="73659">
                  <a:moveTo>
                    <a:pt x="27431" y="73247"/>
                  </a:moveTo>
                  <a:lnTo>
                    <a:pt x="18287" y="73247"/>
                  </a:lnTo>
                  <a:lnTo>
                    <a:pt x="18287" y="16764"/>
                  </a:lnTo>
                  <a:lnTo>
                    <a:pt x="16763" y="18288"/>
                  </a:lnTo>
                  <a:lnTo>
                    <a:pt x="13715" y="19812"/>
                  </a:lnTo>
                  <a:lnTo>
                    <a:pt x="10667" y="22860"/>
                  </a:lnTo>
                  <a:lnTo>
                    <a:pt x="6095" y="24384"/>
                  </a:lnTo>
                  <a:lnTo>
                    <a:pt x="0" y="27432"/>
                  </a:lnTo>
                  <a:lnTo>
                    <a:pt x="0" y="18288"/>
                  </a:lnTo>
                  <a:lnTo>
                    <a:pt x="6095" y="16764"/>
                  </a:lnTo>
                  <a:lnTo>
                    <a:pt x="10667" y="13716"/>
                  </a:lnTo>
                  <a:lnTo>
                    <a:pt x="18287" y="6096"/>
                  </a:lnTo>
                  <a:lnTo>
                    <a:pt x="21335" y="0"/>
                  </a:lnTo>
                  <a:lnTo>
                    <a:pt x="27431" y="0"/>
                  </a:lnTo>
                  <a:lnTo>
                    <a:pt x="27431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99370" y="7288720"/>
              <a:ext cx="176878" cy="747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61821"/>
            <a:ext cx="1133475" cy="278130"/>
          </a:xfrm>
          <a:custGeom>
            <a:avLst/>
            <a:gdLst/>
            <a:ahLst/>
            <a:cxnLst/>
            <a:rect l="l" t="t" r="r" b="b"/>
            <a:pathLst>
              <a:path w="1133475" h="278130">
                <a:moveTo>
                  <a:pt x="120484" y="19812"/>
                </a:moveTo>
                <a:lnTo>
                  <a:pt x="13716" y="19812"/>
                </a:lnTo>
                <a:lnTo>
                  <a:pt x="13716" y="56388"/>
                </a:lnTo>
                <a:lnTo>
                  <a:pt x="120484" y="56388"/>
                </a:lnTo>
                <a:lnTo>
                  <a:pt x="120484" y="19812"/>
                </a:lnTo>
                <a:close/>
              </a:path>
              <a:path w="1133475" h="278130">
                <a:moveTo>
                  <a:pt x="265366" y="47244"/>
                </a:moveTo>
                <a:lnTo>
                  <a:pt x="192112" y="47244"/>
                </a:lnTo>
                <a:lnTo>
                  <a:pt x="193636" y="0"/>
                </a:lnTo>
                <a:lnTo>
                  <a:pt x="155536" y="0"/>
                </a:lnTo>
                <a:lnTo>
                  <a:pt x="155536" y="47244"/>
                </a:lnTo>
                <a:lnTo>
                  <a:pt x="126580" y="47244"/>
                </a:lnTo>
                <a:lnTo>
                  <a:pt x="126580" y="83921"/>
                </a:lnTo>
                <a:lnTo>
                  <a:pt x="155536" y="83921"/>
                </a:lnTo>
                <a:lnTo>
                  <a:pt x="154381" y="126199"/>
                </a:lnTo>
                <a:lnTo>
                  <a:pt x="154330" y="126593"/>
                </a:lnTo>
                <a:lnTo>
                  <a:pt x="150774" y="161505"/>
                </a:lnTo>
                <a:lnTo>
                  <a:pt x="144614" y="189661"/>
                </a:lnTo>
                <a:lnTo>
                  <a:pt x="135724" y="210502"/>
                </a:lnTo>
                <a:lnTo>
                  <a:pt x="133210" y="204406"/>
                </a:lnTo>
                <a:lnTo>
                  <a:pt x="106680" y="140309"/>
                </a:lnTo>
                <a:lnTo>
                  <a:pt x="76200" y="150977"/>
                </a:lnTo>
                <a:lnTo>
                  <a:pt x="80772" y="162775"/>
                </a:lnTo>
                <a:lnTo>
                  <a:pt x="85344" y="175260"/>
                </a:lnTo>
                <a:lnTo>
                  <a:pt x="89916" y="188582"/>
                </a:lnTo>
                <a:lnTo>
                  <a:pt x="94488" y="202882"/>
                </a:lnTo>
                <a:lnTo>
                  <a:pt x="85509" y="202882"/>
                </a:lnTo>
                <a:lnTo>
                  <a:pt x="72771" y="203073"/>
                </a:lnTo>
                <a:lnTo>
                  <a:pt x="61048" y="203530"/>
                </a:lnTo>
                <a:lnTo>
                  <a:pt x="48768" y="204406"/>
                </a:lnTo>
                <a:lnTo>
                  <a:pt x="56476" y="184962"/>
                </a:lnTo>
                <a:lnTo>
                  <a:pt x="63627" y="165506"/>
                </a:lnTo>
                <a:lnTo>
                  <a:pt x="70192" y="146037"/>
                </a:lnTo>
                <a:lnTo>
                  <a:pt x="76200" y="126593"/>
                </a:lnTo>
                <a:lnTo>
                  <a:pt x="131152" y="126593"/>
                </a:lnTo>
                <a:lnTo>
                  <a:pt x="131152" y="90017"/>
                </a:lnTo>
                <a:lnTo>
                  <a:pt x="1524" y="90017"/>
                </a:lnTo>
                <a:lnTo>
                  <a:pt x="1524" y="126593"/>
                </a:lnTo>
                <a:lnTo>
                  <a:pt x="36576" y="126593"/>
                </a:lnTo>
                <a:lnTo>
                  <a:pt x="25933" y="160362"/>
                </a:lnTo>
                <a:lnTo>
                  <a:pt x="16573" y="186118"/>
                </a:lnTo>
                <a:lnTo>
                  <a:pt x="8077" y="203835"/>
                </a:lnTo>
                <a:lnTo>
                  <a:pt x="0" y="213550"/>
                </a:lnTo>
                <a:lnTo>
                  <a:pt x="18288" y="247078"/>
                </a:lnTo>
                <a:lnTo>
                  <a:pt x="28956" y="244030"/>
                </a:lnTo>
                <a:lnTo>
                  <a:pt x="35864" y="242366"/>
                </a:lnTo>
                <a:lnTo>
                  <a:pt x="44196" y="240982"/>
                </a:lnTo>
                <a:lnTo>
                  <a:pt x="122008" y="234886"/>
                </a:lnTo>
                <a:lnTo>
                  <a:pt x="112864" y="247078"/>
                </a:lnTo>
                <a:lnTo>
                  <a:pt x="106680" y="253174"/>
                </a:lnTo>
                <a:lnTo>
                  <a:pt x="115849" y="258089"/>
                </a:lnTo>
                <a:lnTo>
                  <a:pt x="124866" y="263550"/>
                </a:lnTo>
                <a:lnTo>
                  <a:pt x="133565" y="269557"/>
                </a:lnTo>
                <a:lnTo>
                  <a:pt x="141820" y="276136"/>
                </a:lnTo>
                <a:lnTo>
                  <a:pt x="150418" y="265290"/>
                </a:lnTo>
                <a:lnTo>
                  <a:pt x="158013" y="253415"/>
                </a:lnTo>
                <a:lnTo>
                  <a:pt x="158140" y="253174"/>
                </a:lnTo>
                <a:lnTo>
                  <a:pt x="164757" y="240690"/>
                </a:lnTo>
                <a:lnTo>
                  <a:pt x="167360" y="234886"/>
                </a:lnTo>
                <a:lnTo>
                  <a:pt x="169519" y="230085"/>
                </a:lnTo>
                <a:lnTo>
                  <a:pt x="176834" y="213550"/>
                </a:lnTo>
                <a:lnTo>
                  <a:pt x="187540" y="172402"/>
                </a:lnTo>
                <a:lnTo>
                  <a:pt x="190969" y="112737"/>
                </a:lnTo>
                <a:lnTo>
                  <a:pt x="192112" y="83921"/>
                </a:lnTo>
                <a:lnTo>
                  <a:pt x="228688" y="83921"/>
                </a:lnTo>
                <a:lnTo>
                  <a:pt x="227812" y="109969"/>
                </a:lnTo>
                <a:lnTo>
                  <a:pt x="227761" y="112737"/>
                </a:lnTo>
                <a:lnTo>
                  <a:pt x="227355" y="133464"/>
                </a:lnTo>
                <a:lnTo>
                  <a:pt x="227266" y="146037"/>
                </a:lnTo>
                <a:lnTo>
                  <a:pt x="227164" y="173926"/>
                </a:lnTo>
                <a:lnTo>
                  <a:pt x="227101" y="175260"/>
                </a:lnTo>
                <a:lnTo>
                  <a:pt x="226288" y="191122"/>
                </a:lnTo>
                <a:lnTo>
                  <a:pt x="225831" y="204406"/>
                </a:lnTo>
                <a:lnTo>
                  <a:pt x="225717" y="210502"/>
                </a:lnTo>
                <a:lnTo>
                  <a:pt x="225640" y="218122"/>
                </a:lnTo>
                <a:lnTo>
                  <a:pt x="222592" y="224218"/>
                </a:lnTo>
                <a:lnTo>
                  <a:pt x="219544" y="227266"/>
                </a:lnTo>
                <a:lnTo>
                  <a:pt x="213448" y="230314"/>
                </a:lnTo>
                <a:lnTo>
                  <a:pt x="207352" y="230314"/>
                </a:lnTo>
                <a:lnTo>
                  <a:pt x="201091" y="230085"/>
                </a:lnTo>
                <a:lnTo>
                  <a:pt x="185712" y="229031"/>
                </a:lnTo>
                <a:lnTo>
                  <a:pt x="176872" y="228790"/>
                </a:lnTo>
                <a:lnTo>
                  <a:pt x="176936" y="229031"/>
                </a:lnTo>
                <a:lnTo>
                  <a:pt x="179400" y="239102"/>
                </a:lnTo>
                <a:lnTo>
                  <a:pt x="185026" y="259740"/>
                </a:lnTo>
                <a:lnTo>
                  <a:pt x="187540" y="269989"/>
                </a:lnTo>
                <a:lnTo>
                  <a:pt x="205244" y="269989"/>
                </a:lnTo>
                <a:lnTo>
                  <a:pt x="223456" y="269557"/>
                </a:lnTo>
                <a:lnTo>
                  <a:pt x="220472" y="269557"/>
                </a:lnTo>
                <a:lnTo>
                  <a:pt x="229768" y="268757"/>
                </a:lnTo>
                <a:lnTo>
                  <a:pt x="236308" y="266992"/>
                </a:lnTo>
                <a:lnTo>
                  <a:pt x="243928" y="265468"/>
                </a:lnTo>
                <a:lnTo>
                  <a:pt x="248500" y="262420"/>
                </a:lnTo>
                <a:lnTo>
                  <a:pt x="251548" y="257848"/>
                </a:lnTo>
                <a:lnTo>
                  <a:pt x="256120" y="254698"/>
                </a:lnTo>
                <a:lnTo>
                  <a:pt x="259270" y="250126"/>
                </a:lnTo>
                <a:lnTo>
                  <a:pt x="259270" y="244030"/>
                </a:lnTo>
                <a:lnTo>
                  <a:pt x="260388" y="238912"/>
                </a:lnTo>
                <a:lnTo>
                  <a:pt x="261378" y="230314"/>
                </a:lnTo>
                <a:lnTo>
                  <a:pt x="261454" y="229031"/>
                </a:lnTo>
                <a:lnTo>
                  <a:pt x="261556" y="227266"/>
                </a:lnTo>
                <a:lnTo>
                  <a:pt x="262051" y="218960"/>
                </a:lnTo>
                <a:lnTo>
                  <a:pt x="262153" y="213550"/>
                </a:lnTo>
                <a:lnTo>
                  <a:pt x="262204" y="210502"/>
                </a:lnTo>
                <a:lnTo>
                  <a:pt x="262318" y="204406"/>
                </a:lnTo>
                <a:lnTo>
                  <a:pt x="262407" y="199834"/>
                </a:lnTo>
                <a:lnTo>
                  <a:pt x="265366" y="47244"/>
                </a:lnTo>
                <a:close/>
              </a:path>
              <a:path w="1133475" h="278130">
                <a:moveTo>
                  <a:pt x="378142" y="12192"/>
                </a:moveTo>
                <a:lnTo>
                  <a:pt x="341566" y="1524"/>
                </a:lnTo>
                <a:lnTo>
                  <a:pt x="330415" y="35839"/>
                </a:lnTo>
                <a:lnTo>
                  <a:pt x="317563" y="67868"/>
                </a:lnTo>
                <a:lnTo>
                  <a:pt x="302983" y="97624"/>
                </a:lnTo>
                <a:lnTo>
                  <a:pt x="286702" y="125069"/>
                </a:lnTo>
                <a:lnTo>
                  <a:pt x="289839" y="139611"/>
                </a:lnTo>
                <a:lnTo>
                  <a:pt x="292417" y="153314"/>
                </a:lnTo>
                <a:lnTo>
                  <a:pt x="294411" y="165874"/>
                </a:lnTo>
                <a:lnTo>
                  <a:pt x="295846" y="176974"/>
                </a:lnTo>
                <a:lnTo>
                  <a:pt x="302437" y="167817"/>
                </a:lnTo>
                <a:lnTo>
                  <a:pt x="308610" y="158648"/>
                </a:lnTo>
                <a:lnTo>
                  <a:pt x="314490" y="149466"/>
                </a:lnTo>
                <a:lnTo>
                  <a:pt x="320230" y="140309"/>
                </a:lnTo>
                <a:lnTo>
                  <a:pt x="320230" y="274612"/>
                </a:lnTo>
                <a:lnTo>
                  <a:pt x="358330" y="274612"/>
                </a:lnTo>
                <a:lnTo>
                  <a:pt x="358330" y="140309"/>
                </a:lnTo>
                <a:lnTo>
                  <a:pt x="358330" y="65633"/>
                </a:lnTo>
                <a:lnTo>
                  <a:pt x="363778" y="52743"/>
                </a:lnTo>
                <a:lnTo>
                  <a:pt x="368808" y="39446"/>
                </a:lnTo>
                <a:lnTo>
                  <a:pt x="373608" y="25717"/>
                </a:lnTo>
                <a:lnTo>
                  <a:pt x="378142" y="12192"/>
                </a:lnTo>
                <a:close/>
              </a:path>
              <a:path w="1133475" h="278130">
                <a:moveTo>
                  <a:pt x="564261" y="42672"/>
                </a:moveTo>
                <a:lnTo>
                  <a:pt x="439191" y="42672"/>
                </a:lnTo>
                <a:lnTo>
                  <a:pt x="441718" y="34417"/>
                </a:lnTo>
                <a:lnTo>
                  <a:pt x="444525" y="25717"/>
                </a:lnTo>
                <a:lnTo>
                  <a:pt x="447344" y="16751"/>
                </a:lnTo>
                <a:lnTo>
                  <a:pt x="449859" y="7620"/>
                </a:lnTo>
                <a:lnTo>
                  <a:pt x="413283" y="0"/>
                </a:lnTo>
                <a:lnTo>
                  <a:pt x="403517" y="30022"/>
                </a:lnTo>
                <a:lnTo>
                  <a:pt x="392290" y="58343"/>
                </a:lnTo>
                <a:lnTo>
                  <a:pt x="379349" y="84950"/>
                </a:lnTo>
                <a:lnTo>
                  <a:pt x="364426" y="109829"/>
                </a:lnTo>
                <a:lnTo>
                  <a:pt x="370763" y="119824"/>
                </a:lnTo>
                <a:lnTo>
                  <a:pt x="376237" y="129260"/>
                </a:lnTo>
                <a:lnTo>
                  <a:pt x="381139" y="138112"/>
                </a:lnTo>
                <a:lnTo>
                  <a:pt x="385762" y="146405"/>
                </a:lnTo>
                <a:lnTo>
                  <a:pt x="396011" y="131216"/>
                </a:lnTo>
                <a:lnTo>
                  <a:pt x="406006" y="115163"/>
                </a:lnTo>
                <a:lnTo>
                  <a:pt x="415417" y="97967"/>
                </a:lnTo>
                <a:lnTo>
                  <a:pt x="423951" y="79349"/>
                </a:lnTo>
                <a:lnTo>
                  <a:pt x="433095" y="79349"/>
                </a:lnTo>
                <a:lnTo>
                  <a:pt x="433095" y="274612"/>
                </a:lnTo>
                <a:lnTo>
                  <a:pt x="472719" y="274612"/>
                </a:lnTo>
                <a:lnTo>
                  <a:pt x="472719" y="218122"/>
                </a:lnTo>
                <a:lnTo>
                  <a:pt x="553593" y="218122"/>
                </a:lnTo>
                <a:lnTo>
                  <a:pt x="553593" y="183070"/>
                </a:lnTo>
                <a:lnTo>
                  <a:pt x="472719" y="183070"/>
                </a:lnTo>
                <a:lnTo>
                  <a:pt x="472719" y="147929"/>
                </a:lnTo>
                <a:lnTo>
                  <a:pt x="547497" y="147929"/>
                </a:lnTo>
                <a:lnTo>
                  <a:pt x="547497" y="112877"/>
                </a:lnTo>
                <a:lnTo>
                  <a:pt x="472719" y="112877"/>
                </a:lnTo>
                <a:lnTo>
                  <a:pt x="472719" y="79349"/>
                </a:lnTo>
                <a:lnTo>
                  <a:pt x="564261" y="79349"/>
                </a:lnTo>
                <a:lnTo>
                  <a:pt x="564261" y="42672"/>
                </a:lnTo>
                <a:close/>
              </a:path>
              <a:path w="1133475" h="278130">
                <a:moveTo>
                  <a:pt x="852487" y="102209"/>
                </a:moveTo>
                <a:lnTo>
                  <a:pt x="824166" y="80454"/>
                </a:lnTo>
                <a:lnTo>
                  <a:pt x="798868" y="56248"/>
                </a:lnTo>
                <a:lnTo>
                  <a:pt x="776744" y="29476"/>
                </a:lnTo>
                <a:lnTo>
                  <a:pt x="757910" y="0"/>
                </a:lnTo>
                <a:lnTo>
                  <a:pt x="722858" y="18288"/>
                </a:lnTo>
                <a:lnTo>
                  <a:pt x="737666" y="42887"/>
                </a:lnTo>
                <a:lnTo>
                  <a:pt x="754481" y="66344"/>
                </a:lnTo>
                <a:lnTo>
                  <a:pt x="772998" y="88671"/>
                </a:lnTo>
                <a:lnTo>
                  <a:pt x="792962" y="109829"/>
                </a:lnTo>
                <a:lnTo>
                  <a:pt x="629793" y="109829"/>
                </a:lnTo>
                <a:lnTo>
                  <a:pt x="651510" y="89496"/>
                </a:lnTo>
                <a:lnTo>
                  <a:pt x="670953" y="67297"/>
                </a:lnTo>
                <a:lnTo>
                  <a:pt x="688124" y="43103"/>
                </a:lnTo>
                <a:lnTo>
                  <a:pt x="703046" y="16764"/>
                </a:lnTo>
                <a:lnTo>
                  <a:pt x="666369" y="0"/>
                </a:lnTo>
                <a:lnTo>
                  <a:pt x="648373" y="29743"/>
                </a:lnTo>
                <a:lnTo>
                  <a:pt x="626364" y="57200"/>
                </a:lnTo>
                <a:lnTo>
                  <a:pt x="600367" y="82384"/>
                </a:lnTo>
                <a:lnTo>
                  <a:pt x="570357" y="105257"/>
                </a:lnTo>
                <a:lnTo>
                  <a:pt x="576973" y="112395"/>
                </a:lnTo>
                <a:lnTo>
                  <a:pt x="583311" y="120116"/>
                </a:lnTo>
                <a:lnTo>
                  <a:pt x="596265" y="137261"/>
                </a:lnTo>
                <a:lnTo>
                  <a:pt x="600837" y="134213"/>
                </a:lnTo>
                <a:lnTo>
                  <a:pt x="605409" y="129641"/>
                </a:lnTo>
                <a:lnTo>
                  <a:pt x="609981" y="126593"/>
                </a:lnTo>
                <a:lnTo>
                  <a:pt x="609981" y="149453"/>
                </a:lnTo>
                <a:lnTo>
                  <a:pt x="649605" y="149453"/>
                </a:lnTo>
                <a:lnTo>
                  <a:pt x="640461" y="193738"/>
                </a:lnTo>
                <a:lnTo>
                  <a:pt x="609028" y="224701"/>
                </a:lnTo>
                <a:lnTo>
                  <a:pt x="576453" y="240982"/>
                </a:lnTo>
                <a:lnTo>
                  <a:pt x="582688" y="247548"/>
                </a:lnTo>
                <a:lnTo>
                  <a:pt x="589788" y="255701"/>
                </a:lnTo>
                <a:lnTo>
                  <a:pt x="597458" y="265290"/>
                </a:lnTo>
                <a:lnTo>
                  <a:pt x="605409" y="276136"/>
                </a:lnTo>
                <a:lnTo>
                  <a:pt x="619429" y="269900"/>
                </a:lnTo>
                <a:lnTo>
                  <a:pt x="652653" y="247078"/>
                </a:lnTo>
                <a:lnTo>
                  <a:pt x="681609" y="208978"/>
                </a:lnTo>
                <a:lnTo>
                  <a:pt x="690905" y="167792"/>
                </a:lnTo>
                <a:lnTo>
                  <a:pt x="692378" y="149453"/>
                </a:lnTo>
                <a:lnTo>
                  <a:pt x="760958" y="149453"/>
                </a:lnTo>
                <a:lnTo>
                  <a:pt x="759244" y="197739"/>
                </a:lnTo>
                <a:lnTo>
                  <a:pt x="751814" y="227266"/>
                </a:lnTo>
                <a:lnTo>
                  <a:pt x="735025" y="227228"/>
                </a:lnTo>
                <a:lnTo>
                  <a:pt x="723430" y="226885"/>
                </a:lnTo>
                <a:lnTo>
                  <a:pt x="709256" y="225983"/>
                </a:lnTo>
                <a:lnTo>
                  <a:pt x="692378" y="224218"/>
                </a:lnTo>
                <a:lnTo>
                  <a:pt x="693750" y="234530"/>
                </a:lnTo>
                <a:lnTo>
                  <a:pt x="697090" y="255765"/>
                </a:lnTo>
                <a:lnTo>
                  <a:pt x="698474" y="266992"/>
                </a:lnTo>
                <a:lnTo>
                  <a:pt x="751814" y="266992"/>
                </a:lnTo>
                <a:lnTo>
                  <a:pt x="790486" y="251764"/>
                </a:lnTo>
                <a:lnTo>
                  <a:pt x="801535" y="192405"/>
                </a:lnTo>
                <a:lnTo>
                  <a:pt x="805154" y="120497"/>
                </a:lnTo>
                <a:lnTo>
                  <a:pt x="809739" y="125044"/>
                </a:lnTo>
                <a:lnTo>
                  <a:pt x="814489" y="129451"/>
                </a:lnTo>
                <a:lnTo>
                  <a:pt x="819505" y="133565"/>
                </a:lnTo>
                <a:lnTo>
                  <a:pt x="824966" y="137261"/>
                </a:lnTo>
                <a:lnTo>
                  <a:pt x="839330" y="118021"/>
                </a:lnTo>
                <a:lnTo>
                  <a:pt x="845845" y="109613"/>
                </a:lnTo>
                <a:lnTo>
                  <a:pt x="852487" y="102209"/>
                </a:lnTo>
                <a:close/>
              </a:path>
              <a:path w="1133475" h="278130">
                <a:moveTo>
                  <a:pt x="1125474" y="60960"/>
                </a:moveTo>
                <a:lnTo>
                  <a:pt x="1062888" y="60960"/>
                </a:lnTo>
                <a:lnTo>
                  <a:pt x="1084414" y="44577"/>
                </a:lnTo>
                <a:lnTo>
                  <a:pt x="1095679" y="35674"/>
                </a:lnTo>
                <a:lnTo>
                  <a:pt x="1107084" y="25908"/>
                </a:lnTo>
                <a:lnTo>
                  <a:pt x="1082700" y="3048"/>
                </a:lnTo>
                <a:lnTo>
                  <a:pt x="1069517" y="13322"/>
                </a:lnTo>
                <a:lnTo>
                  <a:pt x="1057173" y="23431"/>
                </a:lnTo>
                <a:lnTo>
                  <a:pt x="1045413" y="33274"/>
                </a:lnTo>
                <a:lnTo>
                  <a:pt x="1033932" y="42672"/>
                </a:lnTo>
                <a:lnTo>
                  <a:pt x="1053744" y="60960"/>
                </a:lnTo>
                <a:lnTo>
                  <a:pt x="1015644" y="60960"/>
                </a:lnTo>
                <a:lnTo>
                  <a:pt x="1015644" y="0"/>
                </a:lnTo>
                <a:lnTo>
                  <a:pt x="977544" y="0"/>
                </a:lnTo>
                <a:lnTo>
                  <a:pt x="977544" y="60960"/>
                </a:lnTo>
                <a:lnTo>
                  <a:pt x="942403" y="60960"/>
                </a:lnTo>
                <a:lnTo>
                  <a:pt x="951280" y="51841"/>
                </a:lnTo>
                <a:lnTo>
                  <a:pt x="957453" y="45148"/>
                </a:lnTo>
                <a:lnTo>
                  <a:pt x="961047" y="41033"/>
                </a:lnTo>
                <a:lnTo>
                  <a:pt x="962215" y="39624"/>
                </a:lnTo>
                <a:lnTo>
                  <a:pt x="949642" y="29629"/>
                </a:lnTo>
                <a:lnTo>
                  <a:pt x="937069" y="20193"/>
                </a:lnTo>
                <a:lnTo>
                  <a:pt x="924496" y="11341"/>
                </a:lnTo>
                <a:lnTo>
                  <a:pt x="911923" y="3048"/>
                </a:lnTo>
                <a:lnTo>
                  <a:pt x="892111" y="25908"/>
                </a:lnTo>
                <a:lnTo>
                  <a:pt x="902398" y="34823"/>
                </a:lnTo>
                <a:lnTo>
                  <a:pt x="922972" y="52057"/>
                </a:lnTo>
                <a:lnTo>
                  <a:pt x="933259" y="60960"/>
                </a:lnTo>
                <a:lnTo>
                  <a:pt x="869251" y="60960"/>
                </a:lnTo>
                <a:lnTo>
                  <a:pt x="869251" y="93065"/>
                </a:lnTo>
                <a:lnTo>
                  <a:pt x="954595" y="93065"/>
                </a:lnTo>
                <a:lnTo>
                  <a:pt x="938301" y="103428"/>
                </a:lnTo>
                <a:lnTo>
                  <a:pt x="919162" y="111925"/>
                </a:lnTo>
                <a:lnTo>
                  <a:pt x="897229" y="118973"/>
                </a:lnTo>
                <a:lnTo>
                  <a:pt x="872299" y="125069"/>
                </a:lnTo>
                <a:lnTo>
                  <a:pt x="877087" y="133946"/>
                </a:lnTo>
                <a:lnTo>
                  <a:pt x="882015" y="142405"/>
                </a:lnTo>
                <a:lnTo>
                  <a:pt x="886739" y="150736"/>
                </a:lnTo>
                <a:lnTo>
                  <a:pt x="890587" y="158597"/>
                </a:lnTo>
                <a:lnTo>
                  <a:pt x="916597" y="149999"/>
                </a:lnTo>
                <a:lnTo>
                  <a:pt x="939749" y="140119"/>
                </a:lnTo>
                <a:lnTo>
                  <a:pt x="960069" y="128803"/>
                </a:lnTo>
                <a:lnTo>
                  <a:pt x="977544" y="115925"/>
                </a:lnTo>
                <a:lnTo>
                  <a:pt x="977544" y="141833"/>
                </a:lnTo>
                <a:lnTo>
                  <a:pt x="1015644" y="141833"/>
                </a:lnTo>
                <a:lnTo>
                  <a:pt x="1015644" y="118973"/>
                </a:lnTo>
                <a:lnTo>
                  <a:pt x="1041933" y="130124"/>
                </a:lnTo>
                <a:lnTo>
                  <a:pt x="1065936" y="140703"/>
                </a:lnTo>
                <a:lnTo>
                  <a:pt x="1087653" y="150736"/>
                </a:lnTo>
                <a:lnTo>
                  <a:pt x="1107084" y="160210"/>
                </a:lnTo>
                <a:lnTo>
                  <a:pt x="1123950" y="128117"/>
                </a:lnTo>
                <a:lnTo>
                  <a:pt x="1099261" y="118973"/>
                </a:lnTo>
                <a:lnTo>
                  <a:pt x="1091082" y="115925"/>
                </a:lnTo>
                <a:lnTo>
                  <a:pt x="1029360" y="93065"/>
                </a:lnTo>
                <a:lnTo>
                  <a:pt x="1125474" y="93065"/>
                </a:lnTo>
                <a:lnTo>
                  <a:pt x="1125474" y="60960"/>
                </a:lnTo>
                <a:close/>
              </a:path>
              <a:path w="1133475" h="278130">
                <a:moveTo>
                  <a:pt x="1133094" y="240982"/>
                </a:moveTo>
                <a:lnTo>
                  <a:pt x="1102131" y="235839"/>
                </a:lnTo>
                <a:lnTo>
                  <a:pt x="1075474" y="227266"/>
                </a:lnTo>
                <a:lnTo>
                  <a:pt x="1052842" y="215265"/>
                </a:lnTo>
                <a:lnTo>
                  <a:pt x="1039545" y="204406"/>
                </a:lnTo>
                <a:lnTo>
                  <a:pt x="1033932" y="199834"/>
                </a:lnTo>
                <a:lnTo>
                  <a:pt x="1130046" y="199834"/>
                </a:lnTo>
                <a:lnTo>
                  <a:pt x="1130046" y="166306"/>
                </a:lnTo>
                <a:lnTo>
                  <a:pt x="1012596" y="166306"/>
                </a:lnTo>
                <a:lnTo>
                  <a:pt x="1014120" y="160210"/>
                </a:lnTo>
                <a:lnTo>
                  <a:pt x="1014120" y="155549"/>
                </a:lnTo>
                <a:lnTo>
                  <a:pt x="1015644" y="149453"/>
                </a:lnTo>
                <a:lnTo>
                  <a:pt x="977544" y="149453"/>
                </a:lnTo>
                <a:lnTo>
                  <a:pt x="975931" y="155549"/>
                </a:lnTo>
                <a:lnTo>
                  <a:pt x="975931" y="166306"/>
                </a:lnTo>
                <a:lnTo>
                  <a:pt x="864679" y="166306"/>
                </a:lnTo>
                <a:lnTo>
                  <a:pt x="864679" y="199834"/>
                </a:lnTo>
                <a:lnTo>
                  <a:pt x="962215" y="199834"/>
                </a:lnTo>
                <a:lnTo>
                  <a:pt x="946492" y="214439"/>
                </a:lnTo>
                <a:lnTo>
                  <a:pt x="924496" y="226314"/>
                </a:lnTo>
                <a:lnTo>
                  <a:pt x="896200" y="235635"/>
                </a:lnTo>
                <a:lnTo>
                  <a:pt x="861631" y="242506"/>
                </a:lnTo>
                <a:lnTo>
                  <a:pt x="866482" y="249047"/>
                </a:lnTo>
                <a:lnTo>
                  <a:pt x="871918" y="257035"/>
                </a:lnTo>
                <a:lnTo>
                  <a:pt x="884491" y="276136"/>
                </a:lnTo>
                <a:lnTo>
                  <a:pt x="927633" y="263004"/>
                </a:lnTo>
                <a:lnTo>
                  <a:pt x="960932" y="246557"/>
                </a:lnTo>
                <a:lnTo>
                  <a:pt x="984224" y="226974"/>
                </a:lnTo>
                <a:lnTo>
                  <a:pt x="997356" y="204406"/>
                </a:lnTo>
                <a:lnTo>
                  <a:pt x="1017930" y="230428"/>
                </a:lnTo>
                <a:lnTo>
                  <a:pt x="1043076" y="251320"/>
                </a:lnTo>
                <a:lnTo>
                  <a:pt x="1072794" y="267068"/>
                </a:lnTo>
                <a:lnTo>
                  <a:pt x="1107084" y="277660"/>
                </a:lnTo>
                <a:lnTo>
                  <a:pt x="1111999" y="270230"/>
                </a:lnTo>
                <a:lnTo>
                  <a:pt x="1117765" y="261645"/>
                </a:lnTo>
                <a:lnTo>
                  <a:pt x="1124699" y="251904"/>
                </a:lnTo>
                <a:lnTo>
                  <a:pt x="1133094" y="240982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10060" y="942689"/>
            <a:ext cx="50800" cy="160655"/>
          </a:xfrm>
          <a:custGeom>
            <a:avLst/>
            <a:gdLst/>
            <a:ahLst/>
            <a:cxnLst/>
            <a:rect l="l" t="t" r="r" b="b"/>
            <a:pathLst>
              <a:path w="50800" h="160655">
                <a:moveTo>
                  <a:pt x="32004" y="45720"/>
                </a:moveTo>
                <a:lnTo>
                  <a:pt x="18288" y="45720"/>
                </a:lnTo>
                <a:lnTo>
                  <a:pt x="12192" y="44196"/>
                </a:lnTo>
                <a:lnTo>
                  <a:pt x="6096" y="39624"/>
                </a:lnTo>
                <a:lnTo>
                  <a:pt x="1524" y="35052"/>
                </a:lnTo>
                <a:lnTo>
                  <a:pt x="0" y="28956"/>
                </a:lnTo>
                <a:lnTo>
                  <a:pt x="0" y="16764"/>
                </a:lnTo>
                <a:lnTo>
                  <a:pt x="1524" y="10668"/>
                </a:lnTo>
                <a:lnTo>
                  <a:pt x="6096" y="6096"/>
                </a:lnTo>
                <a:lnTo>
                  <a:pt x="12192" y="1524"/>
                </a:lnTo>
                <a:lnTo>
                  <a:pt x="18288" y="0"/>
                </a:lnTo>
                <a:lnTo>
                  <a:pt x="32004" y="0"/>
                </a:lnTo>
                <a:lnTo>
                  <a:pt x="38100" y="1524"/>
                </a:lnTo>
                <a:lnTo>
                  <a:pt x="47244" y="10668"/>
                </a:lnTo>
                <a:lnTo>
                  <a:pt x="50292" y="16764"/>
                </a:lnTo>
                <a:lnTo>
                  <a:pt x="50292" y="28956"/>
                </a:lnTo>
                <a:lnTo>
                  <a:pt x="47244" y="35052"/>
                </a:lnTo>
                <a:lnTo>
                  <a:pt x="38100" y="44196"/>
                </a:lnTo>
                <a:lnTo>
                  <a:pt x="32004" y="45720"/>
                </a:lnTo>
                <a:close/>
              </a:path>
              <a:path w="50800" h="160655">
                <a:moveTo>
                  <a:pt x="32004" y="160115"/>
                </a:moveTo>
                <a:lnTo>
                  <a:pt x="18288" y="160115"/>
                </a:lnTo>
                <a:lnTo>
                  <a:pt x="12192" y="158591"/>
                </a:lnTo>
                <a:lnTo>
                  <a:pt x="6096" y="154019"/>
                </a:lnTo>
                <a:lnTo>
                  <a:pt x="1524" y="149447"/>
                </a:lnTo>
                <a:lnTo>
                  <a:pt x="0" y="143351"/>
                </a:lnTo>
                <a:lnTo>
                  <a:pt x="0" y="131159"/>
                </a:lnTo>
                <a:lnTo>
                  <a:pt x="1524" y="125063"/>
                </a:lnTo>
                <a:lnTo>
                  <a:pt x="6096" y="120491"/>
                </a:lnTo>
                <a:lnTo>
                  <a:pt x="12192" y="115919"/>
                </a:lnTo>
                <a:lnTo>
                  <a:pt x="18288" y="114395"/>
                </a:lnTo>
                <a:lnTo>
                  <a:pt x="32004" y="114395"/>
                </a:lnTo>
                <a:lnTo>
                  <a:pt x="38100" y="115919"/>
                </a:lnTo>
                <a:lnTo>
                  <a:pt x="47244" y="125063"/>
                </a:lnTo>
                <a:lnTo>
                  <a:pt x="50292" y="131159"/>
                </a:lnTo>
                <a:lnTo>
                  <a:pt x="50292" y="143351"/>
                </a:lnTo>
                <a:lnTo>
                  <a:pt x="47244" y="149447"/>
                </a:lnTo>
                <a:lnTo>
                  <a:pt x="38100" y="158591"/>
                </a:lnTo>
                <a:lnTo>
                  <a:pt x="32004" y="160115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54085" y="861821"/>
            <a:ext cx="849630" cy="274955"/>
          </a:xfrm>
          <a:custGeom>
            <a:avLst/>
            <a:gdLst/>
            <a:ahLst/>
            <a:cxnLst/>
            <a:rect l="l" t="t" r="r" b="b"/>
            <a:pathLst>
              <a:path w="849630" h="274955">
                <a:moveTo>
                  <a:pt x="85344" y="230314"/>
                </a:moveTo>
                <a:lnTo>
                  <a:pt x="51816" y="230314"/>
                </a:lnTo>
                <a:lnTo>
                  <a:pt x="51816" y="274612"/>
                </a:lnTo>
                <a:lnTo>
                  <a:pt x="85344" y="274612"/>
                </a:lnTo>
                <a:lnTo>
                  <a:pt x="85344" y="230314"/>
                </a:lnTo>
                <a:close/>
              </a:path>
              <a:path w="849630" h="274955">
                <a:moveTo>
                  <a:pt x="112776" y="33528"/>
                </a:moveTo>
                <a:lnTo>
                  <a:pt x="60960" y="33528"/>
                </a:lnTo>
                <a:lnTo>
                  <a:pt x="67056" y="1524"/>
                </a:lnTo>
                <a:lnTo>
                  <a:pt x="32004" y="0"/>
                </a:lnTo>
                <a:lnTo>
                  <a:pt x="25908" y="33528"/>
                </a:lnTo>
                <a:lnTo>
                  <a:pt x="0" y="33528"/>
                </a:lnTo>
                <a:lnTo>
                  <a:pt x="0" y="67157"/>
                </a:lnTo>
                <a:lnTo>
                  <a:pt x="18288" y="67157"/>
                </a:lnTo>
                <a:lnTo>
                  <a:pt x="13957" y="86321"/>
                </a:lnTo>
                <a:lnTo>
                  <a:pt x="9906" y="102781"/>
                </a:lnTo>
                <a:lnTo>
                  <a:pt x="5854" y="116662"/>
                </a:lnTo>
                <a:lnTo>
                  <a:pt x="1524" y="128117"/>
                </a:lnTo>
                <a:lnTo>
                  <a:pt x="1524" y="166306"/>
                </a:lnTo>
                <a:lnTo>
                  <a:pt x="51816" y="166306"/>
                </a:lnTo>
                <a:lnTo>
                  <a:pt x="51816" y="192214"/>
                </a:lnTo>
                <a:lnTo>
                  <a:pt x="0" y="195262"/>
                </a:lnTo>
                <a:lnTo>
                  <a:pt x="127" y="198056"/>
                </a:lnTo>
                <a:lnTo>
                  <a:pt x="1320" y="225742"/>
                </a:lnTo>
                <a:lnTo>
                  <a:pt x="51816" y="225742"/>
                </a:lnTo>
                <a:lnTo>
                  <a:pt x="85344" y="225742"/>
                </a:lnTo>
                <a:lnTo>
                  <a:pt x="85344" y="224218"/>
                </a:lnTo>
                <a:lnTo>
                  <a:pt x="111252" y="222694"/>
                </a:lnTo>
                <a:lnTo>
                  <a:pt x="111277" y="214680"/>
                </a:lnTo>
                <a:lnTo>
                  <a:pt x="111442" y="206502"/>
                </a:lnTo>
                <a:lnTo>
                  <a:pt x="111899" y="198056"/>
                </a:lnTo>
                <a:lnTo>
                  <a:pt x="112623" y="190690"/>
                </a:lnTo>
                <a:lnTo>
                  <a:pt x="112776" y="189166"/>
                </a:lnTo>
                <a:lnTo>
                  <a:pt x="85344" y="190690"/>
                </a:lnTo>
                <a:lnTo>
                  <a:pt x="85344" y="166306"/>
                </a:lnTo>
                <a:lnTo>
                  <a:pt x="109728" y="166306"/>
                </a:lnTo>
                <a:lnTo>
                  <a:pt x="109728" y="134213"/>
                </a:lnTo>
                <a:lnTo>
                  <a:pt x="85344" y="134213"/>
                </a:lnTo>
                <a:lnTo>
                  <a:pt x="85344" y="82397"/>
                </a:lnTo>
                <a:lnTo>
                  <a:pt x="51816" y="82397"/>
                </a:lnTo>
                <a:lnTo>
                  <a:pt x="51816" y="134213"/>
                </a:lnTo>
                <a:lnTo>
                  <a:pt x="35052" y="134213"/>
                </a:lnTo>
                <a:lnTo>
                  <a:pt x="39598" y="118808"/>
                </a:lnTo>
                <a:lnTo>
                  <a:pt x="44005" y="102400"/>
                </a:lnTo>
                <a:lnTo>
                  <a:pt x="48120" y="85140"/>
                </a:lnTo>
                <a:lnTo>
                  <a:pt x="51816" y="67157"/>
                </a:lnTo>
                <a:lnTo>
                  <a:pt x="112776" y="67157"/>
                </a:lnTo>
                <a:lnTo>
                  <a:pt x="112776" y="33528"/>
                </a:lnTo>
                <a:close/>
              </a:path>
              <a:path w="849630" h="274955">
                <a:moveTo>
                  <a:pt x="277558" y="233362"/>
                </a:moveTo>
                <a:lnTo>
                  <a:pt x="210400" y="233362"/>
                </a:lnTo>
                <a:lnTo>
                  <a:pt x="210400" y="183070"/>
                </a:lnTo>
                <a:lnTo>
                  <a:pt x="263740" y="183070"/>
                </a:lnTo>
                <a:lnTo>
                  <a:pt x="263740" y="149453"/>
                </a:lnTo>
                <a:lnTo>
                  <a:pt x="118872" y="149453"/>
                </a:lnTo>
                <a:lnTo>
                  <a:pt x="118872" y="183070"/>
                </a:lnTo>
                <a:lnTo>
                  <a:pt x="172300" y="183070"/>
                </a:lnTo>
                <a:lnTo>
                  <a:pt x="172300" y="233362"/>
                </a:lnTo>
                <a:lnTo>
                  <a:pt x="106680" y="233362"/>
                </a:lnTo>
                <a:lnTo>
                  <a:pt x="106680" y="266992"/>
                </a:lnTo>
                <a:lnTo>
                  <a:pt x="277558" y="266992"/>
                </a:lnTo>
                <a:lnTo>
                  <a:pt x="277558" y="233362"/>
                </a:lnTo>
                <a:close/>
              </a:path>
              <a:path w="849630" h="274955">
                <a:moveTo>
                  <a:pt x="279082" y="112877"/>
                </a:moveTo>
                <a:lnTo>
                  <a:pt x="264909" y="105257"/>
                </a:lnTo>
                <a:lnTo>
                  <a:pt x="222592" y="82397"/>
                </a:lnTo>
                <a:lnTo>
                  <a:pt x="231457" y="72974"/>
                </a:lnTo>
                <a:lnTo>
                  <a:pt x="239737" y="63106"/>
                </a:lnTo>
                <a:lnTo>
                  <a:pt x="247459" y="52959"/>
                </a:lnTo>
                <a:lnTo>
                  <a:pt x="254596" y="42672"/>
                </a:lnTo>
                <a:lnTo>
                  <a:pt x="254596" y="12192"/>
                </a:lnTo>
                <a:lnTo>
                  <a:pt x="118872" y="12192"/>
                </a:lnTo>
                <a:lnTo>
                  <a:pt x="118872" y="45720"/>
                </a:lnTo>
                <a:lnTo>
                  <a:pt x="208876" y="45720"/>
                </a:lnTo>
                <a:lnTo>
                  <a:pt x="188353" y="65239"/>
                </a:lnTo>
                <a:lnTo>
                  <a:pt x="163537" y="82575"/>
                </a:lnTo>
                <a:lnTo>
                  <a:pt x="134696" y="97904"/>
                </a:lnTo>
                <a:lnTo>
                  <a:pt x="102108" y="111353"/>
                </a:lnTo>
                <a:lnTo>
                  <a:pt x="107797" y="119595"/>
                </a:lnTo>
                <a:lnTo>
                  <a:pt x="113360" y="128117"/>
                </a:lnTo>
                <a:lnTo>
                  <a:pt x="118656" y="136639"/>
                </a:lnTo>
                <a:lnTo>
                  <a:pt x="123532" y="144881"/>
                </a:lnTo>
                <a:lnTo>
                  <a:pt x="143281" y="136334"/>
                </a:lnTo>
                <a:lnTo>
                  <a:pt x="161442" y="126784"/>
                </a:lnTo>
                <a:lnTo>
                  <a:pt x="178193" y="116382"/>
                </a:lnTo>
                <a:lnTo>
                  <a:pt x="193636" y="105257"/>
                </a:lnTo>
                <a:lnTo>
                  <a:pt x="209626" y="114668"/>
                </a:lnTo>
                <a:lnTo>
                  <a:pt x="225450" y="124498"/>
                </a:lnTo>
                <a:lnTo>
                  <a:pt x="241007" y="134620"/>
                </a:lnTo>
                <a:lnTo>
                  <a:pt x="256120" y="144881"/>
                </a:lnTo>
                <a:lnTo>
                  <a:pt x="279082" y="112877"/>
                </a:lnTo>
                <a:close/>
              </a:path>
              <a:path w="849630" h="274955">
                <a:moveTo>
                  <a:pt x="535216" y="9144"/>
                </a:moveTo>
                <a:lnTo>
                  <a:pt x="314134" y="9144"/>
                </a:lnTo>
                <a:lnTo>
                  <a:pt x="314134" y="29464"/>
                </a:lnTo>
                <a:lnTo>
                  <a:pt x="314134" y="38354"/>
                </a:lnTo>
                <a:lnTo>
                  <a:pt x="314134" y="54864"/>
                </a:lnTo>
                <a:lnTo>
                  <a:pt x="314134" y="65024"/>
                </a:lnTo>
                <a:lnTo>
                  <a:pt x="314134" y="85344"/>
                </a:lnTo>
                <a:lnTo>
                  <a:pt x="535216" y="85344"/>
                </a:lnTo>
                <a:lnTo>
                  <a:pt x="535216" y="65633"/>
                </a:lnTo>
                <a:lnTo>
                  <a:pt x="535216" y="65024"/>
                </a:lnTo>
                <a:lnTo>
                  <a:pt x="535216" y="54864"/>
                </a:lnTo>
                <a:lnTo>
                  <a:pt x="535216" y="38354"/>
                </a:lnTo>
                <a:lnTo>
                  <a:pt x="497116" y="38354"/>
                </a:lnTo>
                <a:lnTo>
                  <a:pt x="497116" y="54864"/>
                </a:lnTo>
                <a:lnTo>
                  <a:pt x="497116" y="65024"/>
                </a:lnTo>
                <a:lnTo>
                  <a:pt x="352234" y="65024"/>
                </a:lnTo>
                <a:lnTo>
                  <a:pt x="352234" y="54864"/>
                </a:lnTo>
                <a:lnTo>
                  <a:pt x="497116" y="54864"/>
                </a:lnTo>
                <a:lnTo>
                  <a:pt x="497116" y="38354"/>
                </a:lnTo>
                <a:lnTo>
                  <a:pt x="352234" y="38354"/>
                </a:lnTo>
                <a:lnTo>
                  <a:pt x="352234" y="29464"/>
                </a:lnTo>
                <a:lnTo>
                  <a:pt x="497116" y="29464"/>
                </a:lnTo>
                <a:lnTo>
                  <a:pt x="497116" y="38100"/>
                </a:lnTo>
                <a:lnTo>
                  <a:pt x="535216" y="38100"/>
                </a:lnTo>
                <a:lnTo>
                  <a:pt x="535216" y="29464"/>
                </a:lnTo>
                <a:lnTo>
                  <a:pt x="535216" y="28956"/>
                </a:lnTo>
                <a:lnTo>
                  <a:pt x="535216" y="9144"/>
                </a:lnTo>
                <a:close/>
              </a:path>
              <a:path w="849630" h="274955">
                <a:moveTo>
                  <a:pt x="562737" y="245554"/>
                </a:moveTo>
                <a:lnTo>
                  <a:pt x="442252" y="245554"/>
                </a:lnTo>
                <a:lnTo>
                  <a:pt x="442252" y="234886"/>
                </a:lnTo>
                <a:lnTo>
                  <a:pt x="545884" y="234886"/>
                </a:lnTo>
                <a:lnTo>
                  <a:pt x="545884" y="215074"/>
                </a:lnTo>
                <a:lnTo>
                  <a:pt x="442252" y="215074"/>
                </a:lnTo>
                <a:lnTo>
                  <a:pt x="442252" y="205994"/>
                </a:lnTo>
                <a:lnTo>
                  <a:pt x="535216" y="205994"/>
                </a:lnTo>
                <a:lnTo>
                  <a:pt x="535216" y="186118"/>
                </a:lnTo>
                <a:lnTo>
                  <a:pt x="535216" y="123444"/>
                </a:lnTo>
                <a:lnTo>
                  <a:pt x="500164" y="123444"/>
                </a:lnTo>
                <a:lnTo>
                  <a:pt x="500164" y="143764"/>
                </a:lnTo>
                <a:lnTo>
                  <a:pt x="500164" y="155194"/>
                </a:lnTo>
                <a:lnTo>
                  <a:pt x="500164" y="174244"/>
                </a:lnTo>
                <a:lnTo>
                  <a:pt x="500164" y="185674"/>
                </a:lnTo>
                <a:lnTo>
                  <a:pt x="442252" y="185674"/>
                </a:lnTo>
                <a:lnTo>
                  <a:pt x="442252" y="174244"/>
                </a:lnTo>
                <a:lnTo>
                  <a:pt x="500164" y="174244"/>
                </a:lnTo>
                <a:lnTo>
                  <a:pt x="500164" y="155194"/>
                </a:lnTo>
                <a:lnTo>
                  <a:pt x="442252" y="155194"/>
                </a:lnTo>
                <a:lnTo>
                  <a:pt x="442252" y="143764"/>
                </a:lnTo>
                <a:lnTo>
                  <a:pt x="500164" y="143764"/>
                </a:lnTo>
                <a:lnTo>
                  <a:pt x="500164" y="123444"/>
                </a:lnTo>
                <a:lnTo>
                  <a:pt x="405574" y="123444"/>
                </a:lnTo>
                <a:lnTo>
                  <a:pt x="405574" y="143764"/>
                </a:lnTo>
                <a:lnTo>
                  <a:pt x="405574" y="155194"/>
                </a:lnTo>
                <a:lnTo>
                  <a:pt x="405574" y="174244"/>
                </a:lnTo>
                <a:lnTo>
                  <a:pt x="405574" y="185674"/>
                </a:lnTo>
                <a:lnTo>
                  <a:pt x="349186" y="185674"/>
                </a:lnTo>
                <a:lnTo>
                  <a:pt x="349186" y="174244"/>
                </a:lnTo>
                <a:lnTo>
                  <a:pt x="405574" y="174244"/>
                </a:lnTo>
                <a:lnTo>
                  <a:pt x="405574" y="155194"/>
                </a:lnTo>
                <a:lnTo>
                  <a:pt x="349186" y="155194"/>
                </a:lnTo>
                <a:lnTo>
                  <a:pt x="349186" y="143764"/>
                </a:lnTo>
                <a:lnTo>
                  <a:pt x="405574" y="143764"/>
                </a:lnTo>
                <a:lnTo>
                  <a:pt x="405574" y="123444"/>
                </a:lnTo>
                <a:lnTo>
                  <a:pt x="312610" y="123444"/>
                </a:lnTo>
                <a:lnTo>
                  <a:pt x="312610" y="143764"/>
                </a:lnTo>
                <a:lnTo>
                  <a:pt x="312610" y="155194"/>
                </a:lnTo>
                <a:lnTo>
                  <a:pt x="312610" y="174244"/>
                </a:lnTo>
                <a:lnTo>
                  <a:pt x="312610" y="185674"/>
                </a:lnTo>
                <a:lnTo>
                  <a:pt x="312610" y="205994"/>
                </a:lnTo>
                <a:lnTo>
                  <a:pt x="405574" y="205994"/>
                </a:lnTo>
                <a:lnTo>
                  <a:pt x="405574" y="215074"/>
                </a:lnTo>
                <a:lnTo>
                  <a:pt x="303466" y="215074"/>
                </a:lnTo>
                <a:lnTo>
                  <a:pt x="303466" y="234886"/>
                </a:lnTo>
                <a:lnTo>
                  <a:pt x="405574" y="234886"/>
                </a:lnTo>
                <a:lnTo>
                  <a:pt x="405574" y="245554"/>
                </a:lnTo>
                <a:lnTo>
                  <a:pt x="286702" y="245554"/>
                </a:lnTo>
                <a:lnTo>
                  <a:pt x="286702" y="266992"/>
                </a:lnTo>
                <a:lnTo>
                  <a:pt x="562737" y="266992"/>
                </a:lnTo>
                <a:lnTo>
                  <a:pt x="562737" y="245554"/>
                </a:lnTo>
                <a:close/>
              </a:path>
              <a:path w="849630" h="274955">
                <a:moveTo>
                  <a:pt x="562737" y="94589"/>
                </a:moveTo>
                <a:lnTo>
                  <a:pt x="288226" y="94589"/>
                </a:lnTo>
                <a:lnTo>
                  <a:pt x="288226" y="114401"/>
                </a:lnTo>
                <a:lnTo>
                  <a:pt x="562737" y="114401"/>
                </a:lnTo>
                <a:lnTo>
                  <a:pt x="562737" y="94589"/>
                </a:lnTo>
                <a:close/>
              </a:path>
              <a:path w="849630" h="274955">
                <a:moveTo>
                  <a:pt x="678561" y="13716"/>
                </a:moveTo>
                <a:lnTo>
                  <a:pt x="640461" y="0"/>
                </a:lnTo>
                <a:lnTo>
                  <a:pt x="626745" y="34340"/>
                </a:lnTo>
                <a:lnTo>
                  <a:pt x="610743" y="66535"/>
                </a:lnTo>
                <a:lnTo>
                  <a:pt x="592455" y="96735"/>
                </a:lnTo>
                <a:lnTo>
                  <a:pt x="571881" y="125069"/>
                </a:lnTo>
                <a:lnTo>
                  <a:pt x="576681" y="149275"/>
                </a:lnTo>
                <a:lnTo>
                  <a:pt x="579386" y="161975"/>
                </a:lnTo>
                <a:lnTo>
                  <a:pt x="582549" y="175450"/>
                </a:lnTo>
                <a:lnTo>
                  <a:pt x="589407" y="166509"/>
                </a:lnTo>
                <a:lnTo>
                  <a:pt x="596265" y="157695"/>
                </a:lnTo>
                <a:lnTo>
                  <a:pt x="603123" y="148590"/>
                </a:lnTo>
                <a:lnTo>
                  <a:pt x="609981" y="138785"/>
                </a:lnTo>
                <a:lnTo>
                  <a:pt x="609981" y="273088"/>
                </a:lnTo>
                <a:lnTo>
                  <a:pt x="649605" y="273088"/>
                </a:lnTo>
                <a:lnTo>
                  <a:pt x="649605" y="138785"/>
                </a:lnTo>
                <a:lnTo>
                  <a:pt x="649605" y="74777"/>
                </a:lnTo>
                <a:lnTo>
                  <a:pt x="657339" y="59842"/>
                </a:lnTo>
                <a:lnTo>
                  <a:pt x="664654" y="44780"/>
                </a:lnTo>
                <a:lnTo>
                  <a:pt x="671677" y="29464"/>
                </a:lnTo>
                <a:lnTo>
                  <a:pt x="678561" y="13716"/>
                </a:lnTo>
                <a:close/>
              </a:path>
              <a:path w="849630" h="274955">
                <a:moveTo>
                  <a:pt x="849439" y="178498"/>
                </a:moveTo>
                <a:lnTo>
                  <a:pt x="839076" y="175958"/>
                </a:lnTo>
                <a:lnTo>
                  <a:pt x="828586" y="172974"/>
                </a:lnTo>
                <a:lnTo>
                  <a:pt x="806678" y="166306"/>
                </a:lnTo>
                <a:lnTo>
                  <a:pt x="806653" y="166509"/>
                </a:lnTo>
                <a:lnTo>
                  <a:pt x="801319" y="214312"/>
                </a:lnTo>
                <a:lnTo>
                  <a:pt x="789914" y="230314"/>
                </a:lnTo>
                <a:lnTo>
                  <a:pt x="768578" y="230314"/>
                </a:lnTo>
                <a:lnTo>
                  <a:pt x="760577" y="229133"/>
                </a:lnTo>
                <a:lnTo>
                  <a:pt x="754862" y="225361"/>
                </a:lnTo>
                <a:lnTo>
                  <a:pt x="751433" y="218744"/>
                </a:lnTo>
                <a:lnTo>
                  <a:pt x="750290" y="208978"/>
                </a:lnTo>
                <a:lnTo>
                  <a:pt x="750290" y="181546"/>
                </a:lnTo>
                <a:lnTo>
                  <a:pt x="750290" y="152501"/>
                </a:lnTo>
                <a:lnTo>
                  <a:pt x="801725" y="110210"/>
                </a:lnTo>
                <a:lnTo>
                  <a:pt x="846391" y="65633"/>
                </a:lnTo>
                <a:lnTo>
                  <a:pt x="811250" y="38100"/>
                </a:lnTo>
                <a:lnTo>
                  <a:pt x="797001" y="54724"/>
                </a:lnTo>
                <a:lnTo>
                  <a:pt x="781913" y="70345"/>
                </a:lnTo>
                <a:lnTo>
                  <a:pt x="766241" y="85115"/>
                </a:lnTo>
                <a:lnTo>
                  <a:pt x="750290" y="99161"/>
                </a:lnTo>
                <a:lnTo>
                  <a:pt x="750290" y="1524"/>
                </a:lnTo>
                <a:lnTo>
                  <a:pt x="709142" y="1524"/>
                </a:lnTo>
                <a:lnTo>
                  <a:pt x="709142" y="131165"/>
                </a:lnTo>
                <a:lnTo>
                  <a:pt x="695109" y="140284"/>
                </a:lnTo>
                <a:lnTo>
                  <a:pt x="680669" y="149275"/>
                </a:lnTo>
                <a:lnTo>
                  <a:pt x="665962" y="158000"/>
                </a:lnTo>
                <a:lnTo>
                  <a:pt x="651129" y="166306"/>
                </a:lnTo>
                <a:lnTo>
                  <a:pt x="658583" y="177165"/>
                </a:lnTo>
                <a:lnTo>
                  <a:pt x="665035" y="186880"/>
                </a:lnTo>
                <a:lnTo>
                  <a:pt x="675513" y="202882"/>
                </a:lnTo>
                <a:lnTo>
                  <a:pt x="684403" y="198056"/>
                </a:lnTo>
                <a:lnTo>
                  <a:pt x="692861" y="192786"/>
                </a:lnTo>
                <a:lnTo>
                  <a:pt x="701052" y="187248"/>
                </a:lnTo>
                <a:lnTo>
                  <a:pt x="709142" y="181546"/>
                </a:lnTo>
                <a:lnTo>
                  <a:pt x="709142" y="221170"/>
                </a:lnTo>
                <a:lnTo>
                  <a:pt x="712279" y="242316"/>
                </a:lnTo>
                <a:lnTo>
                  <a:pt x="721715" y="257606"/>
                </a:lnTo>
                <a:lnTo>
                  <a:pt x="737425" y="266903"/>
                </a:lnTo>
                <a:lnTo>
                  <a:pt x="759434" y="270040"/>
                </a:lnTo>
                <a:lnTo>
                  <a:pt x="783818" y="270040"/>
                </a:lnTo>
                <a:lnTo>
                  <a:pt x="821918" y="260896"/>
                </a:lnTo>
                <a:lnTo>
                  <a:pt x="841057" y="230314"/>
                </a:lnTo>
                <a:lnTo>
                  <a:pt x="841756" y="225361"/>
                </a:lnTo>
                <a:lnTo>
                  <a:pt x="843673" y="213169"/>
                </a:lnTo>
                <a:lnTo>
                  <a:pt x="846277" y="197408"/>
                </a:lnTo>
                <a:lnTo>
                  <a:pt x="849439" y="178498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07162" y="878586"/>
            <a:ext cx="1089025" cy="224790"/>
            <a:chOff x="3207162" y="878586"/>
            <a:chExt cx="1089025" cy="2247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7162" y="878586"/>
              <a:ext cx="330993" cy="22421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564635" y="1001268"/>
              <a:ext cx="83820" cy="32384"/>
            </a:xfrm>
            <a:custGeom>
              <a:avLst/>
              <a:gdLst/>
              <a:ahLst/>
              <a:cxnLst/>
              <a:rect l="l" t="t" r="r" b="b"/>
              <a:pathLst>
                <a:path w="83820" h="32384">
                  <a:moveTo>
                    <a:pt x="83820" y="32003"/>
                  </a:moveTo>
                  <a:lnTo>
                    <a:pt x="0" y="32003"/>
                  </a:lnTo>
                  <a:lnTo>
                    <a:pt x="0" y="0"/>
                  </a:lnTo>
                  <a:lnTo>
                    <a:pt x="83820" y="0"/>
                  </a:lnTo>
                  <a:lnTo>
                    <a:pt x="83820" y="32003"/>
                  </a:lnTo>
                  <a:close/>
                </a:path>
              </a:pathLst>
            </a:custGeom>
            <a:solidFill>
              <a:srgbClr val="1118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8459" y="878586"/>
              <a:ext cx="189071" cy="2242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98010" y="878586"/>
              <a:ext cx="167735" cy="2242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03846" y="883158"/>
              <a:ext cx="192214" cy="21659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12" name="object 12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9751022" y="938123"/>
            <a:ext cx="132715" cy="105410"/>
          </a:xfrm>
          <a:custGeom>
            <a:avLst/>
            <a:gdLst/>
            <a:ahLst/>
            <a:cxnLst/>
            <a:rect l="l" t="t" r="r" b="b"/>
            <a:pathLst>
              <a:path w="132715" h="105409">
                <a:moveTo>
                  <a:pt x="36576" y="0"/>
                </a:moveTo>
                <a:lnTo>
                  <a:pt x="30480" y="0"/>
                </a:lnTo>
                <a:lnTo>
                  <a:pt x="27432" y="3048"/>
                </a:lnTo>
                <a:lnTo>
                  <a:pt x="22860" y="6096"/>
                </a:lnTo>
                <a:lnTo>
                  <a:pt x="16764" y="9144"/>
                </a:lnTo>
                <a:lnTo>
                  <a:pt x="10668" y="13716"/>
                </a:lnTo>
                <a:lnTo>
                  <a:pt x="4572" y="15240"/>
                </a:lnTo>
                <a:lnTo>
                  <a:pt x="0" y="16764"/>
                </a:lnTo>
                <a:lnTo>
                  <a:pt x="0" y="28956"/>
                </a:lnTo>
                <a:lnTo>
                  <a:pt x="4572" y="28956"/>
                </a:lnTo>
                <a:lnTo>
                  <a:pt x="13716" y="24384"/>
                </a:lnTo>
                <a:lnTo>
                  <a:pt x="18288" y="21336"/>
                </a:lnTo>
                <a:lnTo>
                  <a:pt x="21336" y="19812"/>
                </a:lnTo>
                <a:lnTo>
                  <a:pt x="22860" y="18288"/>
                </a:lnTo>
                <a:lnTo>
                  <a:pt x="22860" y="103720"/>
                </a:lnTo>
                <a:lnTo>
                  <a:pt x="36576" y="103720"/>
                </a:lnTo>
                <a:lnTo>
                  <a:pt x="36576" y="0"/>
                </a:lnTo>
                <a:close/>
              </a:path>
              <a:path w="132715" h="105409">
                <a:moveTo>
                  <a:pt x="132689" y="68580"/>
                </a:moveTo>
                <a:lnTo>
                  <a:pt x="131165" y="64008"/>
                </a:lnTo>
                <a:lnTo>
                  <a:pt x="122021" y="54864"/>
                </a:lnTo>
                <a:lnTo>
                  <a:pt x="115824" y="51816"/>
                </a:lnTo>
                <a:lnTo>
                  <a:pt x="108204" y="51816"/>
                </a:lnTo>
                <a:lnTo>
                  <a:pt x="108204" y="50292"/>
                </a:lnTo>
                <a:lnTo>
                  <a:pt x="117373" y="46913"/>
                </a:lnTo>
                <a:lnTo>
                  <a:pt x="124104" y="41529"/>
                </a:lnTo>
                <a:lnTo>
                  <a:pt x="128231" y="34429"/>
                </a:lnTo>
                <a:lnTo>
                  <a:pt x="129641" y="25908"/>
                </a:lnTo>
                <a:lnTo>
                  <a:pt x="129641" y="18288"/>
                </a:lnTo>
                <a:lnTo>
                  <a:pt x="126593" y="12192"/>
                </a:lnTo>
                <a:lnTo>
                  <a:pt x="122021" y="7620"/>
                </a:lnTo>
                <a:lnTo>
                  <a:pt x="115824" y="3048"/>
                </a:lnTo>
                <a:lnTo>
                  <a:pt x="109728" y="1524"/>
                </a:lnTo>
                <a:lnTo>
                  <a:pt x="91440" y="1524"/>
                </a:lnTo>
                <a:lnTo>
                  <a:pt x="83820" y="3048"/>
                </a:lnTo>
                <a:lnTo>
                  <a:pt x="77724" y="7620"/>
                </a:lnTo>
                <a:lnTo>
                  <a:pt x="77724" y="18288"/>
                </a:lnTo>
                <a:lnTo>
                  <a:pt x="83820" y="13716"/>
                </a:lnTo>
                <a:lnTo>
                  <a:pt x="89916" y="12192"/>
                </a:lnTo>
                <a:lnTo>
                  <a:pt x="109728" y="12192"/>
                </a:lnTo>
                <a:lnTo>
                  <a:pt x="115824" y="16764"/>
                </a:lnTo>
                <a:lnTo>
                  <a:pt x="115824" y="28956"/>
                </a:lnTo>
                <a:lnTo>
                  <a:pt x="114376" y="36715"/>
                </a:lnTo>
                <a:lnTo>
                  <a:pt x="109918" y="41910"/>
                </a:lnTo>
                <a:lnTo>
                  <a:pt x="102323" y="44818"/>
                </a:lnTo>
                <a:lnTo>
                  <a:pt x="91440" y="45720"/>
                </a:lnTo>
                <a:lnTo>
                  <a:pt x="83820" y="45720"/>
                </a:lnTo>
                <a:lnTo>
                  <a:pt x="83820" y="56388"/>
                </a:lnTo>
                <a:lnTo>
                  <a:pt x="91440" y="56388"/>
                </a:lnTo>
                <a:lnTo>
                  <a:pt x="103454" y="57772"/>
                </a:lnTo>
                <a:lnTo>
                  <a:pt x="112064" y="61722"/>
                </a:lnTo>
                <a:lnTo>
                  <a:pt x="117233" y="67957"/>
                </a:lnTo>
                <a:lnTo>
                  <a:pt x="118973" y="76200"/>
                </a:lnTo>
                <a:lnTo>
                  <a:pt x="118973" y="82296"/>
                </a:lnTo>
                <a:lnTo>
                  <a:pt x="117449" y="86956"/>
                </a:lnTo>
                <a:lnTo>
                  <a:pt x="112776" y="90004"/>
                </a:lnTo>
                <a:lnTo>
                  <a:pt x="109728" y="93052"/>
                </a:lnTo>
                <a:lnTo>
                  <a:pt x="103632" y="94576"/>
                </a:lnTo>
                <a:lnTo>
                  <a:pt x="97536" y="94576"/>
                </a:lnTo>
                <a:lnTo>
                  <a:pt x="90944" y="94246"/>
                </a:lnTo>
                <a:lnTo>
                  <a:pt x="84772" y="93052"/>
                </a:lnTo>
                <a:lnTo>
                  <a:pt x="78892" y="90728"/>
                </a:lnTo>
                <a:lnTo>
                  <a:pt x="73152" y="86956"/>
                </a:lnTo>
                <a:lnTo>
                  <a:pt x="73152" y="100672"/>
                </a:lnTo>
                <a:lnTo>
                  <a:pt x="79248" y="103720"/>
                </a:lnTo>
                <a:lnTo>
                  <a:pt x="86868" y="105244"/>
                </a:lnTo>
                <a:lnTo>
                  <a:pt x="96012" y="105244"/>
                </a:lnTo>
                <a:lnTo>
                  <a:pt x="132689" y="83908"/>
                </a:lnTo>
                <a:lnTo>
                  <a:pt x="132689" y="68580"/>
                </a:lnTo>
                <a:close/>
              </a:path>
            </a:pathLst>
          </a:custGeom>
          <a:solidFill>
            <a:srgbClr val="23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3626" y="1284350"/>
            <a:ext cx="1328261" cy="18459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792479" y="3025140"/>
            <a:ext cx="4438015" cy="670560"/>
            <a:chOff x="792479" y="3025140"/>
            <a:chExt cx="4438015" cy="67056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2479" y="3025140"/>
              <a:ext cx="4437887" cy="67055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25150" y="3047809"/>
              <a:ext cx="4373880" cy="621030"/>
            </a:xfrm>
            <a:custGeom>
              <a:avLst/>
              <a:gdLst/>
              <a:ahLst/>
              <a:cxnLst/>
              <a:rect l="l" t="t" r="r" b="b"/>
              <a:pathLst>
                <a:path w="4373880" h="621029">
                  <a:moveTo>
                    <a:pt x="4308157" y="620934"/>
                  </a:moveTo>
                  <a:lnTo>
                    <a:pt x="65532" y="620934"/>
                  </a:lnTo>
                  <a:lnTo>
                    <a:pt x="60960" y="619410"/>
                  </a:lnTo>
                  <a:lnTo>
                    <a:pt x="56387" y="619410"/>
                  </a:lnTo>
                  <a:lnTo>
                    <a:pt x="47244" y="616362"/>
                  </a:lnTo>
                  <a:lnTo>
                    <a:pt x="44195" y="614838"/>
                  </a:lnTo>
                  <a:lnTo>
                    <a:pt x="39624" y="613314"/>
                  </a:lnTo>
                  <a:lnTo>
                    <a:pt x="35052" y="610266"/>
                  </a:lnTo>
                  <a:lnTo>
                    <a:pt x="30480" y="608742"/>
                  </a:lnTo>
                  <a:lnTo>
                    <a:pt x="24384" y="602646"/>
                  </a:lnTo>
                  <a:lnTo>
                    <a:pt x="19812" y="599598"/>
                  </a:lnTo>
                  <a:lnTo>
                    <a:pt x="16764" y="596455"/>
                  </a:lnTo>
                  <a:lnTo>
                    <a:pt x="13716" y="591883"/>
                  </a:lnTo>
                  <a:lnTo>
                    <a:pt x="12192" y="588835"/>
                  </a:lnTo>
                  <a:lnTo>
                    <a:pt x="9144" y="584263"/>
                  </a:lnTo>
                  <a:lnTo>
                    <a:pt x="6096" y="581215"/>
                  </a:lnTo>
                  <a:lnTo>
                    <a:pt x="1524" y="567499"/>
                  </a:lnTo>
                  <a:lnTo>
                    <a:pt x="1524" y="562927"/>
                  </a:lnTo>
                  <a:lnTo>
                    <a:pt x="0" y="558355"/>
                  </a:lnTo>
                  <a:lnTo>
                    <a:pt x="0" y="549211"/>
                  </a:lnTo>
                  <a:lnTo>
                    <a:pt x="0" y="62579"/>
                  </a:lnTo>
                  <a:lnTo>
                    <a:pt x="1524" y="58007"/>
                  </a:lnTo>
                  <a:lnTo>
                    <a:pt x="1524" y="53435"/>
                  </a:lnTo>
                  <a:lnTo>
                    <a:pt x="4572" y="44291"/>
                  </a:lnTo>
                  <a:lnTo>
                    <a:pt x="6096" y="41243"/>
                  </a:lnTo>
                  <a:lnTo>
                    <a:pt x="12192" y="32099"/>
                  </a:lnTo>
                  <a:lnTo>
                    <a:pt x="13716" y="29051"/>
                  </a:lnTo>
                  <a:lnTo>
                    <a:pt x="16764" y="24479"/>
                  </a:lnTo>
                  <a:lnTo>
                    <a:pt x="19812" y="21431"/>
                  </a:lnTo>
                  <a:lnTo>
                    <a:pt x="24384" y="18383"/>
                  </a:lnTo>
                  <a:lnTo>
                    <a:pt x="30480" y="12191"/>
                  </a:lnTo>
                  <a:lnTo>
                    <a:pt x="35052" y="10667"/>
                  </a:lnTo>
                  <a:lnTo>
                    <a:pt x="39624" y="7619"/>
                  </a:lnTo>
                  <a:lnTo>
                    <a:pt x="44195" y="6096"/>
                  </a:lnTo>
                  <a:lnTo>
                    <a:pt x="47244" y="4572"/>
                  </a:lnTo>
                  <a:lnTo>
                    <a:pt x="56387" y="1524"/>
                  </a:lnTo>
                  <a:lnTo>
                    <a:pt x="60960" y="1524"/>
                  </a:lnTo>
                  <a:lnTo>
                    <a:pt x="65532" y="0"/>
                  </a:lnTo>
                  <a:lnTo>
                    <a:pt x="4308157" y="0"/>
                  </a:lnTo>
                  <a:lnTo>
                    <a:pt x="4312729" y="1524"/>
                  </a:lnTo>
                  <a:lnTo>
                    <a:pt x="4317301" y="1524"/>
                  </a:lnTo>
                  <a:lnTo>
                    <a:pt x="4326445" y="4572"/>
                  </a:lnTo>
                  <a:lnTo>
                    <a:pt x="4329493" y="6096"/>
                  </a:lnTo>
                  <a:lnTo>
                    <a:pt x="4334065" y="7619"/>
                  </a:lnTo>
                  <a:lnTo>
                    <a:pt x="4338637" y="10667"/>
                  </a:lnTo>
                  <a:lnTo>
                    <a:pt x="4343209" y="12191"/>
                  </a:lnTo>
                  <a:lnTo>
                    <a:pt x="4349305" y="18383"/>
                  </a:lnTo>
                  <a:lnTo>
                    <a:pt x="4353877" y="21431"/>
                  </a:lnTo>
                  <a:lnTo>
                    <a:pt x="4356925" y="24479"/>
                  </a:lnTo>
                  <a:lnTo>
                    <a:pt x="4359973" y="29051"/>
                  </a:lnTo>
                  <a:lnTo>
                    <a:pt x="4361497" y="32099"/>
                  </a:lnTo>
                  <a:lnTo>
                    <a:pt x="4367593" y="41243"/>
                  </a:lnTo>
                  <a:lnTo>
                    <a:pt x="4369117" y="44291"/>
                  </a:lnTo>
                  <a:lnTo>
                    <a:pt x="4372165" y="53435"/>
                  </a:lnTo>
                  <a:lnTo>
                    <a:pt x="4372165" y="58007"/>
                  </a:lnTo>
                  <a:lnTo>
                    <a:pt x="4373689" y="62579"/>
                  </a:lnTo>
                  <a:lnTo>
                    <a:pt x="4373689" y="558355"/>
                  </a:lnTo>
                  <a:lnTo>
                    <a:pt x="4372165" y="562927"/>
                  </a:lnTo>
                  <a:lnTo>
                    <a:pt x="4372165" y="567499"/>
                  </a:lnTo>
                  <a:lnTo>
                    <a:pt x="4367593" y="581215"/>
                  </a:lnTo>
                  <a:lnTo>
                    <a:pt x="4364545" y="584263"/>
                  </a:lnTo>
                  <a:lnTo>
                    <a:pt x="4361497" y="588835"/>
                  </a:lnTo>
                  <a:lnTo>
                    <a:pt x="4359973" y="591883"/>
                  </a:lnTo>
                  <a:lnTo>
                    <a:pt x="4356925" y="596455"/>
                  </a:lnTo>
                  <a:lnTo>
                    <a:pt x="4353877" y="599598"/>
                  </a:lnTo>
                  <a:lnTo>
                    <a:pt x="4349305" y="602646"/>
                  </a:lnTo>
                  <a:lnTo>
                    <a:pt x="4343209" y="608742"/>
                  </a:lnTo>
                  <a:lnTo>
                    <a:pt x="4338637" y="610266"/>
                  </a:lnTo>
                  <a:lnTo>
                    <a:pt x="4334065" y="613314"/>
                  </a:lnTo>
                  <a:lnTo>
                    <a:pt x="4329493" y="614838"/>
                  </a:lnTo>
                  <a:lnTo>
                    <a:pt x="4326445" y="616362"/>
                  </a:lnTo>
                  <a:lnTo>
                    <a:pt x="4317301" y="619410"/>
                  </a:lnTo>
                  <a:lnTo>
                    <a:pt x="4312729" y="619410"/>
                  </a:lnTo>
                  <a:lnTo>
                    <a:pt x="4308157" y="6209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5150" y="3047809"/>
              <a:ext cx="4373880" cy="621030"/>
            </a:xfrm>
            <a:custGeom>
              <a:avLst/>
              <a:gdLst/>
              <a:ahLst/>
              <a:cxnLst/>
              <a:rect l="l" t="t" r="r" b="b"/>
              <a:pathLst>
                <a:path w="4373880" h="621029">
                  <a:moveTo>
                    <a:pt x="0" y="549211"/>
                  </a:moveTo>
                  <a:lnTo>
                    <a:pt x="0" y="71723"/>
                  </a:lnTo>
                  <a:lnTo>
                    <a:pt x="0" y="67151"/>
                  </a:lnTo>
                  <a:lnTo>
                    <a:pt x="0" y="62579"/>
                  </a:lnTo>
                  <a:lnTo>
                    <a:pt x="1524" y="58007"/>
                  </a:lnTo>
                  <a:lnTo>
                    <a:pt x="1524" y="53435"/>
                  </a:lnTo>
                  <a:lnTo>
                    <a:pt x="3048" y="48863"/>
                  </a:lnTo>
                  <a:lnTo>
                    <a:pt x="4572" y="44291"/>
                  </a:lnTo>
                  <a:lnTo>
                    <a:pt x="6096" y="41243"/>
                  </a:lnTo>
                  <a:lnTo>
                    <a:pt x="9144" y="36671"/>
                  </a:lnTo>
                  <a:lnTo>
                    <a:pt x="12192" y="32099"/>
                  </a:lnTo>
                  <a:lnTo>
                    <a:pt x="13716" y="29051"/>
                  </a:lnTo>
                  <a:lnTo>
                    <a:pt x="16764" y="24479"/>
                  </a:lnTo>
                  <a:lnTo>
                    <a:pt x="19812" y="21431"/>
                  </a:lnTo>
                  <a:lnTo>
                    <a:pt x="24384" y="18383"/>
                  </a:lnTo>
                  <a:lnTo>
                    <a:pt x="27432" y="15335"/>
                  </a:lnTo>
                  <a:lnTo>
                    <a:pt x="30480" y="12191"/>
                  </a:lnTo>
                  <a:lnTo>
                    <a:pt x="35052" y="10667"/>
                  </a:lnTo>
                  <a:lnTo>
                    <a:pt x="39624" y="7619"/>
                  </a:lnTo>
                  <a:lnTo>
                    <a:pt x="44195" y="6096"/>
                  </a:lnTo>
                  <a:lnTo>
                    <a:pt x="47244" y="4572"/>
                  </a:lnTo>
                  <a:lnTo>
                    <a:pt x="51816" y="3048"/>
                  </a:lnTo>
                  <a:lnTo>
                    <a:pt x="56387" y="1524"/>
                  </a:lnTo>
                  <a:lnTo>
                    <a:pt x="60960" y="1524"/>
                  </a:lnTo>
                  <a:lnTo>
                    <a:pt x="65532" y="0"/>
                  </a:lnTo>
                  <a:lnTo>
                    <a:pt x="71628" y="0"/>
                  </a:lnTo>
                  <a:lnTo>
                    <a:pt x="4303585" y="0"/>
                  </a:lnTo>
                  <a:lnTo>
                    <a:pt x="4308157" y="0"/>
                  </a:lnTo>
                  <a:lnTo>
                    <a:pt x="4312729" y="1524"/>
                  </a:lnTo>
                  <a:lnTo>
                    <a:pt x="4317301" y="1524"/>
                  </a:lnTo>
                  <a:lnTo>
                    <a:pt x="4321873" y="3048"/>
                  </a:lnTo>
                  <a:lnTo>
                    <a:pt x="4326445" y="4572"/>
                  </a:lnTo>
                  <a:lnTo>
                    <a:pt x="4329493" y="6096"/>
                  </a:lnTo>
                  <a:lnTo>
                    <a:pt x="4334065" y="7619"/>
                  </a:lnTo>
                  <a:lnTo>
                    <a:pt x="4338637" y="10667"/>
                  </a:lnTo>
                  <a:lnTo>
                    <a:pt x="4343209" y="12191"/>
                  </a:lnTo>
                  <a:lnTo>
                    <a:pt x="4346257" y="15335"/>
                  </a:lnTo>
                  <a:lnTo>
                    <a:pt x="4349305" y="18383"/>
                  </a:lnTo>
                  <a:lnTo>
                    <a:pt x="4353877" y="21431"/>
                  </a:lnTo>
                  <a:lnTo>
                    <a:pt x="4356925" y="24479"/>
                  </a:lnTo>
                  <a:lnTo>
                    <a:pt x="4359973" y="29051"/>
                  </a:lnTo>
                  <a:lnTo>
                    <a:pt x="4361497" y="32099"/>
                  </a:lnTo>
                  <a:lnTo>
                    <a:pt x="4364545" y="36671"/>
                  </a:lnTo>
                  <a:lnTo>
                    <a:pt x="4367593" y="41243"/>
                  </a:lnTo>
                  <a:lnTo>
                    <a:pt x="4369117" y="44291"/>
                  </a:lnTo>
                  <a:lnTo>
                    <a:pt x="4370641" y="48863"/>
                  </a:lnTo>
                  <a:lnTo>
                    <a:pt x="4372165" y="53435"/>
                  </a:lnTo>
                  <a:lnTo>
                    <a:pt x="4372165" y="58007"/>
                  </a:lnTo>
                  <a:lnTo>
                    <a:pt x="4373689" y="62579"/>
                  </a:lnTo>
                  <a:lnTo>
                    <a:pt x="4373689" y="67151"/>
                  </a:lnTo>
                  <a:lnTo>
                    <a:pt x="4373689" y="71723"/>
                  </a:lnTo>
                  <a:lnTo>
                    <a:pt x="4373689" y="549211"/>
                  </a:lnTo>
                  <a:lnTo>
                    <a:pt x="4373689" y="553783"/>
                  </a:lnTo>
                  <a:lnTo>
                    <a:pt x="4373689" y="558355"/>
                  </a:lnTo>
                  <a:lnTo>
                    <a:pt x="4372165" y="562927"/>
                  </a:lnTo>
                  <a:lnTo>
                    <a:pt x="4372165" y="567499"/>
                  </a:lnTo>
                  <a:lnTo>
                    <a:pt x="4370641" y="572071"/>
                  </a:lnTo>
                  <a:lnTo>
                    <a:pt x="4369117" y="576643"/>
                  </a:lnTo>
                  <a:lnTo>
                    <a:pt x="4367593" y="581215"/>
                  </a:lnTo>
                  <a:lnTo>
                    <a:pt x="4364545" y="584263"/>
                  </a:lnTo>
                  <a:lnTo>
                    <a:pt x="4361497" y="588835"/>
                  </a:lnTo>
                  <a:lnTo>
                    <a:pt x="4359973" y="591883"/>
                  </a:lnTo>
                  <a:lnTo>
                    <a:pt x="4356925" y="596455"/>
                  </a:lnTo>
                  <a:lnTo>
                    <a:pt x="4353877" y="599598"/>
                  </a:lnTo>
                  <a:lnTo>
                    <a:pt x="4349305" y="602646"/>
                  </a:lnTo>
                  <a:lnTo>
                    <a:pt x="4346257" y="605694"/>
                  </a:lnTo>
                  <a:lnTo>
                    <a:pt x="4343209" y="608742"/>
                  </a:lnTo>
                  <a:lnTo>
                    <a:pt x="4338637" y="610266"/>
                  </a:lnTo>
                  <a:lnTo>
                    <a:pt x="4334065" y="613314"/>
                  </a:lnTo>
                  <a:lnTo>
                    <a:pt x="4329493" y="614838"/>
                  </a:lnTo>
                  <a:lnTo>
                    <a:pt x="4326445" y="616362"/>
                  </a:lnTo>
                  <a:lnTo>
                    <a:pt x="4321873" y="617886"/>
                  </a:lnTo>
                  <a:lnTo>
                    <a:pt x="4317301" y="619410"/>
                  </a:lnTo>
                  <a:lnTo>
                    <a:pt x="4312729" y="619410"/>
                  </a:lnTo>
                  <a:lnTo>
                    <a:pt x="4308157" y="620934"/>
                  </a:lnTo>
                  <a:lnTo>
                    <a:pt x="4303585" y="620934"/>
                  </a:lnTo>
                  <a:lnTo>
                    <a:pt x="71628" y="620934"/>
                  </a:lnTo>
                  <a:lnTo>
                    <a:pt x="65532" y="620934"/>
                  </a:lnTo>
                  <a:lnTo>
                    <a:pt x="60960" y="619410"/>
                  </a:lnTo>
                  <a:lnTo>
                    <a:pt x="56387" y="619410"/>
                  </a:lnTo>
                  <a:lnTo>
                    <a:pt x="51816" y="617886"/>
                  </a:lnTo>
                  <a:lnTo>
                    <a:pt x="47244" y="616362"/>
                  </a:lnTo>
                  <a:lnTo>
                    <a:pt x="44195" y="614838"/>
                  </a:lnTo>
                  <a:lnTo>
                    <a:pt x="39624" y="613314"/>
                  </a:lnTo>
                  <a:lnTo>
                    <a:pt x="35052" y="610266"/>
                  </a:lnTo>
                  <a:lnTo>
                    <a:pt x="30480" y="608742"/>
                  </a:lnTo>
                  <a:lnTo>
                    <a:pt x="27432" y="605694"/>
                  </a:lnTo>
                  <a:lnTo>
                    <a:pt x="24384" y="602646"/>
                  </a:lnTo>
                  <a:lnTo>
                    <a:pt x="19812" y="599598"/>
                  </a:lnTo>
                  <a:lnTo>
                    <a:pt x="16764" y="596455"/>
                  </a:lnTo>
                  <a:lnTo>
                    <a:pt x="13716" y="591883"/>
                  </a:lnTo>
                  <a:lnTo>
                    <a:pt x="12192" y="588835"/>
                  </a:lnTo>
                  <a:lnTo>
                    <a:pt x="9144" y="584263"/>
                  </a:lnTo>
                  <a:lnTo>
                    <a:pt x="6096" y="581215"/>
                  </a:lnTo>
                  <a:lnTo>
                    <a:pt x="4572" y="576643"/>
                  </a:lnTo>
                  <a:lnTo>
                    <a:pt x="3048" y="572071"/>
                  </a:lnTo>
                  <a:lnTo>
                    <a:pt x="1524" y="567499"/>
                  </a:lnTo>
                  <a:lnTo>
                    <a:pt x="1524" y="562927"/>
                  </a:lnTo>
                  <a:lnTo>
                    <a:pt x="0" y="558355"/>
                  </a:lnTo>
                  <a:lnTo>
                    <a:pt x="0" y="553783"/>
                  </a:lnTo>
                  <a:lnTo>
                    <a:pt x="0" y="549211"/>
                  </a:lnTo>
                  <a:close/>
                </a:path>
              </a:pathLst>
            </a:custGeom>
            <a:ln w="10677">
              <a:solidFill>
                <a:srgbClr val="F2F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92479" y="3768852"/>
            <a:ext cx="4438015" cy="669290"/>
            <a:chOff x="792479" y="3768852"/>
            <a:chExt cx="4438015" cy="669290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2479" y="3768852"/>
              <a:ext cx="4437887" cy="66899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25150" y="3792283"/>
              <a:ext cx="4373880" cy="619760"/>
            </a:xfrm>
            <a:custGeom>
              <a:avLst/>
              <a:gdLst/>
              <a:ahLst/>
              <a:cxnLst/>
              <a:rect l="l" t="t" r="r" b="b"/>
              <a:pathLst>
                <a:path w="4373880" h="619760">
                  <a:moveTo>
                    <a:pt x="4312729" y="619315"/>
                  </a:moveTo>
                  <a:lnTo>
                    <a:pt x="60960" y="619315"/>
                  </a:lnTo>
                  <a:lnTo>
                    <a:pt x="56387" y="617791"/>
                  </a:lnTo>
                  <a:lnTo>
                    <a:pt x="51816" y="617791"/>
                  </a:lnTo>
                  <a:lnTo>
                    <a:pt x="47244" y="616267"/>
                  </a:lnTo>
                  <a:lnTo>
                    <a:pt x="44195" y="613219"/>
                  </a:lnTo>
                  <a:lnTo>
                    <a:pt x="35052" y="610171"/>
                  </a:lnTo>
                  <a:lnTo>
                    <a:pt x="30480" y="607123"/>
                  </a:lnTo>
                  <a:lnTo>
                    <a:pt x="24384" y="601027"/>
                  </a:lnTo>
                  <a:lnTo>
                    <a:pt x="19812" y="597979"/>
                  </a:lnTo>
                  <a:lnTo>
                    <a:pt x="13716" y="591883"/>
                  </a:lnTo>
                  <a:lnTo>
                    <a:pt x="12192" y="587311"/>
                  </a:lnTo>
                  <a:lnTo>
                    <a:pt x="9144" y="584263"/>
                  </a:lnTo>
                  <a:lnTo>
                    <a:pt x="6096" y="579691"/>
                  </a:lnTo>
                  <a:lnTo>
                    <a:pt x="1524" y="565975"/>
                  </a:lnTo>
                  <a:lnTo>
                    <a:pt x="1524" y="561403"/>
                  </a:lnTo>
                  <a:lnTo>
                    <a:pt x="0" y="556831"/>
                  </a:lnTo>
                  <a:lnTo>
                    <a:pt x="0" y="547687"/>
                  </a:lnTo>
                  <a:lnTo>
                    <a:pt x="0" y="62579"/>
                  </a:lnTo>
                  <a:lnTo>
                    <a:pt x="1524" y="58007"/>
                  </a:lnTo>
                  <a:lnTo>
                    <a:pt x="1524" y="53435"/>
                  </a:lnTo>
                  <a:lnTo>
                    <a:pt x="6096" y="39623"/>
                  </a:lnTo>
                  <a:lnTo>
                    <a:pt x="9144" y="35051"/>
                  </a:lnTo>
                  <a:lnTo>
                    <a:pt x="12192" y="32004"/>
                  </a:lnTo>
                  <a:lnTo>
                    <a:pt x="13716" y="27432"/>
                  </a:lnTo>
                  <a:lnTo>
                    <a:pt x="27432" y="13715"/>
                  </a:lnTo>
                  <a:lnTo>
                    <a:pt x="30480" y="12191"/>
                  </a:lnTo>
                  <a:lnTo>
                    <a:pt x="35052" y="9143"/>
                  </a:lnTo>
                  <a:lnTo>
                    <a:pt x="39624" y="7619"/>
                  </a:lnTo>
                  <a:lnTo>
                    <a:pt x="44195" y="4571"/>
                  </a:lnTo>
                  <a:lnTo>
                    <a:pt x="47244" y="3048"/>
                  </a:lnTo>
                  <a:lnTo>
                    <a:pt x="51816" y="1523"/>
                  </a:lnTo>
                  <a:lnTo>
                    <a:pt x="56387" y="1523"/>
                  </a:lnTo>
                  <a:lnTo>
                    <a:pt x="60960" y="0"/>
                  </a:lnTo>
                  <a:lnTo>
                    <a:pt x="4312729" y="0"/>
                  </a:lnTo>
                  <a:lnTo>
                    <a:pt x="4317301" y="1523"/>
                  </a:lnTo>
                  <a:lnTo>
                    <a:pt x="4321873" y="1523"/>
                  </a:lnTo>
                  <a:lnTo>
                    <a:pt x="4326445" y="3048"/>
                  </a:lnTo>
                  <a:lnTo>
                    <a:pt x="4329493" y="4571"/>
                  </a:lnTo>
                  <a:lnTo>
                    <a:pt x="4334065" y="7619"/>
                  </a:lnTo>
                  <a:lnTo>
                    <a:pt x="4338637" y="9143"/>
                  </a:lnTo>
                  <a:lnTo>
                    <a:pt x="4343209" y="12191"/>
                  </a:lnTo>
                  <a:lnTo>
                    <a:pt x="4346257" y="13715"/>
                  </a:lnTo>
                  <a:lnTo>
                    <a:pt x="4359973" y="27432"/>
                  </a:lnTo>
                  <a:lnTo>
                    <a:pt x="4361497" y="32004"/>
                  </a:lnTo>
                  <a:lnTo>
                    <a:pt x="4364545" y="35051"/>
                  </a:lnTo>
                  <a:lnTo>
                    <a:pt x="4367593" y="39623"/>
                  </a:lnTo>
                  <a:lnTo>
                    <a:pt x="4372165" y="53435"/>
                  </a:lnTo>
                  <a:lnTo>
                    <a:pt x="4372165" y="58007"/>
                  </a:lnTo>
                  <a:lnTo>
                    <a:pt x="4373689" y="62579"/>
                  </a:lnTo>
                  <a:lnTo>
                    <a:pt x="4373689" y="556831"/>
                  </a:lnTo>
                  <a:lnTo>
                    <a:pt x="4372165" y="561403"/>
                  </a:lnTo>
                  <a:lnTo>
                    <a:pt x="4372165" y="565975"/>
                  </a:lnTo>
                  <a:lnTo>
                    <a:pt x="4367593" y="579691"/>
                  </a:lnTo>
                  <a:lnTo>
                    <a:pt x="4364545" y="584263"/>
                  </a:lnTo>
                  <a:lnTo>
                    <a:pt x="4361497" y="587311"/>
                  </a:lnTo>
                  <a:lnTo>
                    <a:pt x="4359973" y="591883"/>
                  </a:lnTo>
                  <a:lnTo>
                    <a:pt x="4353877" y="597979"/>
                  </a:lnTo>
                  <a:lnTo>
                    <a:pt x="4349305" y="601027"/>
                  </a:lnTo>
                  <a:lnTo>
                    <a:pt x="4343209" y="607123"/>
                  </a:lnTo>
                  <a:lnTo>
                    <a:pt x="4338637" y="610171"/>
                  </a:lnTo>
                  <a:lnTo>
                    <a:pt x="4329493" y="613219"/>
                  </a:lnTo>
                  <a:lnTo>
                    <a:pt x="4326445" y="616267"/>
                  </a:lnTo>
                  <a:lnTo>
                    <a:pt x="4321873" y="617791"/>
                  </a:lnTo>
                  <a:lnTo>
                    <a:pt x="4317301" y="617791"/>
                  </a:lnTo>
                  <a:lnTo>
                    <a:pt x="4312729" y="6193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5150" y="3792283"/>
              <a:ext cx="4373880" cy="619760"/>
            </a:xfrm>
            <a:custGeom>
              <a:avLst/>
              <a:gdLst/>
              <a:ahLst/>
              <a:cxnLst/>
              <a:rect l="l" t="t" r="r" b="b"/>
              <a:pathLst>
                <a:path w="4373880" h="619760">
                  <a:moveTo>
                    <a:pt x="0" y="547687"/>
                  </a:moveTo>
                  <a:lnTo>
                    <a:pt x="0" y="71723"/>
                  </a:lnTo>
                  <a:lnTo>
                    <a:pt x="0" y="67151"/>
                  </a:lnTo>
                  <a:lnTo>
                    <a:pt x="0" y="62579"/>
                  </a:lnTo>
                  <a:lnTo>
                    <a:pt x="1524" y="58007"/>
                  </a:lnTo>
                  <a:lnTo>
                    <a:pt x="1524" y="53435"/>
                  </a:lnTo>
                  <a:lnTo>
                    <a:pt x="3048" y="48863"/>
                  </a:lnTo>
                  <a:lnTo>
                    <a:pt x="4572" y="44195"/>
                  </a:lnTo>
                  <a:lnTo>
                    <a:pt x="6096" y="39623"/>
                  </a:lnTo>
                  <a:lnTo>
                    <a:pt x="9144" y="35051"/>
                  </a:lnTo>
                  <a:lnTo>
                    <a:pt x="12192" y="32004"/>
                  </a:lnTo>
                  <a:lnTo>
                    <a:pt x="13716" y="27432"/>
                  </a:lnTo>
                  <a:lnTo>
                    <a:pt x="16764" y="24384"/>
                  </a:lnTo>
                  <a:lnTo>
                    <a:pt x="19812" y="21336"/>
                  </a:lnTo>
                  <a:lnTo>
                    <a:pt x="24384" y="16763"/>
                  </a:lnTo>
                  <a:lnTo>
                    <a:pt x="27432" y="13715"/>
                  </a:lnTo>
                  <a:lnTo>
                    <a:pt x="30480" y="12191"/>
                  </a:lnTo>
                  <a:lnTo>
                    <a:pt x="35052" y="9143"/>
                  </a:lnTo>
                  <a:lnTo>
                    <a:pt x="39624" y="7619"/>
                  </a:lnTo>
                  <a:lnTo>
                    <a:pt x="44195" y="4571"/>
                  </a:lnTo>
                  <a:lnTo>
                    <a:pt x="47244" y="3048"/>
                  </a:lnTo>
                  <a:lnTo>
                    <a:pt x="51816" y="1523"/>
                  </a:lnTo>
                  <a:lnTo>
                    <a:pt x="56387" y="1523"/>
                  </a:lnTo>
                  <a:lnTo>
                    <a:pt x="60960" y="0"/>
                  </a:lnTo>
                  <a:lnTo>
                    <a:pt x="4312729" y="0"/>
                  </a:lnTo>
                  <a:lnTo>
                    <a:pt x="4317301" y="1523"/>
                  </a:lnTo>
                  <a:lnTo>
                    <a:pt x="4321873" y="1523"/>
                  </a:lnTo>
                  <a:lnTo>
                    <a:pt x="4326445" y="3048"/>
                  </a:lnTo>
                  <a:lnTo>
                    <a:pt x="4329493" y="4571"/>
                  </a:lnTo>
                  <a:lnTo>
                    <a:pt x="4334065" y="7619"/>
                  </a:lnTo>
                  <a:lnTo>
                    <a:pt x="4338637" y="9143"/>
                  </a:lnTo>
                  <a:lnTo>
                    <a:pt x="4343209" y="12191"/>
                  </a:lnTo>
                  <a:lnTo>
                    <a:pt x="4346257" y="13715"/>
                  </a:lnTo>
                  <a:lnTo>
                    <a:pt x="4349305" y="16763"/>
                  </a:lnTo>
                  <a:lnTo>
                    <a:pt x="4353877" y="21336"/>
                  </a:lnTo>
                  <a:lnTo>
                    <a:pt x="4356925" y="24384"/>
                  </a:lnTo>
                  <a:lnTo>
                    <a:pt x="4359973" y="27432"/>
                  </a:lnTo>
                  <a:lnTo>
                    <a:pt x="4361497" y="32004"/>
                  </a:lnTo>
                  <a:lnTo>
                    <a:pt x="4364545" y="35051"/>
                  </a:lnTo>
                  <a:lnTo>
                    <a:pt x="4367593" y="39623"/>
                  </a:lnTo>
                  <a:lnTo>
                    <a:pt x="4369117" y="44195"/>
                  </a:lnTo>
                  <a:lnTo>
                    <a:pt x="4370641" y="48863"/>
                  </a:lnTo>
                  <a:lnTo>
                    <a:pt x="4372165" y="53435"/>
                  </a:lnTo>
                  <a:lnTo>
                    <a:pt x="4372165" y="58007"/>
                  </a:lnTo>
                  <a:lnTo>
                    <a:pt x="4373689" y="62579"/>
                  </a:lnTo>
                  <a:lnTo>
                    <a:pt x="4373689" y="67151"/>
                  </a:lnTo>
                  <a:lnTo>
                    <a:pt x="4373689" y="71723"/>
                  </a:lnTo>
                  <a:lnTo>
                    <a:pt x="4373689" y="547687"/>
                  </a:lnTo>
                  <a:lnTo>
                    <a:pt x="4373689" y="552259"/>
                  </a:lnTo>
                  <a:lnTo>
                    <a:pt x="4373689" y="556831"/>
                  </a:lnTo>
                  <a:lnTo>
                    <a:pt x="4372165" y="561403"/>
                  </a:lnTo>
                  <a:lnTo>
                    <a:pt x="4372165" y="565975"/>
                  </a:lnTo>
                  <a:lnTo>
                    <a:pt x="4370641" y="570547"/>
                  </a:lnTo>
                  <a:lnTo>
                    <a:pt x="4369117" y="575119"/>
                  </a:lnTo>
                  <a:lnTo>
                    <a:pt x="4367593" y="579691"/>
                  </a:lnTo>
                  <a:lnTo>
                    <a:pt x="4364545" y="584263"/>
                  </a:lnTo>
                  <a:lnTo>
                    <a:pt x="4361497" y="587311"/>
                  </a:lnTo>
                  <a:lnTo>
                    <a:pt x="4359973" y="591883"/>
                  </a:lnTo>
                  <a:lnTo>
                    <a:pt x="4356925" y="594931"/>
                  </a:lnTo>
                  <a:lnTo>
                    <a:pt x="4353877" y="597979"/>
                  </a:lnTo>
                  <a:lnTo>
                    <a:pt x="4349305" y="601027"/>
                  </a:lnTo>
                  <a:lnTo>
                    <a:pt x="4346257" y="604075"/>
                  </a:lnTo>
                  <a:lnTo>
                    <a:pt x="4343209" y="607123"/>
                  </a:lnTo>
                  <a:lnTo>
                    <a:pt x="4338637" y="610171"/>
                  </a:lnTo>
                  <a:lnTo>
                    <a:pt x="4334065" y="611695"/>
                  </a:lnTo>
                  <a:lnTo>
                    <a:pt x="4329493" y="613219"/>
                  </a:lnTo>
                  <a:lnTo>
                    <a:pt x="4326445" y="616267"/>
                  </a:lnTo>
                  <a:lnTo>
                    <a:pt x="4321873" y="617791"/>
                  </a:lnTo>
                  <a:lnTo>
                    <a:pt x="4317301" y="617791"/>
                  </a:lnTo>
                  <a:lnTo>
                    <a:pt x="4312729" y="619315"/>
                  </a:lnTo>
                  <a:lnTo>
                    <a:pt x="60960" y="619315"/>
                  </a:lnTo>
                  <a:lnTo>
                    <a:pt x="56387" y="617791"/>
                  </a:lnTo>
                  <a:lnTo>
                    <a:pt x="51816" y="617791"/>
                  </a:lnTo>
                  <a:lnTo>
                    <a:pt x="47244" y="616267"/>
                  </a:lnTo>
                  <a:lnTo>
                    <a:pt x="44195" y="613219"/>
                  </a:lnTo>
                  <a:lnTo>
                    <a:pt x="39624" y="611695"/>
                  </a:lnTo>
                  <a:lnTo>
                    <a:pt x="35052" y="610171"/>
                  </a:lnTo>
                  <a:lnTo>
                    <a:pt x="30480" y="607123"/>
                  </a:lnTo>
                  <a:lnTo>
                    <a:pt x="27432" y="604075"/>
                  </a:lnTo>
                  <a:lnTo>
                    <a:pt x="24384" y="601027"/>
                  </a:lnTo>
                  <a:lnTo>
                    <a:pt x="19812" y="597979"/>
                  </a:lnTo>
                  <a:lnTo>
                    <a:pt x="16764" y="594931"/>
                  </a:lnTo>
                  <a:lnTo>
                    <a:pt x="13716" y="591883"/>
                  </a:lnTo>
                  <a:lnTo>
                    <a:pt x="12192" y="587311"/>
                  </a:lnTo>
                  <a:lnTo>
                    <a:pt x="9144" y="584263"/>
                  </a:lnTo>
                  <a:lnTo>
                    <a:pt x="6096" y="579691"/>
                  </a:lnTo>
                  <a:lnTo>
                    <a:pt x="4572" y="575119"/>
                  </a:lnTo>
                  <a:lnTo>
                    <a:pt x="3048" y="570547"/>
                  </a:lnTo>
                  <a:lnTo>
                    <a:pt x="1524" y="565975"/>
                  </a:lnTo>
                  <a:lnTo>
                    <a:pt x="1524" y="561403"/>
                  </a:lnTo>
                  <a:lnTo>
                    <a:pt x="0" y="556831"/>
                  </a:lnTo>
                  <a:lnTo>
                    <a:pt x="0" y="552259"/>
                  </a:lnTo>
                  <a:lnTo>
                    <a:pt x="0" y="547687"/>
                  </a:lnTo>
                  <a:close/>
                </a:path>
              </a:pathLst>
            </a:custGeom>
            <a:ln w="10677">
              <a:solidFill>
                <a:srgbClr val="F2F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92479" y="4514088"/>
            <a:ext cx="4438015" cy="668020"/>
            <a:chOff x="792479" y="4514088"/>
            <a:chExt cx="4438015" cy="668020"/>
          </a:xfrm>
        </p:grpSpPr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2479" y="4514088"/>
              <a:ext cx="4437887" cy="66751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25150" y="4535233"/>
              <a:ext cx="4373880" cy="619760"/>
            </a:xfrm>
            <a:custGeom>
              <a:avLst/>
              <a:gdLst/>
              <a:ahLst/>
              <a:cxnLst/>
              <a:rect l="l" t="t" r="r" b="b"/>
              <a:pathLst>
                <a:path w="4373880" h="619760">
                  <a:moveTo>
                    <a:pt x="4317301" y="619315"/>
                  </a:moveTo>
                  <a:lnTo>
                    <a:pt x="56387" y="619315"/>
                  </a:lnTo>
                  <a:lnTo>
                    <a:pt x="47244" y="616267"/>
                  </a:lnTo>
                  <a:lnTo>
                    <a:pt x="44195" y="614743"/>
                  </a:lnTo>
                  <a:lnTo>
                    <a:pt x="39624" y="613219"/>
                  </a:lnTo>
                  <a:lnTo>
                    <a:pt x="35052" y="610171"/>
                  </a:lnTo>
                  <a:lnTo>
                    <a:pt x="30480" y="608647"/>
                  </a:lnTo>
                  <a:lnTo>
                    <a:pt x="24384" y="602551"/>
                  </a:lnTo>
                  <a:lnTo>
                    <a:pt x="19812" y="599503"/>
                  </a:lnTo>
                  <a:lnTo>
                    <a:pt x="16764" y="596455"/>
                  </a:lnTo>
                  <a:lnTo>
                    <a:pt x="13716" y="591883"/>
                  </a:lnTo>
                  <a:lnTo>
                    <a:pt x="12192" y="588835"/>
                  </a:lnTo>
                  <a:lnTo>
                    <a:pt x="6096" y="579691"/>
                  </a:lnTo>
                  <a:lnTo>
                    <a:pt x="4572" y="576643"/>
                  </a:lnTo>
                  <a:lnTo>
                    <a:pt x="1524" y="567404"/>
                  </a:lnTo>
                  <a:lnTo>
                    <a:pt x="1524" y="562832"/>
                  </a:lnTo>
                  <a:lnTo>
                    <a:pt x="0" y="558260"/>
                  </a:lnTo>
                  <a:lnTo>
                    <a:pt x="0" y="549116"/>
                  </a:lnTo>
                  <a:lnTo>
                    <a:pt x="0" y="62484"/>
                  </a:lnTo>
                  <a:lnTo>
                    <a:pt x="1524" y="57912"/>
                  </a:lnTo>
                  <a:lnTo>
                    <a:pt x="1524" y="53340"/>
                  </a:lnTo>
                  <a:lnTo>
                    <a:pt x="6096" y="39624"/>
                  </a:lnTo>
                  <a:lnTo>
                    <a:pt x="9144" y="36576"/>
                  </a:lnTo>
                  <a:lnTo>
                    <a:pt x="12192" y="32004"/>
                  </a:lnTo>
                  <a:lnTo>
                    <a:pt x="13716" y="28956"/>
                  </a:lnTo>
                  <a:lnTo>
                    <a:pt x="16764" y="24384"/>
                  </a:lnTo>
                  <a:lnTo>
                    <a:pt x="19812" y="21336"/>
                  </a:lnTo>
                  <a:lnTo>
                    <a:pt x="24384" y="18288"/>
                  </a:lnTo>
                  <a:lnTo>
                    <a:pt x="30480" y="12192"/>
                  </a:lnTo>
                  <a:lnTo>
                    <a:pt x="35052" y="9144"/>
                  </a:lnTo>
                  <a:lnTo>
                    <a:pt x="44195" y="6096"/>
                  </a:lnTo>
                  <a:lnTo>
                    <a:pt x="47244" y="4572"/>
                  </a:lnTo>
                  <a:lnTo>
                    <a:pt x="56387" y="1524"/>
                  </a:lnTo>
                  <a:lnTo>
                    <a:pt x="60960" y="1524"/>
                  </a:lnTo>
                  <a:lnTo>
                    <a:pt x="65532" y="0"/>
                  </a:lnTo>
                  <a:lnTo>
                    <a:pt x="4308157" y="0"/>
                  </a:lnTo>
                  <a:lnTo>
                    <a:pt x="4312729" y="1524"/>
                  </a:lnTo>
                  <a:lnTo>
                    <a:pt x="4317301" y="1524"/>
                  </a:lnTo>
                  <a:lnTo>
                    <a:pt x="4326445" y="4572"/>
                  </a:lnTo>
                  <a:lnTo>
                    <a:pt x="4329493" y="6096"/>
                  </a:lnTo>
                  <a:lnTo>
                    <a:pt x="4338637" y="9144"/>
                  </a:lnTo>
                  <a:lnTo>
                    <a:pt x="4343209" y="12192"/>
                  </a:lnTo>
                  <a:lnTo>
                    <a:pt x="4349305" y="18288"/>
                  </a:lnTo>
                  <a:lnTo>
                    <a:pt x="4353877" y="21336"/>
                  </a:lnTo>
                  <a:lnTo>
                    <a:pt x="4356925" y="24384"/>
                  </a:lnTo>
                  <a:lnTo>
                    <a:pt x="4359973" y="28956"/>
                  </a:lnTo>
                  <a:lnTo>
                    <a:pt x="4361497" y="32004"/>
                  </a:lnTo>
                  <a:lnTo>
                    <a:pt x="4364545" y="36576"/>
                  </a:lnTo>
                  <a:lnTo>
                    <a:pt x="4367593" y="39624"/>
                  </a:lnTo>
                  <a:lnTo>
                    <a:pt x="4372165" y="53340"/>
                  </a:lnTo>
                  <a:lnTo>
                    <a:pt x="4372165" y="57912"/>
                  </a:lnTo>
                  <a:lnTo>
                    <a:pt x="4373689" y="62484"/>
                  </a:lnTo>
                  <a:lnTo>
                    <a:pt x="4373689" y="558260"/>
                  </a:lnTo>
                  <a:lnTo>
                    <a:pt x="4372165" y="562832"/>
                  </a:lnTo>
                  <a:lnTo>
                    <a:pt x="4372165" y="567404"/>
                  </a:lnTo>
                  <a:lnTo>
                    <a:pt x="4369117" y="576643"/>
                  </a:lnTo>
                  <a:lnTo>
                    <a:pt x="4367593" y="579691"/>
                  </a:lnTo>
                  <a:lnTo>
                    <a:pt x="4361497" y="588835"/>
                  </a:lnTo>
                  <a:lnTo>
                    <a:pt x="4359973" y="591883"/>
                  </a:lnTo>
                  <a:lnTo>
                    <a:pt x="4356925" y="596455"/>
                  </a:lnTo>
                  <a:lnTo>
                    <a:pt x="4353877" y="599503"/>
                  </a:lnTo>
                  <a:lnTo>
                    <a:pt x="4349305" y="602551"/>
                  </a:lnTo>
                  <a:lnTo>
                    <a:pt x="4343209" y="608647"/>
                  </a:lnTo>
                  <a:lnTo>
                    <a:pt x="4338637" y="610171"/>
                  </a:lnTo>
                  <a:lnTo>
                    <a:pt x="4334065" y="613219"/>
                  </a:lnTo>
                  <a:lnTo>
                    <a:pt x="4329493" y="614743"/>
                  </a:lnTo>
                  <a:lnTo>
                    <a:pt x="4326445" y="616267"/>
                  </a:lnTo>
                  <a:lnTo>
                    <a:pt x="4317301" y="6193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25150" y="4535233"/>
              <a:ext cx="4373880" cy="619760"/>
            </a:xfrm>
            <a:custGeom>
              <a:avLst/>
              <a:gdLst/>
              <a:ahLst/>
              <a:cxnLst/>
              <a:rect l="l" t="t" r="r" b="b"/>
              <a:pathLst>
                <a:path w="4373880" h="619760">
                  <a:moveTo>
                    <a:pt x="0" y="549116"/>
                  </a:moveTo>
                  <a:lnTo>
                    <a:pt x="0" y="71628"/>
                  </a:lnTo>
                  <a:lnTo>
                    <a:pt x="0" y="67056"/>
                  </a:lnTo>
                  <a:lnTo>
                    <a:pt x="0" y="62484"/>
                  </a:lnTo>
                  <a:lnTo>
                    <a:pt x="1524" y="57912"/>
                  </a:lnTo>
                  <a:lnTo>
                    <a:pt x="1524" y="53340"/>
                  </a:lnTo>
                  <a:lnTo>
                    <a:pt x="3048" y="48768"/>
                  </a:lnTo>
                  <a:lnTo>
                    <a:pt x="4572" y="44196"/>
                  </a:lnTo>
                  <a:lnTo>
                    <a:pt x="6096" y="39624"/>
                  </a:lnTo>
                  <a:lnTo>
                    <a:pt x="9144" y="36576"/>
                  </a:lnTo>
                  <a:lnTo>
                    <a:pt x="12192" y="32004"/>
                  </a:lnTo>
                  <a:lnTo>
                    <a:pt x="13716" y="28956"/>
                  </a:lnTo>
                  <a:lnTo>
                    <a:pt x="16764" y="24384"/>
                  </a:lnTo>
                  <a:lnTo>
                    <a:pt x="19812" y="21336"/>
                  </a:lnTo>
                  <a:lnTo>
                    <a:pt x="24384" y="18288"/>
                  </a:lnTo>
                  <a:lnTo>
                    <a:pt x="27432" y="15240"/>
                  </a:lnTo>
                  <a:lnTo>
                    <a:pt x="30480" y="12192"/>
                  </a:lnTo>
                  <a:lnTo>
                    <a:pt x="35052" y="9144"/>
                  </a:lnTo>
                  <a:lnTo>
                    <a:pt x="39624" y="7620"/>
                  </a:lnTo>
                  <a:lnTo>
                    <a:pt x="44195" y="6096"/>
                  </a:lnTo>
                  <a:lnTo>
                    <a:pt x="47244" y="4572"/>
                  </a:lnTo>
                  <a:lnTo>
                    <a:pt x="51816" y="3048"/>
                  </a:lnTo>
                  <a:lnTo>
                    <a:pt x="56387" y="1524"/>
                  </a:lnTo>
                  <a:lnTo>
                    <a:pt x="60960" y="1524"/>
                  </a:lnTo>
                  <a:lnTo>
                    <a:pt x="65532" y="0"/>
                  </a:lnTo>
                  <a:lnTo>
                    <a:pt x="71628" y="0"/>
                  </a:lnTo>
                  <a:lnTo>
                    <a:pt x="4303585" y="0"/>
                  </a:lnTo>
                  <a:lnTo>
                    <a:pt x="4308157" y="0"/>
                  </a:lnTo>
                  <a:lnTo>
                    <a:pt x="4312729" y="1524"/>
                  </a:lnTo>
                  <a:lnTo>
                    <a:pt x="4317301" y="1524"/>
                  </a:lnTo>
                  <a:lnTo>
                    <a:pt x="4321873" y="3048"/>
                  </a:lnTo>
                  <a:lnTo>
                    <a:pt x="4326445" y="4572"/>
                  </a:lnTo>
                  <a:lnTo>
                    <a:pt x="4329493" y="6096"/>
                  </a:lnTo>
                  <a:lnTo>
                    <a:pt x="4334065" y="7620"/>
                  </a:lnTo>
                  <a:lnTo>
                    <a:pt x="4338637" y="9144"/>
                  </a:lnTo>
                  <a:lnTo>
                    <a:pt x="4343209" y="12192"/>
                  </a:lnTo>
                  <a:lnTo>
                    <a:pt x="4346257" y="15240"/>
                  </a:lnTo>
                  <a:lnTo>
                    <a:pt x="4349305" y="18288"/>
                  </a:lnTo>
                  <a:lnTo>
                    <a:pt x="4353877" y="21336"/>
                  </a:lnTo>
                  <a:lnTo>
                    <a:pt x="4356925" y="24384"/>
                  </a:lnTo>
                  <a:lnTo>
                    <a:pt x="4359973" y="28956"/>
                  </a:lnTo>
                  <a:lnTo>
                    <a:pt x="4361497" y="32004"/>
                  </a:lnTo>
                  <a:lnTo>
                    <a:pt x="4364545" y="36576"/>
                  </a:lnTo>
                  <a:lnTo>
                    <a:pt x="4367593" y="39624"/>
                  </a:lnTo>
                  <a:lnTo>
                    <a:pt x="4369117" y="44196"/>
                  </a:lnTo>
                  <a:lnTo>
                    <a:pt x="4370641" y="48768"/>
                  </a:lnTo>
                  <a:lnTo>
                    <a:pt x="4372165" y="53340"/>
                  </a:lnTo>
                  <a:lnTo>
                    <a:pt x="4372165" y="57912"/>
                  </a:lnTo>
                  <a:lnTo>
                    <a:pt x="4373689" y="62484"/>
                  </a:lnTo>
                  <a:lnTo>
                    <a:pt x="4373689" y="67056"/>
                  </a:lnTo>
                  <a:lnTo>
                    <a:pt x="4373689" y="71628"/>
                  </a:lnTo>
                  <a:lnTo>
                    <a:pt x="4373689" y="549116"/>
                  </a:lnTo>
                  <a:lnTo>
                    <a:pt x="4373689" y="553688"/>
                  </a:lnTo>
                  <a:lnTo>
                    <a:pt x="4373689" y="558260"/>
                  </a:lnTo>
                  <a:lnTo>
                    <a:pt x="4372165" y="562832"/>
                  </a:lnTo>
                  <a:lnTo>
                    <a:pt x="4372165" y="567404"/>
                  </a:lnTo>
                  <a:lnTo>
                    <a:pt x="4370641" y="572071"/>
                  </a:lnTo>
                  <a:lnTo>
                    <a:pt x="4369117" y="576643"/>
                  </a:lnTo>
                  <a:lnTo>
                    <a:pt x="4367593" y="579691"/>
                  </a:lnTo>
                  <a:lnTo>
                    <a:pt x="4364545" y="584263"/>
                  </a:lnTo>
                  <a:lnTo>
                    <a:pt x="4361497" y="588835"/>
                  </a:lnTo>
                  <a:lnTo>
                    <a:pt x="4359973" y="591883"/>
                  </a:lnTo>
                  <a:lnTo>
                    <a:pt x="4356925" y="596455"/>
                  </a:lnTo>
                  <a:lnTo>
                    <a:pt x="4353877" y="599503"/>
                  </a:lnTo>
                  <a:lnTo>
                    <a:pt x="4349305" y="602551"/>
                  </a:lnTo>
                  <a:lnTo>
                    <a:pt x="4346257" y="605599"/>
                  </a:lnTo>
                  <a:lnTo>
                    <a:pt x="4343209" y="608647"/>
                  </a:lnTo>
                  <a:lnTo>
                    <a:pt x="4338637" y="610171"/>
                  </a:lnTo>
                  <a:lnTo>
                    <a:pt x="4334065" y="613219"/>
                  </a:lnTo>
                  <a:lnTo>
                    <a:pt x="4329493" y="614743"/>
                  </a:lnTo>
                  <a:lnTo>
                    <a:pt x="4326445" y="616267"/>
                  </a:lnTo>
                  <a:lnTo>
                    <a:pt x="4321873" y="617791"/>
                  </a:lnTo>
                  <a:lnTo>
                    <a:pt x="4317301" y="619315"/>
                  </a:lnTo>
                  <a:lnTo>
                    <a:pt x="4312729" y="619315"/>
                  </a:lnTo>
                  <a:lnTo>
                    <a:pt x="4308157" y="619315"/>
                  </a:lnTo>
                  <a:lnTo>
                    <a:pt x="56387" y="619315"/>
                  </a:lnTo>
                  <a:lnTo>
                    <a:pt x="51816" y="617791"/>
                  </a:lnTo>
                  <a:lnTo>
                    <a:pt x="47244" y="616267"/>
                  </a:lnTo>
                  <a:lnTo>
                    <a:pt x="44195" y="614743"/>
                  </a:lnTo>
                  <a:lnTo>
                    <a:pt x="39624" y="613219"/>
                  </a:lnTo>
                  <a:lnTo>
                    <a:pt x="35052" y="610171"/>
                  </a:lnTo>
                  <a:lnTo>
                    <a:pt x="30480" y="608647"/>
                  </a:lnTo>
                  <a:lnTo>
                    <a:pt x="27432" y="605599"/>
                  </a:lnTo>
                  <a:lnTo>
                    <a:pt x="24384" y="602551"/>
                  </a:lnTo>
                  <a:lnTo>
                    <a:pt x="19812" y="599503"/>
                  </a:lnTo>
                  <a:lnTo>
                    <a:pt x="16764" y="596455"/>
                  </a:lnTo>
                  <a:lnTo>
                    <a:pt x="13716" y="591883"/>
                  </a:lnTo>
                  <a:lnTo>
                    <a:pt x="12192" y="588835"/>
                  </a:lnTo>
                  <a:lnTo>
                    <a:pt x="9144" y="584263"/>
                  </a:lnTo>
                  <a:lnTo>
                    <a:pt x="6096" y="579691"/>
                  </a:lnTo>
                  <a:lnTo>
                    <a:pt x="4572" y="576643"/>
                  </a:lnTo>
                  <a:lnTo>
                    <a:pt x="3048" y="572071"/>
                  </a:lnTo>
                  <a:lnTo>
                    <a:pt x="1524" y="567404"/>
                  </a:lnTo>
                  <a:lnTo>
                    <a:pt x="1524" y="562832"/>
                  </a:lnTo>
                  <a:lnTo>
                    <a:pt x="0" y="558260"/>
                  </a:lnTo>
                  <a:lnTo>
                    <a:pt x="0" y="553688"/>
                  </a:lnTo>
                  <a:lnTo>
                    <a:pt x="0" y="549116"/>
                  </a:lnTo>
                  <a:close/>
                </a:path>
              </a:pathLst>
            </a:custGeom>
            <a:ln w="10677">
              <a:solidFill>
                <a:srgbClr val="F2F4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/>
          <p:nvPr/>
        </p:nvSpPr>
        <p:spPr>
          <a:xfrm>
            <a:off x="822096" y="2016632"/>
            <a:ext cx="759460" cy="184785"/>
          </a:xfrm>
          <a:custGeom>
            <a:avLst/>
            <a:gdLst/>
            <a:ahLst/>
            <a:cxnLst/>
            <a:rect l="l" t="t" r="r" b="b"/>
            <a:pathLst>
              <a:path w="759460" h="184785">
                <a:moveTo>
                  <a:pt x="56388" y="33528"/>
                </a:moveTo>
                <a:lnTo>
                  <a:pt x="50622" y="26149"/>
                </a:lnTo>
                <a:lnTo>
                  <a:pt x="44577" y="17907"/>
                </a:lnTo>
                <a:lnTo>
                  <a:pt x="37960" y="9105"/>
                </a:lnTo>
                <a:lnTo>
                  <a:pt x="30480" y="0"/>
                </a:lnTo>
                <a:lnTo>
                  <a:pt x="9144" y="13716"/>
                </a:lnTo>
                <a:lnTo>
                  <a:pt x="14884" y="21145"/>
                </a:lnTo>
                <a:lnTo>
                  <a:pt x="20764" y="29718"/>
                </a:lnTo>
                <a:lnTo>
                  <a:pt x="26936" y="39433"/>
                </a:lnTo>
                <a:lnTo>
                  <a:pt x="32600" y="48768"/>
                </a:lnTo>
                <a:lnTo>
                  <a:pt x="33591" y="50253"/>
                </a:lnTo>
                <a:lnTo>
                  <a:pt x="56388" y="33528"/>
                </a:lnTo>
                <a:close/>
              </a:path>
              <a:path w="759460" h="184785">
                <a:moveTo>
                  <a:pt x="67056" y="141833"/>
                </a:moveTo>
                <a:lnTo>
                  <a:pt x="60960" y="112877"/>
                </a:lnTo>
                <a:lnTo>
                  <a:pt x="53340" y="122021"/>
                </a:lnTo>
                <a:lnTo>
                  <a:pt x="47244" y="126593"/>
                </a:lnTo>
                <a:lnTo>
                  <a:pt x="44196" y="131165"/>
                </a:lnTo>
                <a:lnTo>
                  <a:pt x="44196" y="64008"/>
                </a:lnTo>
                <a:lnTo>
                  <a:pt x="0" y="64008"/>
                </a:lnTo>
                <a:lnTo>
                  <a:pt x="0" y="88493"/>
                </a:lnTo>
                <a:lnTo>
                  <a:pt x="18288" y="88493"/>
                </a:lnTo>
                <a:lnTo>
                  <a:pt x="18288" y="150977"/>
                </a:lnTo>
                <a:lnTo>
                  <a:pt x="16764" y="155549"/>
                </a:lnTo>
                <a:lnTo>
                  <a:pt x="13716" y="158597"/>
                </a:lnTo>
                <a:lnTo>
                  <a:pt x="27432" y="178498"/>
                </a:lnTo>
                <a:lnTo>
                  <a:pt x="34912" y="171018"/>
                </a:lnTo>
                <a:lnTo>
                  <a:pt x="43815" y="162420"/>
                </a:lnTo>
                <a:lnTo>
                  <a:pt x="54432" y="152692"/>
                </a:lnTo>
                <a:lnTo>
                  <a:pt x="67056" y="141833"/>
                </a:lnTo>
                <a:close/>
              </a:path>
              <a:path w="759460" h="184785">
                <a:moveTo>
                  <a:pt x="186029" y="158597"/>
                </a:moveTo>
                <a:lnTo>
                  <a:pt x="172859" y="156006"/>
                </a:lnTo>
                <a:lnTo>
                  <a:pt x="160693" y="152692"/>
                </a:lnTo>
                <a:lnTo>
                  <a:pt x="149377" y="148526"/>
                </a:lnTo>
                <a:lnTo>
                  <a:pt x="138785" y="143357"/>
                </a:lnTo>
                <a:lnTo>
                  <a:pt x="148501" y="133883"/>
                </a:lnTo>
                <a:lnTo>
                  <a:pt x="150749" y="131165"/>
                </a:lnTo>
                <a:lnTo>
                  <a:pt x="157073" y="123545"/>
                </a:lnTo>
                <a:lnTo>
                  <a:pt x="164503" y="112064"/>
                </a:lnTo>
                <a:lnTo>
                  <a:pt x="170789" y="99161"/>
                </a:lnTo>
                <a:lnTo>
                  <a:pt x="170789" y="77825"/>
                </a:lnTo>
                <a:lnTo>
                  <a:pt x="141833" y="77825"/>
                </a:lnTo>
                <a:lnTo>
                  <a:pt x="141833" y="100685"/>
                </a:lnTo>
                <a:lnTo>
                  <a:pt x="136944" y="109308"/>
                </a:lnTo>
                <a:lnTo>
                  <a:pt x="131356" y="117068"/>
                </a:lnTo>
                <a:lnTo>
                  <a:pt x="124891" y="124256"/>
                </a:lnTo>
                <a:lnTo>
                  <a:pt x="117449" y="131165"/>
                </a:lnTo>
                <a:lnTo>
                  <a:pt x="108788" y="124256"/>
                </a:lnTo>
                <a:lnTo>
                  <a:pt x="101168" y="117068"/>
                </a:lnTo>
                <a:lnTo>
                  <a:pt x="94411" y="109308"/>
                </a:lnTo>
                <a:lnTo>
                  <a:pt x="88392" y="100685"/>
                </a:lnTo>
                <a:lnTo>
                  <a:pt x="141833" y="100685"/>
                </a:lnTo>
                <a:lnTo>
                  <a:pt x="141833" y="77825"/>
                </a:lnTo>
                <a:lnTo>
                  <a:pt x="76200" y="77825"/>
                </a:lnTo>
                <a:lnTo>
                  <a:pt x="87325" y="66954"/>
                </a:lnTo>
                <a:lnTo>
                  <a:pt x="95440" y="55257"/>
                </a:lnTo>
                <a:lnTo>
                  <a:pt x="100418" y="43014"/>
                </a:lnTo>
                <a:lnTo>
                  <a:pt x="100457" y="42672"/>
                </a:lnTo>
                <a:lnTo>
                  <a:pt x="102108" y="30480"/>
                </a:lnTo>
                <a:lnTo>
                  <a:pt x="134213" y="30480"/>
                </a:lnTo>
                <a:lnTo>
                  <a:pt x="134213" y="48768"/>
                </a:lnTo>
                <a:lnTo>
                  <a:pt x="135394" y="57658"/>
                </a:lnTo>
                <a:lnTo>
                  <a:pt x="139166" y="63817"/>
                </a:lnTo>
                <a:lnTo>
                  <a:pt x="145783" y="67424"/>
                </a:lnTo>
                <a:lnTo>
                  <a:pt x="155549" y="68580"/>
                </a:lnTo>
                <a:lnTo>
                  <a:pt x="179933" y="68580"/>
                </a:lnTo>
                <a:lnTo>
                  <a:pt x="179984" y="68402"/>
                </a:lnTo>
                <a:lnTo>
                  <a:pt x="181457" y="64008"/>
                </a:lnTo>
                <a:lnTo>
                  <a:pt x="181495" y="63817"/>
                </a:lnTo>
                <a:lnTo>
                  <a:pt x="181584" y="63373"/>
                </a:lnTo>
                <a:lnTo>
                  <a:pt x="182981" y="56388"/>
                </a:lnTo>
                <a:lnTo>
                  <a:pt x="184505" y="45720"/>
                </a:lnTo>
                <a:lnTo>
                  <a:pt x="163169" y="45720"/>
                </a:lnTo>
                <a:lnTo>
                  <a:pt x="160121" y="44196"/>
                </a:lnTo>
                <a:lnTo>
                  <a:pt x="158597" y="42672"/>
                </a:lnTo>
                <a:lnTo>
                  <a:pt x="158597" y="30480"/>
                </a:lnTo>
                <a:lnTo>
                  <a:pt x="158597" y="7620"/>
                </a:lnTo>
                <a:lnTo>
                  <a:pt x="76200" y="7620"/>
                </a:lnTo>
                <a:lnTo>
                  <a:pt x="76200" y="19812"/>
                </a:lnTo>
                <a:lnTo>
                  <a:pt x="75031" y="30911"/>
                </a:lnTo>
                <a:lnTo>
                  <a:pt x="71437" y="41148"/>
                </a:lnTo>
                <a:lnTo>
                  <a:pt x="65265" y="50253"/>
                </a:lnTo>
                <a:lnTo>
                  <a:pt x="56388" y="57912"/>
                </a:lnTo>
                <a:lnTo>
                  <a:pt x="61823" y="63373"/>
                </a:lnTo>
                <a:lnTo>
                  <a:pt x="66675" y="68402"/>
                </a:lnTo>
                <a:lnTo>
                  <a:pt x="70967" y="73177"/>
                </a:lnTo>
                <a:lnTo>
                  <a:pt x="74676" y="77825"/>
                </a:lnTo>
                <a:lnTo>
                  <a:pt x="62484" y="77825"/>
                </a:lnTo>
                <a:lnTo>
                  <a:pt x="62484" y="100685"/>
                </a:lnTo>
                <a:lnTo>
                  <a:pt x="82296" y="100685"/>
                </a:lnTo>
                <a:lnTo>
                  <a:pt x="67056" y="111353"/>
                </a:lnTo>
                <a:lnTo>
                  <a:pt x="73177" y="120611"/>
                </a:lnTo>
                <a:lnTo>
                  <a:pt x="79629" y="129260"/>
                </a:lnTo>
                <a:lnTo>
                  <a:pt x="86779" y="137502"/>
                </a:lnTo>
                <a:lnTo>
                  <a:pt x="94488" y="144881"/>
                </a:lnTo>
                <a:lnTo>
                  <a:pt x="83896" y="149428"/>
                </a:lnTo>
                <a:lnTo>
                  <a:pt x="72580" y="153835"/>
                </a:lnTo>
                <a:lnTo>
                  <a:pt x="60413" y="157949"/>
                </a:lnTo>
                <a:lnTo>
                  <a:pt x="47244" y="161645"/>
                </a:lnTo>
                <a:lnTo>
                  <a:pt x="51536" y="167373"/>
                </a:lnTo>
                <a:lnTo>
                  <a:pt x="55245" y="173126"/>
                </a:lnTo>
                <a:lnTo>
                  <a:pt x="58394" y="178866"/>
                </a:lnTo>
                <a:lnTo>
                  <a:pt x="60960" y="184594"/>
                </a:lnTo>
                <a:lnTo>
                  <a:pt x="76415" y="180594"/>
                </a:lnTo>
                <a:lnTo>
                  <a:pt x="90881" y="175450"/>
                </a:lnTo>
                <a:lnTo>
                  <a:pt x="104508" y="169125"/>
                </a:lnTo>
                <a:lnTo>
                  <a:pt x="117449" y="161645"/>
                </a:lnTo>
                <a:lnTo>
                  <a:pt x="129425" y="169125"/>
                </a:lnTo>
                <a:lnTo>
                  <a:pt x="142405" y="175450"/>
                </a:lnTo>
                <a:lnTo>
                  <a:pt x="156235" y="180594"/>
                </a:lnTo>
                <a:lnTo>
                  <a:pt x="170789" y="184594"/>
                </a:lnTo>
                <a:lnTo>
                  <a:pt x="174447" y="176898"/>
                </a:lnTo>
                <a:lnTo>
                  <a:pt x="178409" y="169887"/>
                </a:lnTo>
                <a:lnTo>
                  <a:pt x="182359" y="163728"/>
                </a:lnTo>
                <a:lnTo>
                  <a:pt x="183845" y="161645"/>
                </a:lnTo>
                <a:lnTo>
                  <a:pt x="186029" y="158597"/>
                </a:lnTo>
                <a:close/>
              </a:path>
              <a:path w="759460" h="184785">
                <a:moveTo>
                  <a:pt x="248500" y="35052"/>
                </a:moveTo>
                <a:lnTo>
                  <a:pt x="243408" y="27673"/>
                </a:lnTo>
                <a:lnTo>
                  <a:pt x="237451" y="19431"/>
                </a:lnTo>
                <a:lnTo>
                  <a:pt x="230936" y="10629"/>
                </a:lnTo>
                <a:lnTo>
                  <a:pt x="224116" y="1524"/>
                </a:lnTo>
                <a:lnTo>
                  <a:pt x="202780" y="13716"/>
                </a:lnTo>
                <a:lnTo>
                  <a:pt x="208483" y="23723"/>
                </a:lnTo>
                <a:lnTo>
                  <a:pt x="214020" y="33147"/>
                </a:lnTo>
                <a:lnTo>
                  <a:pt x="219290" y="42011"/>
                </a:lnTo>
                <a:lnTo>
                  <a:pt x="224116" y="50292"/>
                </a:lnTo>
                <a:lnTo>
                  <a:pt x="248500" y="35052"/>
                </a:lnTo>
                <a:close/>
              </a:path>
              <a:path w="759460" h="184785">
                <a:moveTo>
                  <a:pt x="265366" y="147929"/>
                </a:moveTo>
                <a:lnTo>
                  <a:pt x="264464" y="141922"/>
                </a:lnTo>
                <a:lnTo>
                  <a:pt x="264020" y="137261"/>
                </a:lnTo>
                <a:lnTo>
                  <a:pt x="263220" y="128206"/>
                </a:lnTo>
                <a:lnTo>
                  <a:pt x="262318" y="120497"/>
                </a:lnTo>
                <a:lnTo>
                  <a:pt x="253720" y="125907"/>
                </a:lnTo>
                <a:lnTo>
                  <a:pt x="246418" y="130594"/>
                </a:lnTo>
                <a:lnTo>
                  <a:pt x="236308" y="137261"/>
                </a:lnTo>
                <a:lnTo>
                  <a:pt x="236308" y="64008"/>
                </a:lnTo>
                <a:lnTo>
                  <a:pt x="192112" y="64008"/>
                </a:lnTo>
                <a:lnTo>
                  <a:pt x="192112" y="86969"/>
                </a:lnTo>
                <a:lnTo>
                  <a:pt x="210400" y="86969"/>
                </a:lnTo>
                <a:lnTo>
                  <a:pt x="210400" y="154025"/>
                </a:lnTo>
                <a:lnTo>
                  <a:pt x="208902" y="158546"/>
                </a:lnTo>
                <a:lnTo>
                  <a:pt x="205828" y="163169"/>
                </a:lnTo>
                <a:lnTo>
                  <a:pt x="219544" y="181546"/>
                </a:lnTo>
                <a:lnTo>
                  <a:pt x="225844" y="175221"/>
                </a:lnTo>
                <a:lnTo>
                  <a:pt x="235559" y="167601"/>
                </a:lnTo>
                <a:lnTo>
                  <a:pt x="248742" y="158546"/>
                </a:lnTo>
                <a:lnTo>
                  <a:pt x="265366" y="147929"/>
                </a:lnTo>
                <a:close/>
              </a:path>
              <a:path w="759460" h="184785">
                <a:moveTo>
                  <a:pt x="376618" y="57912"/>
                </a:moveTo>
                <a:lnTo>
                  <a:pt x="327850" y="57912"/>
                </a:lnTo>
                <a:lnTo>
                  <a:pt x="327850" y="1524"/>
                </a:lnTo>
                <a:lnTo>
                  <a:pt x="300418" y="1524"/>
                </a:lnTo>
                <a:lnTo>
                  <a:pt x="300418" y="57912"/>
                </a:lnTo>
                <a:lnTo>
                  <a:pt x="253072" y="57912"/>
                </a:lnTo>
                <a:lnTo>
                  <a:pt x="253072" y="82397"/>
                </a:lnTo>
                <a:lnTo>
                  <a:pt x="300418" y="82397"/>
                </a:lnTo>
                <a:lnTo>
                  <a:pt x="300418" y="184594"/>
                </a:lnTo>
                <a:lnTo>
                  <a:pt x="327850" y="184594"/>
                </a:lnTo>
                <a:lnTo>
                  <a:pt x="327850" y="82397"/>
                </a:lnTo>
                <a:lnTo>
                  <a:pt x="376618" y="82397"/>
                </a:lnTo>
                <a:lnTo>
                  <a:pt x="376618" y="57912"/>
                </a:lnTo>
                <a:close/>
              </a:path>
              <a:path w="759460" h="184785">
                <a:moveTo>
                  <a:pt x="567309" y="157073"/>
                </a:moveTo>
                <a:lnTo>
                  <a:pt x="516928" y="157073"/>
                </a:lnTo>
                <a:lnTo>
                  <a:pt x="516928" y="140309"/>
                </a:lnTo>
                <a:lnTo>
                  <a:pt x="559689" y="140309"/>
                </a:lnTo>
                <a:lnTo>
                  <a:pt x="559689" y="120497"/>
                </a:lnTo>
                <a:lnTo>
                  <a:pt x="516928" y="120497"/>
                </a:lnTo>
                <a:lnTo>
                  <a:pt x="516928" y="106781"/>
                </a:lnTo>
                <a:lnTo>
                  <a:pt x="558165" y="106781"/>
                </a:lnTo>
                <a:lnTo>
                  <a:pt x="558165" y="85445"/>
                </a:lnTo>
                <a:lnTo>
                  <a:pt x="558165" y="67056"/>
                </a:lnTo>
                <a:lnTo>
                  <a:pt x="558165" y="48768"/>
                </a:lnTo>
                <a:lnTo>
                  <a:pt x="558165" y="30480"/>
                </a:lnTo>
                <a:lnTo>
                  <a:pt x="558165" y="9144"/>
                </a:lnTo>
                <a:lnTo>
                  <a:pt x="535216" y="9144"/>
                </a:lnTo>
                <a:lnTo>
                  <a:pt x="535216" y="30480"/>
                </a:lnTo>
                <a:lnTo>
                  <a:pt x="535216" y="48768"/>
                </a:lnTo>
                <a:lnTo>
                  <a:pt x="535216" y="67056"/>
                </a:lnTo>
                <a:lnTo>
                  <a:pt x="535216" y="85445"/>
                </a:lnTo>
                <a:lnTo>
                  <a:pt x="516928" y="85445"/>
                </a:lnTo>
                <a:lnTo>
                  <a:pt x="516928" y="67056"/>
                </a:lnTo>
                <a:lnTo>
                  <a:pt x="535216" y="67056"/>
                </a:lnTo>
                <a:lnTo>
                  <a:pt x="535216" y="48768"/>
                </a:lnTo>
                <a:lnTo>
                  <a:pt x="516928" y="48768"/>
                </a:lnTo>
                <a:lnTo>
                  <a:pt x="516928" y="30480"/>
                </a:lnTo>
                <a:lnTo>
                  <a:pt x="535216" y="30480"/>
                </a:lnTo>
                <a:lnTo>
                  <a:pt x="535216" y="9144"/>
                </a:lnTo>
                <a:lnTo>
                  <a:pt x="492544" y="9144"/>
                </a:lnTo>
                <a:lnTo>
                  <a:pt x="492544" y="30480"/>
                </a:lnTo>
                <a:lnTo>
                  <a:pt x="492544" y="48768"/>
                </a:lnTo>
                <a:lnTo>
                  <a:pt x="492544" y="67056"/>
                </a:lnTo>
                <a:lnTo>
                  <a:pt x="492544" y="85445"/>
                </a:lnTo>
                <a:lnTo>
                  <a:pt x="474256" y="85445"/>
                </a:lnTo>
                <a:lnTo>
                  <a:pt x="474256" y="67056"/>
                </a:lnTo>
                <a:lnTo>
                  <a:pt x="492544" y="67056"/>
                </a:lnTo>
                <a:lnTo>
                  <a:pt x="492544" y="48768"/>
                </a:lnTo>
                <a:lnTo>
                  <a:pt x="474256" y="48768"/>
                </a:lnTo>
                <a:lnTo>
                  <a:pt x="474256" y="30480"/>
                </a:lnTo>
                <a:lnTo>
                  <a:pt x="492544" y="30480"/>
                </a:lnTo>
                <a:lnTo>
                  <a:pt x="492544" y="9144"/>
                </a:lnTo>
                <a:lnTo>
                  <a:pt x="451396" y="9144"/>
                </a:lnTo>
                <a:lnTo>
                  <a:pt x="451396" y="106781"/>
                </a:lnTo>
                <a:lnTo>
                  <a:pt x="492544" y="106781"/>
                </a:lnTo>
                <a:lnTo>
                  <a:pt x="492544" y="120497"/>
                </a:lnTo>
                <a:lnTo>
                  <a:pt x="449872" y="120497"/>
                </a:lnTo>
                <a:lnTo>
                  <a:pt x="449872" y="140309"/>
                </a:lnTo>
                <a:lnTo>
                  <a:pt x="492544" y="140309"/>
                </a:lnTo>
                <a:lnTo>
                  <a:pt x="492544" y="157073"/>
                </a:lnTo>
                <a:lnTo>
                  <a:pt x="446824" y="157073"/>
                </a:lnTo>
                <a:lnTo>
                  <a:pt x="446824" y="137261"/>
                </a:lnTo>
                <a:lnTo>
                  <a:pt x="446824" y="131165"/>
                </a:lnTo>
                <a:lnTo>
                  <a:pt x="440728" y="134213"/>
                </a:lnTo>
                <a:lnTo>
                  <a:pt x="434632" y="135737"/>
                </a:lnTo>
                <a:lnTo>
                  <a:pt x="427012" y="137261"/>
                </a:lnTo>
                <a:lnTo>
                  <a:pt x="427012" y="97637"/>
                </a:lnTo>
                <a:lnTo>
                  <a:pt x="445300" y="97637"/>
                </a:lnTo>
                <a:lnTo>
                  <a:pt x="445300" y="74777"/>
                </a:lnTo>
                <a:lnTo>
                  <a:pt x="427012" y="74777"/>
                </a:lnTo>
                <a:lnTo>
                  <a:pt x="427012" y="35052"/>
                </a:lnTo>
                <a:lnTo>
                  <a:pt x="445300" y="35052"/>
                </a:lnTo>
                <a:lnTo>
                  <a:pt x="445300" y="12192"/>
                </a:lnTo>
                <a:lnTo>
                  <a:pt x="384238" y="12192"/>
                </a:lnTo>
                <a:lnTo>
                  <a:pt x="384238" y="35052"/>
                </a:lnTo>
                <a:lnTo>
                  <a:pt x="404152" y="35052"/>
                </a:lnTo>
                <a:lnTo>
                  <a:pt x="404152" y="74777"/>
                </a:lnTo>
                <a:lnTo>
                  <a:pt x="385762" y="74777"/>
                </a:lnTo>
                <a:lnTo>
                  <a:pt x="385762" y="97637"/>
                </a:lnTo>
                <a:lnTo>
                  <a:pt x="404152" y="97637"/>
                </a:lnTo>
                <a:lnTo>
                  <a:pt x="404152" y="143357"/>
                </a:lnTo>
                <a:lnTo>
                  <a:pt x="381190" y="147929"/>
                </a:lnTo>
                <a:lnTo>
                  <a:pt x="387286" y="175450"/>
                </a:lnTo>
                <a:lnTo>
                  <a:pt x="413854" y="166420"/>
                </a:lnTo>
                <a:lnTo>
                  <a:pt x="426605" y="162293"/>
                </a:lnTo>
                <a:lnTo>
                  <a:pt x="439204" y="158597"/>
                </a:lnTo>
                <a:lnTo>
                  <a:pt x="439204" y="178498"/>
                </a:lnTo>
                <a:lnTo>
                  <a:pt x="567309" y="178498"/>
                </a:lnTo>
                <a:lnTo>
                  <a:pt x="567309" y="158597"/>
                </a:lnTo>
                <a:lnTo>
                  <a:pt x="567309" y="157073"/>
                </a:lnTo>
                <a:close/>
              </a:path>
              <a:path w="759460" h="184785">
                <a:moveTo>
                  <a:pt x="609981" y="122021"/>
                </a:moveTo>
                <a:lnTo>
                  <a:pt x="585597" y="114401"/>
                </a:lnTo>
                <a:lnTo>
                  <a:pt x="581291" y="129286"/>
                </a:lnTo>
                <a:lnTo>
                  <a:pt x="577291" y="142354"/>
                </a:lnTo>
                <a:lnTo>
                  <a:pt x="573811" y="152768"/>
                </a:lnTo>
                <a:lnTo>
                  <a:pt x="570357" y="161645"/>
                </a:lnTo>
                <a:lnTo>
                  <a:pt x="593217" y="170878"/>
                </a:lnTo>
                <a:lnTo>
                  <a:pt x="596696" y="162572"/>
                </a:lnTo>
                <a:lnTo>
                  <a:pt x="600456" y="151561"/>
                </a:lnTo>
                <a:lnTo>
                  <a:pt x="604786" y="137998"/>
                </a:lnTo>
                <a:lnTo>
                  <a:pt x="609981" y="122021"/>
                </a:lnTo>
                <a:close/>
              </a:path>
              <a:path w="759460" h="184785">
                <a:moveTo>
                  <a:pt x="692365" y="131165"/>
                </a:moveTo>
                <a:lnTo>
                  <a:pt x="684288" y="123405"/>
                </a:lnTo>
                <a:lnTo>
                  <a:pt x="676097" y="115925"/>
                </a:lnTo>
                <a:lnTo>
                  <a:pt x="658749" y="100685"/>
                </a:lnTo>
                <a:lnTo>
                  <a:pt x="641985" y="115925"/>
                </a:lnTo>
                <a:lnTo>
                  <a:pt x="649960" y="123063"/>
                </a:lnTo>
                <a:lnTo>
                  <a:pt x="657796" y="130784"/>
                </a:lnTo>
                <a:lnTo>
                  <a:pt x="665340" y="139065"/>
                </a:lnTo>
                <a:lnTo>
                  <a:pt x="672465" y="147929"/>
                </a:lnTo>
                <a:lnTo>
                  <a:pt x="692365" y="131165"/>
                </a:lnTo>
                <a:close/>
              </a:path>
              <a:path w="759460" h="184785">
                <a:moveTo>
                  <a:pt x="722845" y="144881"/>
                </a:moveTo>
                <a:lnTo>
                  <a:pt x="716013" y="142354"/>
                </a:lnTo>
                <a:lnTo>
                  <a:pt x="709320" y="139547"/>
                </a:lnTo>
                <a:lnTo>
                  <a:pt x="702919" y="136740"/>
                </a:lnTo>
                <a:lnTo>
                  <a:pt x="696937" y="134213"/>
                </a:lnTo>
                <a:lnTo>
                  <a:pt x="696937" y="140309"/>
                </a:lnTo>
                <a:lnTo>
                  <a:pt x="695413" y="144881"/>
                </a:lnTo>
                <a:lnTo>
                  <a:pt x="692365" y="157073"/>
                </a:lnTo>
                <a:lnTo>
                  <a:pt x="687705" y="160121"/>
                </a:lnTo>
                <a:lnTo>
                  <a:pt x="645033" y="160121"/>
                </a:lnTo>
                <a:lnTo>
                  <a:pt x="640461" y="155549"/>
                </a:lnTo>
                <a:lnTo>
                  <a:pt x="640461" y="111353"/>
                </a:lnTo>
                <a:lnTo>
                  <a:pt x="616077" y="111353"/>
                </a:lnTo>
                <a:lnTo>
                  <a:pt x="616077" y="154025"/>
                </a:lnTo>
                <a:lnTo>
                  <a:pt x="617816" y="166077"/>
                </a:lnTo>
                <a:lnTo>
                  <a:pt x="617893" y="166217"/>
                </a:lnTo>
                <a:lnTo>
                  <a:pt x="623125" y="174688"/>
                </a:lnTo>
                <a:lnTo>
                  <a:pt x="632155" y="179832"/>
                </a:lnTo>
                <a:lnTo>
                  <a:pt x="645033" y="181546"/>
                </a:lnTo>
                <a:lnTo>
                  <a:pt x="689229" y="181546"/>
                </a:lnTo>
                <a:lnTo>
                  <a:pt x="718578" y="160121"/>
                </a:lnTo>
                <a:lnTo>
                  <a:pt x="719797" y="154025"/>
                </a:lnTo>
                <a:lnTo>
                  <a:pt x="722845" y="144881"/>
                </a:lnTo>
                <a:close/>
              </a:path>
              <a:path w="759460" h="184785">
                <a:moveTo>
                  <a:pt x="722845" y="71628"/>
                </a:moveTo>
                <a:lnTo>
                  <a:pt x="672465" y="71628"/>
                </a:lnTo>
                <a:lnTo>
                  <a:pt x="681609" y="68580"/>
                </a:lnTo>
                <a:lnTo>
                  <a:pt x="679081" y="60896"/>
                </a:lnTo>
                <a:lnTo>
                  <a:pt x="676275" y="53911"/>
                </a:lnTo>
                <a:lnTo>
                  <a:pt x="673468" y="47802"/>
                </a:lnTo>
                <a:lnTo>
                  <a:pt x="670928" y="42684"/>
                </a:lnTo>
                <a:lnTo>
                  <a:pt x="645033" y="50292"/>
                </a:lnTo>
                <a:lnTo>
                  <a:pt x="648081" y="56388"/>
                </a:lnTo>
                <a:lnTo>
                  <a:pt x="649605" y="62484"/>
                </a:lnTo>
                <a:lnTo>
                  <a:pt x="652653" y="71628"/>
                </a:lnTo>
                <a:lnTo>
                  <a:pt x="602361" y="71628"/>
                </a:lnTo>
                <a:lnTo>
                  <a:pt x="602361" y="91541"/>
                </a:lnTo>
                <a:lnTo>
                  <a:pt x="695413" y="91541"/>
                </a:lnTo>
                <a:lnTo>
                  <a:pt x="681609" y="109829"/>
                </a:lnTo>
                <a:lnTo>
                  <a:pt x="701509" y="122021"/>
                </a:lnTo>
                <a:lnTo>
                  <a:pt x="722845" y="91541"/>
                </a:lnTo>
                <a:lnTo>
                  <a:pt x="722845" y="71628"/>
                </a:lnTo>
                <a:close/>
              </a:path>
              <a:path w="759460" h="184785">
                <a:moveTo>
                  <a:pt x="757897" y="50292"/>
                </a:moveTo>
                <a:lnTo>
                  <a:pt x="735901" y="42557"/>
                </a:lnTo>
                <a:lnTo>
                  <a:pt x="715606" y="32956"/>
                </a:lnTo>
                <a:lnTo>
                  <a:pt x="706742" y="27432"/>
                </a:lnTo>
                <a:lnTo>
                  <a:pt x="697001" y="21361"/>
                </a:lnTo>
                <a:lnTo>
                  <a:pt x="680085" y="7620"/>
                </a:lnTo>
                <a:lnTo>
                  <a:pt x="683133" y="1524"/>
                </a:lnTo>
                <a:lnTo>
                  <a:pt x="652653" y="1524"/>
                </a:lnTo>
                <a:lnTo>
                  <a:pt x="636384" y="18389"/>
                </a:lnTo>
                <a:lnTo>
                  <a:pt x="617410" y="32385"/>
                </a:lnTo>
                <a:lnTo>
                  <a:pt x="595858" y="43535"/>
                </a:lnTo>
                <a:lnTo>
                  <a:pt x="571881" y="51816"/>
                </a:lnTo>
                <a:lnTo>
                  <a:pt x="575551" y="57556"/>
                </a:lnTo>
                <a:lnTo>
                  <a:pt x="579501" y="63449"/>
                </a:lnTo>
                <a:lnTo>
                  <a:pt x="583450" y="69646"/>
                </a:lnTo>
                <a:lnTo>
                  <a:pt x="587121" y="76301"/>
                </a:lnTo>
                <a:lnTo>
                  <a:pt x="608266" y="67132"/>
                </a:lnTo>
                <a:lnTo>
                  <a:pt x="628269" y="55829"/>
                </a:lnTo>
                <a:lnTo>
                  <a:pt x="647128" y="42557"/>
                </a:lnTo>
                <a:lnTo>
                  <a:pt x="664845" y="27432"/>
                </a:lnTo>
                <a:lnTo>
                  <a:pt x="680859" y="40601"/>
                </a:lnTo>
                <a:lnTo>
                  <a:pt x="699185" y="52781"/>
                </a:lnTo>
                <a:lnTo>
                  <a:pt x="719785" y="64122"/>
                </a:lnTo>
                <a:lnTo>
                  <a:pt x="742657" y="74777"/>
                </a:lnTo>
                <a:lnTo>
                  <a:pt x="746328" y="68122"/>
                </a:lnTo>
                <a:lnTo>
                  <a:pt x="750277" y="61925"/>
                </a:lnTo>
                <a:lnTo>
                  <a:pt x="754240" y="56032"/>
                </a:lnTo>
                <a:lnTo>
                  <a:pt x="757897" y="50292"/>
                </a:lnTo>
                <a:close/>
              </a:path>
              <a:path w="759460" h="184785">
                <a:moveTo>
                  <a:pt x="759421" y="152501"/>
                </a:moveTo>
                <a:lnTo>
                  <a:pt x="752487" y="142354"/>
                </a:lnTo>
                <a:lnTo>
                  <a:pt x="745705" y="132880"/>
                </a:lnTo>
                <a:lnTo>
                  <a:pt x="738733" y="123405"/>
                </a:lnTo>
                <a:lnTo>
                  <a:pt x="731989" y="114401"/>
                </a:lnTo>
                <a:lnTo>
                  <a:pt x="712177" y="125069"/>
                </a:lnTo>
                <a:lnTo>
                  <a:pt x="719023" y="134493"/>
                </a:lnTo>
                <a:lnTo>
                  <a:pt x="725703" y="144500"/>
                </a:lnTo>
                <a:lnTo>
                  <a:pt x="732116" y="155067"/>
                </a:lnTo>
                <a:lnTo>
                  <a:pt x="738085" y="166217"/>
                </a:lnTo>
                <a:lnTo>
                  <a:pt x="759421" y="152501"/>
                </a:lnTo>
                <a:close/>
              </a:path>
            </a:pathLst>
          </a:custGeom>
          <a:solidFill>
            <a:srgbClr val="1F2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25150" y="2448305"/>
            <a:ext cx="1261110" cy="149542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2153411" y="2449829"/>
            <a:ext cx="800735" cy="148590"/>
            <a:chOff x="2153411" y="2449829"/>
            <a:chExt cx="800735" cy="148590"/>
          </a:xfrm>
        </p:grpSpPr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3411" y="2449829"/>
              <a:ext cx="436149" cy="14801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12421" y="2451353"/>
              <a:ext cx="285178" cy="14649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931128" y="2558129"/>
              <a:ext cx="23495" cy="40005"/>
            </a:xfrm>
            <a:custGeom>
              <a:avLst/>
              <a:gdLst/>
              <a:ahLst/>
              <a:cxnLst/>
              <a:rect l="l" t="t" r="r" b="b"/>
              <a:pathLst>
                <a:path w="23494" h="40005">
                  <a:moveTo>
                    <a:pt x="9143" y="39719"/>
                  </a:moveTo>
                  <a:lnTo>
                    <a:pt x="0" y="39719"/>
                  </a:lnTo>
                  <a:lnTo>
                    <a:pt x="9143" y="0"/>
                  </a:lnTo>
                  <a:lnTo>
                    <a:pt x="22955" y="0"/>
                  </a:lnTo>
                  <a:lnTo>
                    <a:pt x="9143" y="39719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062287" y="2448305"/>
            <a:ext cx="1524000" cy="148590"/>
            <a:chOff x="3062287" y="2448305"/>
            <a:chExt cx="1524000" cy="148590"/>
          </a:xfrm>
        </p:grpSpPr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62287" y="2448305"/>
              <a:ext cx="1038510" cy="14801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111561" y="2458973"/>
              <a:ext cx="356870" cy="119380"/>
            </a:xfrm>
            <a:custGeom>
              <a:avLst/>
              <a:gdLst/>
              <a:ahLst/>
              <a:cxnLst/>
              <a:rect l="l" t="t" r="r" b="b"/>
              <a:pathLst>
                <a:path w="356870" h="119380">
                  <a:moveTo>
                    <a:pt x="80772" y="2552"/>
                  </a:moveTo>
                  <a:lnTo>
                    <a:pt x="0" y="2552"/>
                  </a:lnTo>
                  <a:lnTo>
                    <a:pt x="0" y="15252"/>
                  </a:lnTo>
                  <a:lnTo>
                    <a:pt x="33528" y="15252"/>
                  </a:lnTo>
                  <a:lnTo>
                    <a:pt x="33528" y="118122"/>
                  </a:lnTo>
                  <a:lnTo>
                    <a:pt x="47244" y="118122"/>
                  </a:lnTo>
                  <a:lnTo>
                    <a:pt x="47244" y="15252"/>
                  </a:lnTo>
                  <a:lnTo>
                    <a:pt x="80772" y="15252"/>
                  </a:lnTo>
                  <a:lnTo>
                    <a:pt x="80772" y="2552"/>
                  </a:lnTo>
                  <a:close/>
                </a:path>
                <a:path w="356870" h="119380">
                  <a:moveTo>
                    <a:pt x="138861" y="66294"/>
                  </a:moveTo>
                  <a:lnTo>
                    <a:pt x="94678" y="66294"/>
                  </a:lnTo>
                  <a:lnTo>
                    <a:pt x="94678" y="78486"/>
                  </a:lnTo>
                  <a:lnTo>
                    <a:pt x="138861" y="78486"/>
                  </a:lnTo>
                  <a:lnTo>
                    <a:pt x="138861" y="66294"/>
                  </a:lnTo>
                  <a:close/>
                </a:path>
                <a:path w="356870" h="119380">
                  <a:moveTo>
                    <a:pt x="251548" y="56489"/>
                  </a:moveTo>
                  <a:lnTo>
                    <a:pt x="211924" y="56489"/>
                  </a:lnTo>
                  <a:lnTo>
                    <a:pt x="211924" y="70205"/>
                  </a:lnTo>
                  <a:lnTo>
                    <a:pt x="236308" y="70205"/>
                  </a:lnTo>
                  <a:lnTo>
                    <a:pt x="236308" y="100685"/>
                  </a:lnTo>
                  <a:lnTo>
                    <a:pt x="230212" y="105257"/>
                  </a:lnTo>
                  <a:lnTo>
                    <a:pt x="222592" y="106781"/>
                  </a:lnTo>
                  <a:lnTo>
                    <a:pt x="214972" y="106781"/>
                  </a:lnTo>
                  <a:lnTo>
                    <a:pt x="179374" y="88061"/>
                  </a:lnTo>
                  <a:lnTo>
                    <a:pt x="172300" y="61061"/>
                  </a:lnTo>
                  <a:lnTo>
                    <a:pt x="173139" y="50444"/>
                  </a:lnTo>
                  <a:lnTo>
                    <a:pt x="198780" y="16967"/>
                  </a:lnTo>
                  <a:lnTo>
                    <a:pt x="216496" y="13716"/>
                  </a:lnTo>
                  <a:lnTo>
                    <a:pt x="225361" y="14300"/>
                  </a:lnTo>
                  <a:lnTo>
                    <a:pt x="233641" y="16014"/>
                  </a:lnTo>
                  <a:lnTo>
                    <a:pt x="241363" y="18910"/>
                  </a:lnTo>
                  <a:lnTo>
                    <a:pt x="248500" y="22961"/>
                  </a:lnTo>
                  <a:lnTo>
                    <a:pt x="248500" y="6096"/>
                  </a:lnTo>
                  <a:lnTo>
                    <a:pt x="242239" y="3860"/>
                  </a:lnTo>
                  <a:lnTo>
                    <a:pt x="234975" y="1905"/>
                  </a:lnTo>
                  <a:lnTo>
                    <a:pt x="226860" y="533"/>
                  </a:lnTo>
                  <a:lnTo>
                    <a:pt x="218020" y="0"/>
                  </a:lnTo>
                  <a:lnTo>
                    <a:pt x="205117" y="1143"/>
                  </a:lnTo>
                  <a:lnTo>
                    <a:pt x="166700" y="27165"/>
                  </a:lnTo>
                  <a:lnTo>
                    <a:pt x="157060" y="61061"/>
                  </a:lnTo>
                  <a:lnTo>
                    <a:pt x="157937" y="73939"/>
                  </a:lnTo>
                  <a:lnTo>
                    <a:pt x="180873" y="110629"/>
                  </a:lnTo>
                  <a:lnTo>
                    <a:pt x="213448" y="119062"/>
                  </a:lnTo>
                  <a:lnTo>
                    <a:pt x="223685" y="118478"/>
                  </a:lnTo>
                  <a:lnTo>
                    <a:pt x="233641" y="116738"/>
                  </a:lnTo>
                  <a:lnTo>
                    <a:pt x="243027" y="113842"/>
                  </a:lnTo>
                  <a:lnTo>
                    <a:pt x="251548" y="109829"/>
                  </a:lnTo>
                  <a:lnTo>
                    <a:pt x="251548" y="56489"/>
                  </a:lnTo>
                  <a:close/>
                </a:path>
                <a:path w="356870" h="119380">
                  <a:moveTo>
                    <a:pt x="356793" y="4584"/>
                  </a:moveTo>
                  <a:lnTo>
                    <a:pt x="350799" y="2578"/>
                  </a:lnTo>
                  <a:lnTo>
                    <a:pt x="344220" y="1155"/>
                  </a:lnTo>
                  <a:lnTo>
                    <a:pt x="337083" y="292"/>
                  </a:lnTo>
                  <a:lnTo>
                    <a:pt x="329361" y="12"/>
                  </a:lnTo>
                  <a:lnTo>
                    <a:pt x="317347" y="1130"/>
                  </a:lnTo>
                  <a:lnTo>
                    <a:pt x="279527" y="26543"/>
                  </a:lnTo>
                  <a:lnTo>
                    <a:pt x="269836" y="62585"/>
                  </a:lnTo>
                  <a:lnTo>
                    <a:pt x="270929" y="74587"/>
                  </a:lnTo>
                  <a:lnTo>
                    <a:pt x="293509" y="110629"/>
                  </a:lnTo>
                  <a:lnTo>
                    <a:pt x="324789" y="119075"/>
                  </a:lnTo>
                  <a:lnTo>
                    <a:pt x="333654" y="118757"/>
                  </a:lnTo>
                  <a:lnTo>
                    <a:pt x="341934" y="117729"/>
                  </a:lnTo>
                  <a:lnTo>
                    <a:pt x="349656" y="115811"/>
                  </a:lnTo>
                  <a:lnTo>
                    <a:pt x="356793" y="112877"/>
                  </a:lnTo>
                  <a:lnTo>
                    <a:pt x="356793" y="99161"/>
                  </a:lnTo>
                  <a:lnTo>
                    <a:pt x="349897" y="102285"/>
                  </a:lnTo>
                  <a:lnTo>
                    <a:pt x="342696" y="104686"/>
                  </a:lnTo>
                  <a:lnTo>
                    <a:pt x="334937" y="106235"/>
                  </a:lnTo>
                  <a:lnTo>
                    <a:pt x="326313" y="106781"/>
                  </a:lnTo>
                  <a:lnTo>
                    <a:pt x="317728" y="105943"/>
                  </a:lnTo>
                  <a:lnTo>
                    <a:pt x="289166" y="79540"/>
                  </a:lnTo>
                  <a:lnTo>
                    <a:pt x="286689" y="61061"/>
                  </a:lnTo>
                  <a:lnTo>
                    <a:pt x="287312" y="51079"/>
                  </a:lnTo>
                  <a:lnTo>
                    <a:pt x="312407" y="16967"/>
                  </a:lnTo>
                  <a:lnTo>
                    <a:pt x="329361" y="13728"/>
                  </a:lnTo>
                  <a:lnTo>
                    <a:pt x="337083" y="14274"/>
                  </a:lnTo>
                  <a:lnTo>
                    <a:pt x="344220" y="15824"/>
                  </a:lnTo>
                  <a:lnTo>
                    <a:pt x="350799" y="18262"/>
                  </a:lnTo>
                  <a:lnTo>
                    <a:pt x="356793" y="21437"/>
                  </a:lnTo>
                  <a:lnTo>
                    <a:pt x="356793" y="4584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91228" y="2462021"/>
              <a:ext cx="94583" cy="114490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46783" y="2449830"/>
            <a:ext cx="443757" cy="146494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822096" y="2697009"/>
            <a:ext cx="654685" cy="147955"/>
          </a:xfrm>
          <a:custGeom>
            <a:avLst/>
            <a:gdLst/>
            <a:ahLst/>
            <a:cxnLst/>
            <a:rect l="l" t="t" r="r" b="b"/>
            <a:pathLst>
              <a:path w="654685" h="147955">
                <a:moveTo>
                  <a:pt x="149440" y="132676"/>
                </a:moveTo>
                <a:lnTo>
                  <a:pt x="122796" y="120078"/>
                </a:lnTo>
                <a:lnTo>
                  <a:pt x="102311" y="102768"/>
                </a:lnTo>
                <a:lnTo>
                  <a:pt x="87845" y="80568"/>
                </a:lnTo>
                <a:lnTo>
                  <a:pt x="79248" y="53340"/>
                </a:lnTo>
                <a:lnTo>
                  <a:pt x="144868" y="53340"/>
                </a:lnTo>
                <a:lnTo>
                  <a:pt x="144868" y="42672"/>
                </a:lnTo>
                <a:lnTo>
                  <a:pt x="79248" y="42672"/>
                </a:lnTo>
                <a:lnTo>
                  <a:pt x="79248" y="1524"/>
                </a:lnTo>
                <a:lnTo>
                  <a:pt x="67056" y="1524"/>
                </a:lnTo>
                <a:lnTo>
                  <a:pt x="67056" y="42672"/>
                </a:lnTo>
                <a:lnTo>
                  <a:pt x="3048" y="42672"/>
                </a:lnTo>
                <a:lnTo>
                  <a:pt x="3048" y="53340"/>
                </a:lnTo>
                <a:lnTo>
                  <a:pt x="65532" y="53340"/>
                </a:lnTo>
                <a:lnTo>
                  <a:pt x="59791" y="79108"/>
                </a:lnTo>
                <a:lnTo>
                  <a:pt x="47053" y="101434"/>
                </a:lnTo>
                <a:lnTo>
                  <a:pt x="27165" y="120294"/>
                </a:lnTo>
                <a:lnTo>
                  <a:pt x="0" y="135724"/>
                </a:lnTo>
                <a:lnTo>
                  <a:pt x="4572" y="140296"/>
                </a:lnTo>
                <a:lnTo>
                  <a:pt x="7620" y="144868"/>
                </a:lnTo>
                <a:lnTo>
                  <a:pt x="9144" y="146392"/>
                </a:lnTo>
                <a:lnTo>
                  <a:pt x="32880" y="132422"/>
                </a:lnTo>
                <a:lnTo>
                  <a:pt x="51625" y="115722"/>
                </a:lnTo>
                <a:lnTo>
                  <a:pt x="65506" y="96469"/>
                </a:lnTo>
                <a:lnTo>
                  <a:pt x="74676" y="74764"/>
                </a:lnTo>
                <a:lnTo>
                  <a:pt x="83794" y="97942"/>
                </a:lnTo>
                <a:lnTo>
                  <a:pt x="97358" y="117246"/>
                </a:lnTo>
                <a:lnTo>
                  <a:pt x="115227" y="132854"/>
                </a:lnTo>
                <a:lnTo>
                  <a:pt x="137248" y="144868"/>
                </a:lnTo>
                <a:lnTo>
                  <a:pt x="140296" y="140296"/>
                </a:lnTo>
                <a:lnTo>
                  <a:pt x="143344" y="137248"/>
                </a:lnTo>
                <a:lnTo>
                  <a:pt x="149440" y="132676"/>
                </a:lnTo>
                <a:close/>
              </a:path>
              <a:path w="654685" h="147955">
                <a:moveTo>
                  <a:pt x="207352" y="27432"/>
                </a:moveTo>
                <a:lnTo>
                  <a:pt x="187540" y="27432"/>
                </a:lnTo>
                <a:lnTo>
                  <a:pt x="187540" y="1524"/>
                </a:lnTo>
                <a:lnTo>
                  <a:pt x="176872" y="1524"/>
                </a:lnTo>
                <a:lnTo>
                  <a:pt x="176872" y="27432"/>
                </a:lnTo>
                <a:lnTo>
                  <a:pt x="158584" y="27432"/>
                </a:lnTo>
                <a:lnTo>
                  <a:pt x="158584" y="118960"/>
                </a:lnTo>
                <a:lnTo>
                  <a:pt x="167728" y="118960"/>
                </a:lnTo>
                <a:lnTo>
                  <a:pt x="167728" y="36576"/>
                </a:lnTo>
                <a:lnTo>
                  <a:pt x="176872" y="36576"/>
                </a:lnTo>
                <a:lnTo>
                  <a:pt x="176872" y="146392"/>
                </a:lnTo>
                <a:lnTo>
                  <a:pt x="187540" y="146392"/>
                </a:lnTo>
                <a:lnTo>
                  <a:pt x="187540" y="106768"/>
                </a:lnTo>
                <a:lnTo>
                  <a:pt x="187540" y="36576"/>
                </a:lnTo>
                <a:lnTo>
                  <a:pt x="198208" y="36576"/>
                </a:lnTo>
                <a:lnTo>
                  <a:pt x="198208" y="105244"/>
                </a:lnTo>
                <a:lnTo>
                  <a:pt x="196684" y="106768"/>
                </a:lnTo>
                <a:lnTo>
                  <a:pt x="187540" y="106768"/>
                </a:lnTo>
                <a:lnTo>
                  <a:pt x="190588" y="112864"/>
                </a:lnTo>
                <a:lnTo>
                  <a:pt x="190588" y="115912"/>
                </a:lnTo>
                <a:lnTo>
                  <a:pt x="202780" y="115912"/>
                </a:lnTo>
                <a:lnTo>
                  <a:pt x="207352" y="112864"/>
                </a:lnTo>
                <a:lnTo>
                  <a:pt x="207352" y="36576"/>
                </a:lnTo>
                <a:lnTo>
                  <a:pt x="207352" y="27432"/>
                </a:lnTo>
                <a:close/>
              </a:path>
              <a:path w="654685" h="147955">
                <a:moveTo>
                  <a:pt x="288226" y="27432"/>
                </a:moveTo>
                <a:lnTo>
                  <a:pt x="279082" y="27432"/>
                </a:lnTo>
                <a:lnTo>
                  <a:pt x="279082" y="36576"/>
                </a:lnTo>
                <a:lnTo>
                  <a:pt x="279082" y="53340"/>
                </a:lnTo>
                <a:lnTo>
                  <a:pt x="231736" y="53340"/>
                </a:lnTo>
                <a:lnTo>
                  <a:pt x="231736" y="36576"/>
                </a:lnTo>
                <a:lnTo>
                  <a:pt x="279082" y="36576"/>
                </a:lnTo>
                <a:lnTo>
                  <a:pt x="279082" y="27432"/>
                </a:lnTo>
                <a:lnTo>
                  <a:pt x="222592" y="27432"/>
                </a:lnTo>
                <a:lnTo>
                  <a:pt x="222592" y="68580"/>
                </a:lnTo>
                <a:lnTo>
                  <a:pt x="231736" y="68580"/>
                </a:lnTo>
                <a:lnTo>
                  <a:pt x="231736" y="62484"/>
                </a:lnTo>
                <a:lnTo>
                  <a:pt x="279082" y="62484"/>
                </a:lnTo>
                <a:lnTo>
                  <a:pt x="279082" y="68580"/>
                </a:lnTo>
                <a:lnTo>
                  <a:pt x="288226" y="68580"/>
                </a:lnTo>
                <a:lnTo>
                  <a:pt x="288226" y="62484"/>
                </a:lnTo>
                <a:lnTo>
                  <a:pt x="288226" y="53340"/>
                </a:lnTo>
                <a:lnTo>
                  <a:pt x="288226" y="36576"/>
                </a:lnTo>
                <a:lnTo>
                  <a:pt x="288226" y="27432"/>
                </a:lnTo>
                <a:close/>
              </a:path>
              <a:path w="654685" h="147955">
                <a:moveTo>
                  <a:pt x="295846" y="74764"/>
                </a:moveTo>
                <a:lnTo>
                  <a:pt x="285178" y="74764"/>
                </a:lnTo>
                <a:lnTo>
                  <a:pt x="285178" y="83908"/>
                </a:lnTo>
                <a:lnTo>
                  <a:pt x="285178" y="102196"/>
                </a:lnTo>
                <a:lnTo>
                  <a:pt x="285178" y="111340"/>
                </a:lnTo>
                <a:lnTo>
                  <a:pt x="285178" y="129628"/>
                </a:lnTo>
                <a:lnTo>
                  <a:pt x="259270" y="129628"/>
                </a:lnTo>
                <a:lnTo>
                  <a:pt x="259270" y="111340"/>
                </a:lnTo>
                <a:lnTo>
                  <a:pt x="285178" y="111340"/>
                </a:lnTo>
                <a:lnTo>
                  <a:pt x="285178" y="102196"/>
                </a:lnTo>
                <a:lnTo>
                  <a:pt x="259270" y="102196"/>
                </a:lnTo>
                <a:lnTo>
                  <a:pt x="259270" y="83908"/>
                </a:lnTo>
                <a:lnTo>
                  <a:pt x="285178" y="83908"/>
                </a:lnTo>
                <a:lnTo>
                  <a:pt x="285178" y="74764"/>
                </a:lnTo>
                <a:lnTo>
                  <a:pt x="250024" y="74764"/>
                </a:lnTo>
                <a:lnTo>
                  <a:pt x="250024" y="83908"/>
                </a:lnTo>
                <a:lnTo>
                  <a:pt x="250024" y="102196"/>
                </a:lnTo>
                <a:lnTo>
                  <a:pt x="250024" y="111340"/>
                </a:lnTo>
                <a:lnTo>
                  <a:pt x="250024" y="129628"/>
                </a:lnTo>
                <a:lnTo>
                  <a:pt x="225640" y="129628"/>
                </a:lnTo>
                <a:lnTo>
                  <a:pt x="225640" y="111340"/>
                </a:lnTo>
                <a:lnTo>
                  <a:pt x="250024" y="111340"/>
                </a:lnTo>
                <a:lnTo>
                  <a:pt x="250024" y="102196"/>
                </a:lnTo>
                <a:lnTo>
                  <a:pt x="225640" y="102196"/>
                </a:lnTo>
                <a:lnTo>
                  <a:pt x="225640" y="83908"/>
                </a:lnTo>
                <a:lnTo>
                  <a:pt x="250024" y="83908"/>
                </a:lnTo>
                <a:lnTo>
                  <a:pt x="250024" y="74764"/>
                </a:lnTo>
                <a:lnTo>
                  <a:pt x="214972" y="74764"/>
                </a:lnTo>
                <a:lnTo>
                  <a:pt x="214972" y="146392"/>
                </a:lnTo>
                <a:lnTo>
                  <a:pt x="225640" y="146392"/>
                </a:lnTo>
                <a:lnTo>
                  <a:pt x="225640" y="138772"/>
                </a:lnTo>
                <a:lnTo>
                  <a:pt x="285178" y="138772"/>
                </a:lnTo>
                <a:lnTo>
                  <a:pt x="285178" y="146392"/>
                </a:lnTo>
                <a:lnTo>
                  <a:pt x="295846" y="146392"/>
                </a:lnTo>
                <a:lnTo>
                  <a:pt x="295846" y="138772"/>
                </a:lnTo>
                <a:lnTo>
                  <a:pt x="295846" y="129628"/>
                </a:lnTo>
                <a:lnTo>
                  <a:pt x="295846" y="111340"/>
                </a:lnTo>
                <a:lnTo>
                  <a:pt x="295846" y="102196"/>
                </a:lnTo>
                <a:lnTo>
                  <a:pt x="295846" y="83908"/>
                </a:lnTo>
                <a:lnTo>
                  <a:pt x="295846" y="74764"/>
                </a:lnTo>
                <a:close/>
              </a:path>
              <a:path w="654685" h="147955">
                <a:moveTo>
                  <a:pt x="298894" y="7620"/>
                </a:moveTo>
                <a:lnTo>
                  <a:pt x="211924" y="7620"/>
                </a:lnTo>
                <a:lnTo>
                  <a:pt x="211924" y="18288"/>
                </a:lnTo>
                <a:lnTo>
                  <a:pt x="298894" y="18288"/>
                </a:lnTo>
                <a:lnTo>
                  <a:pt x="298894" y="7620"/>
                </a:lnTo>
                <a:close/>
              </a:path>
              <a:path w="654685" h="147955">
                <a:moveTo>
                  <a:pt x="327850" y="60960"/>
                </a:moveTo>
                <a:lnTo>
                  <a:pt x="315658" y="60960"/>
                </a:lnTo>
                <a:lnTo>
                  <a:pt x="315658" y="147929"/>
                </a:lnTo>
                <a:lnTo>
                  <a:pt x="327850" y="147929"/>
                </a:lnTo>
                <a:lnTo>
                  <a:pt x="327850" y="60960"/>
                </a:lnTo>
                <a:close/>
              </a:path>
              <a:path w="654685" h="147955">
                <a:moveTo>
                  <a:pt x="349186" y="54864"/>
                </a:moveTo>
                <a:lnTo>
                  <a:pt x="332422" y="38100"/>
                </a:lnTo>
                <a:lnTo>
                  <a:pt x="324802" y="44196"/>
                </a:lnTo>
                <a:lnTo>
                  <a:pt x="330898" y="50292"/>
                </a:lnTo>
                <a:lnTo>
                  <a:pt x="340042" y="62484"/>
                </a:lnTo>
                <a:lnTo>
                  <a:pt x="349186" y="54864"/>
                </a:lnTo>
                <a:close/>
              </a:path>
              <a:path w="654685" h="147955">
                <a:moveTo>
                  <a:pt x="362902" y="38100"/>
                </a:moveTo>
                <a:lnTo>
                  <a:pt x="358330" y="33528"/>
                </a:lnTo>
                <a:lnTo>
                  <a:pt x="355282" y="28956"/>
                </a:lnTo>
                <a:lnTo>
                  <a:pt x="350710" y="25908"/>
                </a:lnTo>
                <a:lnTo>
                  <a:pt x="343090" y="30480"/>
                </a:lnTo>
                <a:lnTo>
                  <a:pt x="346138" y="35052"/>
                </a:lnTo>
                <a:lnTo>
                  <a:pt x="350710" y="41148"/>
                </a:lnTo>
                <a:lnTo>
                  <a:pt x="353758" y="45720"/>
                </a:lnTo>
                <a:lnTo>
                  <a:pt x="362902" y="38100"/>
                </a:lnTo>
                <a:close/>
              </a:path>
              <a:path w="654685" h="147955">
                <a:moveTo>
                  <a:pt x="381190" y="15240"/>
                </a:moveTo>
                <a:lnTo>
                  <a:pt x="338518" y="15240"/>
                </a:lnTo>
                <a:lnTo>
                  <a:pt x="344614" y="6096"/>
                </a:lnTo>
                <a:lnTo>
                  <a:pt x="346138" y="0"/>
                </a:lnTo>
                <a:lnTo>
                  <a:pt x="333946" y="0"/>
                </a:lnTo>
                <a:lnTo>
                  <a:pt x="327926" y="10883"/>
                </a:lnTo>
                <a:lnTo>
                  <a:pt x="321183" y="20764"/>
                </a:lnTo>
                <a:lnTo>
                  <a:pt x="313588" y="29794"/>
                </a:lnTo>
                <a:lnTo>
                  <a:pt x="304990" y="38100"/>
                </a:lnTo>
                <a:lnTo>
                  <a:pt x="311086" y="44196"/>
                </a:lnTo>
                <a:lnTo>
                  <a:pt x="332422" y="24384"/>
                </a:lnTo>
                <a:lnTo>
                  <a:pt x="381190" y="24384"/>
                </a:lnTo>
                <a:lnTo>
                  <a:pt x="381190" y="15240"/>
                </a:lnTo>
                <a:close/>
              </a:path>
              <a:path w="654685" h="147955">
                <a:moveTo>
                  <a:pt x="410235" y="70104"/>
                </a:moveTo>
                <a:lnTo>
                  <a:pt x="399478" y="70104"/>
                </a:lnTo>
                <a:lnTo>
                  <a:pt x="399478" y="77825"/>
                </a:lnTo>
                <a:lnTo>
                  <a:pt x="399478" y="93065"/>
                </a:lnTo>
                <a:lnTo>
                  <a:pt x="399478" y="100685"/>
                </a:lnTo>
                <a:lnTo>
                  <a:pt x="399478" y="115925"/>
                </a:lnTo>
                <a:lnTo>
                  <a:pt x="358330" y="115925"/>
                </a:lnTo>
                <a:lnTo>
                  <a:pt x="358330" y="100685"/>
                </a:lnTo>
                <a:lnTo>
                  <a:pt x="399478" y="100685"/>
                </a:lnTo>
                <a:lnTo>
                  <a:pt x="399478" y="93065"/>
                </a:lnTo>
                <a:lnTo>
                  <a:pt x="358330" y="93065"/>
                </a:lnTo>
                <a:lnTo>
                  <a:pt x="358330" y="77825"/>
                </a:lnTo>
                <a:lnTo>
                  <a:pt x="399478" y="77825"/>
                </a:lnTo>
                <a:lnTo>
                  <a:pt x="399478" y="70104"/>
                </a:lnTo>
                <a:lnTo>
                  <a:pt x="347662" y="70104"/>
                </a:lnTo>
                <a:lnTo>
                  <a:pt x="347662" y="131165"/>
                </a:lnTo>
                <a:lnTo>
                  <a:pt x="358330" y="131165"/>
                </a:lnTo>
                <a:lnTo>
                  <a:pt x="358330" y="125069"/>
                </a:lnTo>
                <a:lnTo>
                  <a:pt x="410235" y="125069"/>
                </a:lnTo>
                <a:lnTo>
                  <a:pt x="410235" y="115925"/>
                </a:lnTo>
                <a:lnTo>
                  <a:pt x="410235" y="100685"/>
                </a:lnTo>
                <a:lnTo>
                  <a:pt x="410235" y="93065"/>
                </a:lnTo>
                <a:lnTo>
                  <a:pt x="410235" y="77825"/>
                </a:lnTo>
                <a:lnTo>
                  <a:pt x="410235" y="70104"/>
                </a:lnTo>
                <a:close/>
              </a:path>
              <a:path w="654685" h="147955">
                <a:moveTo>
                  <a:pt x="426999" y="39624"/>
                </a:moveTo>
                <a:lnTo>
                  <a:pt x="422427" y="35052"/>
                </a:lnTo>
                <a:lnTo>
                  <a:pt x="419379" y="30480"/>
                </a:lnTo>
                <a:lnTo>
                  <a:pt x="413283" y="24384"/>
                </a:lnTo>
                <a:lnTo>
                  <a:pt x="405663" y="30480"/>
                </a:lnTo>
                <a:lnTo>
                  <a:pt x="411759" y="38100"/>
                </a:lnTo>
                <a:lnTo>
                  <a:pt x="416331" y="42672"/>
                </a:lnTo>
                <a:lnTo>
                  <a:pt x="417855" y="45720"/>
                </a:lnTo>
                <a:lnTo>
                  <a:pt x="426999" y="39624"/>
                </a:lnTo>
                <a:close/>
              </a:path>
              <a:path w="654685" h="147955">
                <a:moveTo>
                  <a:pt x="442239" y="45720"/>
                </a:moveTo>
                <a:lnTo>
                  <a:pt x="417855" y="45720"/>
                </a:lnTo>
                <a:lnTo>
                  <a:pt x="356806" y="45720"/>
                </a:lnTo>
                <a:lnTo>
                  <a:pt x="356806" y="56388"/>
                </a:lnTo>
                <a:lnTo>
                  <a:pt x="431571" y="56388"/>
                </a:lnTo>
                <a:lnTo>
                  <a:pt x="431571" y="132689"/>
                </a:lnTo>
                <a:lnTo>
                  <a:pt x="428523" y="135737"/>
                </a:lnTo>
                <a:lnTo>
                  <a:pt x="404139" y="135737"/>
                </a:lnTo>
                <a:lnTo>
                  <a:pt x="404139" y="140309"/>
                </a:lnTo>
                <a:lnTo>
                  <a:pt x="405663" y="143357"/>
                </a:lnTo>
                <a:lnTo>
                  <a:pt x="405663" y="146405"/>
                </a:lnTo>
                <a:lnTo>
                  <a:pt x="423951" y="146405"/>
                </a:lnTo>
                <a:lnTo>
                  <a:pt x="442239" y="128117"/>
                </a:lnTo>
                <a:lnTo>
                  <a:pt x="442239" y="45720"/>
                </a:lnTo>
                <a:close/>
              </a:path>
              <a:path w="654685" h="147955">
                <a:moveTo>
                  <a:pt x="451383" y="15240"/>
                </a:moveTo>
                <a:lnTo>
                  <a:pt x="404139" y="15240"/>
                </a:lnTo>
                <a:lnTo>
                  <a:pt x="405663" y="10668"/>
                </a:lnTo>
                <a:lnTo>
                  <a:pt x="408711" y="6096"/>
                </a:lnTo>
                <a:lnTo>
                  <a:pt x="410235" y="0"/>
                </a:lnTo>
                <a:lnTo>
                  <a:pt x="397954" y="0"/>
                </a:lnTo>
                <a:lnTo>
                  <a:pt x="392861" y="10883"/>
                </a:lnTo>
                <a:lnTo>
                  <a:pt x="386905" y="20764"/>
                </a:lnTo>
                <a:lnTo>
                  <a:pt x="380377" y="29794"/>
                </a:lnTo>
                <a:lnTo>
                  <a:pt x="373570" y="38100"/>
                </a:lnTo>
                <a:lnTo>
                  <a:pt x="378142" y="39624"/>
                </a:lnTo>
                <a:lnTo>
                  <a:pt x="381190" y="42672"/>
                </a:lnTo>
                <a:lnTo>
                  <a:pt x="384238" y="44196"/>
                </a:lnTo>
                <a:lnTo>
                  <a:pt x="388810" y="38100"/>
                </a:lnTo>
                <a:lnTo>
                  <a:pt x="393382" y="30480"/>
                </a:lnTo>
                <a:lnTo>
                  <a:pt x="397954" y="24384"/>
                </a:lnTo>
                <a:lnTo>
                  <a:pt x="413283" y="24384"/>
                </a:lnTo>
                <a:lnTo>
                  <a:pt x="451383" y="24384"/>
                </a:lnTo>
                <a:lnTo>
                  <a:pt x="451383" y="15240"/>
                </a:lnTo>
                <a:close/>
              </a:path>
              <a:path w="654685" h="147955">
                <a:moveTo>
                  <a:pt x="507784" y="4572"/>
                </a:moveTo>
                <a:lnTo>
                  <a:pt x="495592" y="1524"/>
                </a:lnTo>
                <a:lnTo>
                  <a:pt x="488772" y="20675"/>
                </a:lnTo>
                <a:lnTo>
                  <a:pt x="479971" y="39255"/>
                </a:lnTo>
                <a:lnTo>
                  <a:pt x="469442" y="57289"/>
                </a:lnTo>
                <a:lnTo>
                  <a:pt x="457492" y="74777"/>
                </a:lnTo>
                <a:lnTo>
                  <a:pt x="460540" y="83921"/>
                </a:lnTo>
                <a:lnTo>
                  <a:pt x="463588" y="86969"/>
                </a:lnTo>
                <a:lnTo>
                  <a:pt x="467918" y="81203"/>
                </a:lnTo>
                <a:lnTo>
                  <a:pt x="471970" y="75298"/>
                </a:lnTo>
                <a:lnTo>
                  <a:pt x="480352" y="62484"/>
                </a:lnTo>
                <a:lnTo>
                  <a:pt x="480352" y="146405"/>
                </a:lnTo>
                <a:lnTo>
                  <a:pt x="492544" y="146405"/>
                </a:lnTo>
                <a:lnTo>
                  <a:pt x="492544" y="62484"/>
                </a:lnTo>
                <a:lnTo>
                  <a:pt x="492544" y="39624"/>
                </a:lnTo>
                <a:lnTo>
                  <a:pt x="496849" y="31356"/>
                </a:lnTo>
                <a:lnTo>
                  <a:pt x="500735" y="22669"/>
                </a:lnTo>
                <a:lnTo>
                  <a:pt x="504329" y="13690"/>
                </a:lnTo>
                <a:lnTo>
                  <a:pt x="507784" y="4572"/>
                </a:lnTo>
                <a:close/>
              </a:path>
              <a:path w="654685" h="147955">
                <a:moveTo>
                  <a:pt x="605409" y="102209"/>
                </a:moveTo>
                <a:lnTo>
                  <a:pt x="596265" y="99161"/>
                </a:lnTo>
                <a:lnTo>
                  <a:pt x="593217" y="97637"/>
                </a:lnTo>
                <a:lnTo>
                  <a:pt x="591693" y="106781"/>
                </a:lnTo>
                <a:lnTo>
                  <a:pt x="591693" y="114401"/>
                </a:lnTo>
                <a:lnTo>
                  <a:pt x="588645" y="126593"/>
                </a:lnTo>
                <a:lnTo>
                  <a:pt x="584073" y="131165"/>
                </a:lnTo>
                <a:lnTo>
                  <a:pt x="552069" y="131165"/>
                </a:lnTo>
                <a:lnTo>
                  <a:pt x="549021" y="126593"/>
                </a:lnTo>
                <a:lnTo>
                  <a:pt x="549021" y="86969"/>
                </a:lnTo>
                <a:lnTo>
                  <a:pt x="549021" y="77825"/>
                </a:lnTo>
                <a:lnTo>
                  <a:pt x="563308" y="66903"/>
                </a:lnTo>
                <a:lnTo>
                  <a:pt x="568134" y="62484"/>
                </a:lnTo>
                <a:lnTo>
                  <a:pt x="576453" y="54876"/>
                </a:lnTo>
                <a:lnTo>
                  <a:pt x="588454" y="41719"/>
                </a:lnTo>
                <a:lnTo>
                  <a:pt x="599313" y="27432"/>
                </a:lnTo>
                <a:lnTo>
                  <a:pt x="588645" y="19812"/>
                </a:lnTo>
                <a:lnTo>
                  <a:pt x="579450" y="31838"/>
                </a:lnTo>
                <a:lnTo>
                  <a:pt x="569976" y="42862"/>
                </a:lnTo>
                <a:lnTo>
                  <a:pt x="559930" y="53035"/>
                </a:lnTo>
                <a:lnTo>
                  <a:pt x="549021" y="62484"/>
                </a:lnTo>
                <a:lnTo>
                  <a:pt x="549021" y="3048"/>
                </a:lnTo>
                <a:lnTo>
                  <a:pt x="535216" y="3048"/>
                </a:lnTo>
                <a:lnTo>
                  <a:pt x="535216" y="71628"/>
                </a:lnTo>
                <a:lnTo>
                  <a:pt x="526923" y="77368"/>
                </a:lnTo>
                <a:lnTo>
                  <a:pt x="518071" y="82956"/>
                </a:lnTo>
                <a:lnTo>
                  <a:pt x="508635" y="88226"/>
                </a:lnTo>
                <a:lnTo>
                  <a:pt x="498640" y="93065"/>
                </a:lnTo>
                <a:lnTo>
                  <a:pt x="501688" y="96113"/>
                </a:lnTo>
                <a:lnTo>
                  <a:pt x="504736" y="100685"/>
                </a:lnTo>
                <a:lnTo>
                  <a:pt x="506260" y="103733"/>
                </a:lnTo>
                <a:lnTo>
                  <a:pt x="521309" y="95351"/>
                </a:lnTo>
                <a:lnTo>
                  <a:pt x="528332" y="91300"/>
                </a:lnTo>
                <a:lnTo>
                  <a:pt x="535216" y="86969"/>
                </a:lnTo>
                <a:lnTo>
                  <a:pt x="535216" y="122021"/>
                </a:lnTo>
                <a:lnTo>
                  <a:pt x="536613" y="130898"/>
                </a:lnTo>
                <a:lnTo>
                  <a:pt x="540740" y="137071"/>
                </a:lnTo>
                <a:lnTo>
                  <a:pt x="547471" y="140665"/>
                </a:lnTo>
                <a:lnTo>
                  <a:pt x="556641" y="141833"/>
                </a:lnTo>
                <a:lnTo>
                  <a:pt x="581025" y="141833"/>
                </a:lnTo>
                <a:lnTo>
                  <a:pt x="589635" y="140665"/>
                </a:lnTo>
                <a:lnTo>
                  <a:pt x="589381" y="140665"/>
                </a:lnTo>
                <a:lnTo>
                  <a:pt x="595693" y="137452"/>
                </a:lnTo>
                <a:lnTo>
                  <a:pt x="600100" y="132181"/>
                </a:lnTo>
                <a:lnTo>
                  <a:pt x="600417" y="131165"/>
                </a:lnTo>
                <a:lnTo>
                  <a:pt x="600506" y="130898"/>
                </a:lnTo>
                <a:lnTo>
                  <a:pt x="602361" y="125069"/>
                </a:lnTo>
                <a:lnTo>
                  <a:pt x="605409" y="109829"/>
                </a:lnTo>
                <a:lnTo>
                  <a:pt x="605409" y="102209"/>
                </a:lnTo>
                <a:close/>
              </a:path>
              <a:path w="654685" h="147955">
                <a:moveTo>
                  <a:pt x="654177" y="120484"/>
                </a:moveTo>
                <a:lnTo>
                  <a:pt x="653161" y="117436"/>
                </a:lnTo>
                <a:lnTo>
                  <a:pt x="652653" y="115912"/>
                </a:lnTo>
                <a:lnTo>
                  <a:pt x="649605" y="112864"/>
                </a:lnTo>
                <a:lnTo>
                  <a:pt x="646557" y="108292"/>
                </a:lnTo>
                <a:lnTo>
                  <a:pt x="643509" y="107276"/>
                </a:lnTo>
                <a:lnTo>
                  <a:pt x="643509" y="122008"/>
                </a:lnTo>
                <a:lnTo>
                  <a:pt x="643509" y="131152"/>
                </a:lnTo>
                <a:lnTo>
                  <a:pt x="641985" y="132676"/>
                </a:lnTo>
                <a:lnTo>
                  <a:pt x="640461" y="132676"/>
                </a:lnTo>
                <a:lnTo>
                  <a:pt x="638937" y="134200"/>
                </a:lnTo>
                <a:lnTo>
                  <a:pt x="634365" y="134200"/>
                </a:lnTo>
                <a:lnTo>
                  <a:pt x="632841" y="132676"/>
                </a:lnTo>
                <a:lnTo>
                  <a:pt x="631317" y="132676"/>
                </a:lnTo>
                <a:lnTo>
                  <a:pt x="629793" y="131152"/>
                </a:lnTo>
                <a:lnTo>
                  <a:pt x="628269" y="128104"/>
                </a:lnTo>
                <a:lnTo>
                  <a:pt x="628269" y="122008"/>
                </a:lnTo>
                <a:lnTo>
                  <a:pt x="629793" y="120484"/>
                </a:lnTo>
                <a:lnTo>
                  <a:pt x="632841" y="118960"/>
                </a:lnTo>
                <a:lnTo>
                  <a:pt x="634365" y="117436"/>
                </a:lnTo>
                <a:lnTo>
                  <a:pt x="638937" y="117436"/>
                </a:lnTo>
                <a:lnTo>
                  <a:pt x="643509" y="122008"/>
                </a:lnTo>
                <a:lnTo>
                  <a:pt x="643509" y="107276"/>
                </a:lnTo>
                <a:lnTo>
                  <a:pt x="641985" y="106768"/>
                </a:lnTo>
                <a:lnTo>
                  <a:pt x="631317" y="106768"/>
                </a:lnTo>
                <a:lnTo>
                  <a:pt x="626745" y="108292"/>
                </a:lnTo>
                <a:lnTo>
                  <a:pt x="623697" y="112864"/>
                </a:lnTo>
                <a:lnTo>
                  <a:pt x="619125" y="115912"/>
                </a:lnTo>
                <a:lnTo>
                  <a:pt x="617601" y="120484"/>
                </a:lnTo>
                <a:lnTo>
                  <a:pt x="617601" y="131152"/>
                </a:lnTo>
                <a:lnTo>
                  <a:pt x="619125" y="135724"/>
                </a:lnTo>
                <a:lnTo>
                  <a:pt x="623697" y="138772"/>
                </a:lnTo>
                <a:lnTo>
                  <a:pt x="626745" y="143344"/>
                </a:lnTo>
                <a:lnTo>
                  <a:pt x="631317" y="144868"/>
                </a:lnTo>
                <a:lnTo>
                  <a:pt x="641985" y="144868"/>
                </a:lnTo>
                <a:lnTo>
                  <a:pt x="645033" y="143344"/>
                </a:lnTo>
                <a:lnTo>
                  <a:pt x="649605" y="140296"/>
                </a:lnTo>
                <a:lnTo>
                  <a:pt x="652653" y="135724"/>
                </a:lnTo>
                <a:lnTo>
                  <a:pt x="653161" y="134200"/>
                </a:lnTo>
                <a:lnTo>
                  <a:pt x="654177" y="131152"/>
                </a:lnTo>
                <a:lnTo>
                  <a:pt x="654177" y="120484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0" name="object 4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50209" y="3212587"/>
            <a:ext cx="158600" cy="158696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92625" y="3211067"/>
            <a:ext cx="1406080" cy="31575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679573" y="3415474"/>
            <a:ext cx="1062894" cy="111347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50209" y="3955537"/>
            <a:ext cx="158600" cy="158600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1192625" y="3955541"/>
            <a:ext cx="1133475" cy="316230"/>
            <a:chOff x="1192625" y="3955541"/>
            <a:chExt cx="1133475" cy="316230"/>
          </a:xfrm>
        </p:grpSpPr>
        <p:sp>
          <p:nvSpPr>
            <p:cNvPr id="45" name="object 45"/>
            <p:cNvSpPr/>
            <p:nvPr/>
          </p:nvSpPr>
          <p:spPr>
            <a:xfrm>
              <a:off x="1555623" y="3964685"/>
              <a:ext cx="50800" cy="117475"/>
            </a:xfrm>
            <a:custGeom>
              <a:avLst/>
              <a:gdLst/>
              <a:ahLst/>
              <a:cxnLst/>
              <a:rect l="l" t="t" r="r" b="b"/>
              <a:pathLst>
                <a:path w="50800" h="117475">
                  <a:moveTo>
                    <a:pt x="50291" y="117443"/>
                  </a:moveTo>
                  <a:lnTo>
                    <a:pt x="27431" y="117443"/>
                  </a:lnTo>
                  <a:lnTo>
                    <a:pt x="27431" y="27432"/>
                  </a:lnTo>
                  <a:lnTo>
                    <a:pt x="24383" y="30480"/>
                  </a:lnTo>
                  <a:lnTo>
                    <a:pt x="19811" y="32004"/>
                  </a:lnTo>
                  <a:lnTo>
                    <a:pt x="15239" y="35052"/>
                  </a:lnTo>
                  <a:lnTo>
                    <a:pt x="9143" y="36576"/>
                  </a:lnTo>
                  <a:lnTo>
                    <a:pt x="4571" y="38100"/>
                  </a:lnTo>
                  <a:lnTo>
                    <a:pt x="0" y="38100"/>
                  </a:lnTo>
                  <a:lnTo>
                    <a:pt x="0" y="18288"/>
                  </a:lnTo>
                  <a:lnTo>
                    <a:pt x="9977" y="14573"/>
                  </a:lnTo>
                  <a:lnTo>
                    <a:pt x="19240" y="10287"/>
                  </a:lnTo>
                  <a:lnTo>
                    <a:pt x="27646" y="5429"/>
                  </a:lnTo>
                  <a:lnTo>
                    <a:pt x="35051" y="0"/>
                  </a:lnTo>
                  <a:lnTo>
                    <a:pt x="50291" y="0"/>
                  </a:lnTo>
                  <a:lnTo>
                    <a:pt x="50291" y="117443"/>
                  </a:lnTo>
                  <a:close/>
                </a:path>
              </a:pathLst>
            </a:custGeom>
            <a:solidFill>
              <a:srgbClr val="364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636394" y="3964685"/>
              <a:ext cx="152495" cy="11744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92625" y="3955541"/>
              <a:ext cx="1133093" cy="315753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406586" y="4158424"/>
            <a:ext cx="1291685" cy="112871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950209" y="4699916"/>
            <a:ext cx="158600" cy="158696"/>
          </a:xfrm>
          <a:prstGeom prst="rect">
            <a:avLst/>
          </a:prstGeom>
        </p:spPr>
      </p:pic>
      <p:sp>
        <p:nvSpPr>
          <p:cNvPr id="50" name="object 50"/>
          <p:cNvSpPr/>
          <p:nvPr/>
        </p:nvSpPr>
        <p:spPr>
          <a:xfrm>
            <a:off x="1194143" y="4698403"/>
            <a:ext cx="603885" cy="149860"/>
          </a:xfrm>
          <a:custGeom>
            <a:avLst/>
            <a:gdLst/>
            <a:ahLst/>
            <a:cxnLst/>
            <a:rect l="l" t="t" r="r" b="b"/>
            <a:pathLst>
              <a:path w="603885" h="149860">
                <a:moveTo>
                  <a:pt x="135737" y="62572"/>
                </a:moveTo>
                <a:lnTo>
                  <a:pt x="41249" y="62572"/>
                </a:lnTo>
                <a:lnTo>
                  <a:pt x="41249" y="79336"/>
                </a:lnTo>
                <a:lnTo>
                  <a:pt x="135737" y="79336"/>
                </a:lnTo>
                <a:lnTo>
                  <a:pt x="135737" y="62572"/>
                </a:lnTo>
                <a:close/>
              </a:path>
              <a:path w="603885" h="149860">
                <a:moveTo>
                  <a:pt x="146405" y="90004"/>
                </a:moveTo>
                <a:lnTo>
                  <a:pt x="106781" y="90004"/>
                </a:lnTo>
                <a:lnTo>
                  <a:pt x="106781" y="125158"/>
                </a:lnTo>
                <a:lnTo>
                  <a:pt x="65951" y="126669"/>
                </a:lnTo>
                <a:lnTo>
                  <a:pt x="65633" y="126669"/>
                </a:lnTo>
                <a:lnTo>
                  <a:pt x="74777" y="114490"/>
                </a:lnTo>
                <a:lnTo>
                  <a:pt x="80873" y="106768"/>
                </a:lnTo>
                <a:lnTo>
                  <a:pt x="105257" y="106768"/>
                </a:lnTo>
                <a:lnTo>
                  <a:pt x="96113" y="114490"/>
                </a:lnTo>
                <a:lnTo>
                  <a:pt x="106781" y="125158"/>
                </a:lnTo>
                <a:lnTo>
                  <a:pt x="106781" y="90004"/>
                </a:lnTo>
                <a:lnTo>
                  <a:pt x="32105" y="90004"/>
                </a:lnTo>
                <a:lnTo>
                  <a:pt x="32981" y="81699"/>
                </a:lnTo>
                <a:lnTo>
                  <a:pt x="33096" y="79336"/>
                </a:lnTo>
                <a:lnTo>
                  <a:pt x="33439" y="72669"/>
                </a:lnTo>
                <a:lnTo>
                  <a:pt x="33464" y="70942"/>
                </a:lnTo>
                <a:lnTo>
                  <a:pt x="33604" y="62788"/>
                </a:lnTo>
                <a:lnTo>
                  <a:pt x="33629" y="51904"/>
                </a:lnTo>
                <a:lnTo>
                  <a:pt x="140309" y="51904"/>
                </a:lnTo>
                <a:lnTo>
                  <a:pt x="140309" y="35140"/>
                </a:lnTo>
                <a:lnTo>
                  <a:pt x="140309" y="24472"/>
                </a:lnTo>
                <a:lnTo>
                  <a:pt x="140309" y="7620"/>
                </a:lnTo>
                <a:lnTo>
                  <a:pt x="118973" y="7620"/>
                </a:lnTo>
                <a:lnTo>
                  <a:pt x="118973" y="24472"/>
                </a:lnTo>
                <a:lnTo>
                  <a:pt x="118973" y="35140"/>
                </a:lnTo>
                <a:lnTo>
                  <a:pt x="33629" y="35140"/>
                </a:lnTo>
                <a:lnTo>
                  <a:pt x="33629" y="24472"/>
                </a:lnTo>
                <a:lnTo>
                  <a:pt x="118973" y="24472"/>
                </a:lnTo>
                <a:lnTo>
                  <a:pt x="118973" y="7620"/>
                </a:lnTo>
                <a:lnTo>
                  <a:pt x="12192" y="7620"/>
                </a:lnTo>
                <a:lnTo>
                  <a:pt x="12103" y="72669"/>
                </a:lnTo>
                <a:lnTo>
                  <a:pt x="11811" y="84480"/>
                </a:lnTo>
                <a:lnTo>
                  <a:pt x="2501" y="123101"/>
                </a:lnTo>
                <a:lnTo>
                  <a:pt x="0" y="128206"/>
                </a:lnTo>
                <a:lnTo>
                  <a:pt x="4572" y="132778"/>
                </a:lnTo>
                <a:lnTo>
                  <a:pt x="9144" y="138874"/>
                </a:lnTo>
                <a:lnTo>
                  <a:pt x="15240" y="146494"/>
                </a:lnTo>
                <a:lnTo>
                  <a:pt x="21259" y="136448"/>
                </a:lnTo>
                <a:lnTo>
                  <a:pt x="25730" y="126669"/>
                </a:lnTo>
                <a:lnTo>
                  <a:pt x="28778" y="116878"/>
                </a:lnTo>
                <a:lnTo>
                  <a:pt x="30581" y="106768"/>
                </a:lnTo>
                <a:lnTo>
                  <a:pt x="58013" y="106768"/>
                </a:lnTo>
                <a:lnTo>
                  <a:pt x="51396" y="114490"/>
                </a:lnTo>
                <a:lnTo>
                  <a:pt x="45059" y="121335"/>
                </a:lnTo>
                <a:lnTo>
                  <a:pt x="38722" y="127012"/>
                </a:lnTo>
                <a:lnTo>
                  <a:pt x="32105" y="131254"/>
                </a:lnTo>
                <a:lnTo>
                  <a:pt x="41249" y="146494"/>
                </a:lnTo>
                <a:lnTo>
                  <a:pt x="49796" y="145351"/>
                </a:lnTo>
                <a:lnTo>
                  <a:pt x="66205" y="144208"/>
                </a:lnTo>
                <a:lnTo>
                  <a:pt x="90322" y="143065"/>
                </a:lnTo>
                <a:lnTo>
                  <a:pt x="122021" y="141922"/>
                </a:lnTo>
                <a:lnTo>
                  <a:pt x="129641" y="149542"/>
                </a:lnTo>
                <a:lnTo>
                  <a:pt x="139166" y="141922"/>
                </a:lnTo>
                <a:lnTo>
                  <a:pt x="111353" y="106768"/>
                </a:lnTo>
                <a:lnTo>
                  <a:pt x="146405" y="106768"/>
                </a:lnTo>
                <a:lnTo>
                  <a:pt x="146405" y="90004"/>
                </a:lnTo>
                <a:close/>
              </a:path>
              <a:path w="603885" h="149860">
                <a:moveTo>
                  <a:pt x="300418" y="24485"/>
                </a:moveTo>
                <a:lnTo>
                  <a:pt x="276034" y="24485"/>
                </a:lnTo>
                <a:lnTo>
                  <a:pt x="276034" y="42773"/>
                </a:lnTo>
                <a:lnTo>
                  <a:pt x="274586" y="55054"/>
                </a:lnTo>
                <a:lnTo>
                  <a:pt x="272415" y="66776"/>
                </a:lnTo>
                <a:lnTo>
                  <a:pt x="272313" y="67157"/>
                </a:lnTo>
                <a:lnTo>
                  <a:pt x="269417" y="77825"/>
                </a:lnTo>
                <a:lnTo>
                  <a:pt x="265366" y="88493"/>
                </a:lnTo>
                <a:lnTo>
                  <a:pt x="261340" y="79921"/>
                </a:lnTo>
                <a:lnTo>
                  <a:pt x="259270" y="73253"/>
                </a:lnTo>
                <a:lnTo>
                  <a:pt x="258318" y="70205"/>
                </a:lnTo>
                <a:lnTo>
                  <a:pt x="257098" y="64109"/>
                </a:lnTo>
                <a:lnTo>
                  <a:pt x="256971" y="63487"/>
                </a:lnTo>
                <a:lnTo>
                  <a:pt x="256184" y="59537"/>
                </a:lnTo>
                <a:lnTo>
                  <a:pt x="256146" y="59347"/>
                </a:lnTo>
                <a:lnTo>
                  <a:pt x="254698" y="47244"/>
                </a:lnTo>
                <a:lnTo>
                  <a:pt x="254698" y="45821"/>
                </a:lnTo>
                <a:lnTo>
                  <a:pt x="256222" y="44297"/>
                </a:lnTo>
                <a:lnTo>
                  <a:pt x="256222" y="42773"/>
                </a:lnTo>
                <a:lnTo>
                  <a:pt x="276034" y="42773"/>
                </a:lnTo>
                <a:lnTo>
                  <a:pt x="276034" y="24485"/>
                </a:lnTo>
                <a:lnTo>
                  <a:pt x="262318" y="24485"/>
                </a:lnTo>
                <a:lnTo>
                  <a:pt x="265366" y="16865"/>
                </a:lnTo>
                <a:lnTo>
                  <a:pt x="266890" y="10668"/>
                </a:lnTo>
                <a:lnTo>
                  <a:pt x="268414" y="3048"/>
                </a:lnTo>
                <a:lnTo>
                  <a:pt x="253174" y="711"/>
                </a:lnTo>
                <a:lnTo>
                  <a:pt x="253174" y="106781"/>
                </a:lnTo>
                <a:lnTo>
                  <a:pt x="247167" y="113372"/>
                </a:lnTo>
                <a:lnTo>
                  <a:pt x="240601" y="119240"/>
                </a:lnTo>
                <a:lnTo>
                  <a:pt x="233591" y="124129"/>
                </a:lnTo>
                <a:lnTo>
                  <a:pt x="231648" y="125158"/>
                </a:lnTo>
                <a:lnTo>
                  <a:pt x="225742" y="128206"/>
                </a:lnTo>
                <a:lnTo>
                  <a:pt x="228790" y="123634"/>
                </a:lnTo>
                <a:lnTo>
                  <a:pt x="213550" y="117538"/>
                </a:lnTo>
                <a:lnTo>
                  <a:pt x="228790" y="96113"/>
                </a:lnTo>
                <a:lnTo>
                  <a:pt x="228790" y="82397"/>
                </a:lnTo>
                <a:lnTo>
                  <a:pt x="207454" y="82397"/>
                </a:lnTo>
                <a:lnTo>
                  <a:pt x="207454" y="97637"/>
                </a:lnTo>
                <a:lnTo>
                  <a:pt x="204406" y="103733"/>
                </a:lnTo>
                <a:lnTo>
                  <a:pt x="201358" y="108305"/>
                </a:lnTo>
                <a:lnTo>
                  <a:pt x="196786" y="111353"/>
                </a:lnTo>
                <a:lnTo>
                  <a:pt x="181546" y="105257"/>
                </a:lnTo>
                <a:lnTo>
                  <a:pt x="184594" y="97637"/>
                </a:lnTo>
                <a:lnTo>
                  <a:pt x="207454" y="97637"/>
                </a:lnTo>
                <a:lnTo>
                  <a:pt x="207454" y="82397"/>
                </a:lnTo>
                <a:lnTo>
                  <a:pt x="193738" y="82397"/>
                </a:lnTo>
                <a:lnTo>
                  <a:pt x="195262" y="79349"/>
                </a:lnTo>
                <a:lnTo>
                  <a:pt x="196786" y="77825"/>
                </a:lnTo>
                <a:lnTo>
                  <a:pt x="196786" y="74777"/>
                </a:lnTo>
                <a:lnTo>
                  <a:pt x="204406" y="74777"/>
                </a:lnTo>
                <a:lnTo>
                  <a:pt x="204406" y="64109"/>
                </a:lnTo>
                <a:lnTo>
                  <a:pt x="212026" y="68681"/>
                </a:lnTo>
                <a:lnTo>
                  <a:pt x="218122" y="71729"/>
                </a:lnTo>
                <a:lnTo>
                  <a:pt x="224218" y="76301"/>
                </a:lnTo>
                <a:lnTo>
                  <a:pt x="228790" y="70205"/>
                </a:lnTo>
                <a:lnTo>
                  <a:pt x="231838" y="74777"/>
                </a:lnTo>
                <a:lnTo>
                  <a:pt x="234886" y="77825"/>
                </a:lnTo>
                <a:lnTo>
                  <a:pt x="235013" y="78206"/>
                </a:lnTo>
                <a:lnTo>
                  <a:pt x="236410" y="82397"/>
                </a:lnTo>
                <a:lnTo>
                  <a:pt x="239458" y="79349"/>
                </a:lnTo>
                <a:lnTo>
                  <a:pt x="242506" y="73253"/>
                </a:lnTo>
                <a:lnTo>
                  <a:pt x="244894" y="82397"/>
                </a:lnTo>
                <a:lnTo>
                  <a:pt x="247269" y="90589"/>
                </a:lnTo>
                <a:lnTo>
                  <a:pt x="250012" y="98755"/>
                </a:lnTo>
                <a:lnTo>
                  <a:pt x="253174" y="106781"/>
                </a:lnTo>
                <a:lnTo>
                  <a:pt x="253174" y="711"/>
                </a:lnTo>
                <a:lnTo>
                  <a:pt x="248602" y="0"/>
                </a:lnTo>
                <a:lnTo>
                  <a:pt x="243763" y="17487"/>
                </a:lnTo>
                <a:lnTo>
                  <a:pt x="238506" y="33235"/>
                </a:lnTo>
                <a:lnTo>
                  <a:pt x="232956" y="47244"/>
                </a:lnTo>
                <a:lnTo>
                  <a:pt x="227266" y="59537"/>
                </a:lnTo>
                <a:lnTo>
                  <a:pt x="224218" y="58013"/>
                </a:lnTo>
                <a:lnTo>
                  <a:pt x="221170" y="56489"/>
                </a:lnTo>
                <a:lnTo>
                  <a:pt x="216598" y="51917"/>
                </a:lnTo>
                <a:lnTo>
                  <a:pt x="210502" y="48869"/>
                </a:lnTo>
                <a:lnTo>
                  <a:pt x="204406" y="56489"/>
                </a:lnTo>
                <a:lnTo>
                  <a:pt x="204406" y="45821"/>
                </a:lnTo>
                <a:lnTo>
                  <a:pt x="230314" y="45821"/>
                </a:lnTo>
                <a:lnTo>
                  <a:pt x="230314" y="30581"/>
                </a:lnTo>
                <a:lnTo>
                  <a:pt x="222694" y="30581"/>
                </a:lnTo>
                <a:lnTo>
                  <a:pt x="231838" y="18389"/>
                </a:lnTo>
                <a:lnTo>
                  <a:pt x="234886" y="13716"/>
                </a:lnTo>
                <a:lnTo>
                  <a:pt x="221170" y="4572"/>
                </a:lnTo>
                <a:lnTo>
                  <a:pt x="216598" y="10668"/>
                </a:lnTo>
                <a:lnTo>
                  <a:pt x="213550" y="16865"/>
                </a:lnTo>
                <a:lnTo>
                  <a:pt x="207454" y="22961"/>
                </a:lnTo>
                <a:lnTo>
                  <a:pt x="219646" y="30581"/>
                </a:lnTo>
                <a:lnTo>
                  <a:pt x="204406" y="30581"/>
                </a:lnTo>
                <a:lnTo>
                  <a:pt x="204406" y="1524"/>
                </a:lnTo>
                <a:lnTo>
                  <a:pt x="186118" y="1524"/>
                </a:lnTo>
                <a:lnTo>
                  <a:pt x="186118" y="30581"/>
                </a:lnTo>
                <a:lnTo>
                  <a:pt x="169252" y="30581"/>
                </a:lnTo>
                <a:lnTo>
                  <a:pt x="183070" y="22961"/>
                </a:lnTo>
                <a:lnTo>
                  <a:pt x="176974" y="15240"/>
                </a:lnTo>
                <a:lnTo>
                  <a:pt x="172300" y="9144"/>
                </a:lnTo>
                <a:lnTo>
                  <a:pt x="169252" y="4572"/>
                </a:lnTo>
                <a:lnTo>
                  <a:pt x="157060" y="13716"/>
                </a:lnTo>
                <a:lnTo>
                  <a:pt x="161632" y="19913"/>
                </a:lnTo>
                <a:lnTo>
                  <a:pt x="164680" y="24485"/>
                </a:lnTo>
                <a:lnTo>
                  <a:pt x="167728" y="30581"/>
                </a:lnTo>
                <a:lnTo>
                  <a:pt x="155536" y="30581"/>
                </a:lnTo>
                <a:lnTo>
                  <a:pt x="155536" y="45821"/>
                </a:lnTo>
                <a:lnTo>
                  <a:pt x="178498" y="45821"/>
                </a:lnTo>
                <a:lnTo>
                  <a:pt x="171805" y="50342"/>
                </a:lnTo>
                <a:lnTo>
                  <a:pt x="165265" y="54584"/>
                </a:lnTo>
                <a:lnTo>
                  <a:pt x="158470" y="58242"/>
                </a:lnTo>
                <a:lnTo>
                  <a:pt x="150964" y="61061"/>
                </a:lnTo>
                <a:lnTo>
                  <a:pt x="154012" y="67157"/>
                </a:lnTo>
                <a:lnTo>
                  <a:pt x="155536" y="71729"/>
                </a:lnTo>
                <a:lnTo>
                  <a:pt x="158584" y="79349"/>
                </a:lnTo>
                <a:lnTo>
                  <a:pt x="166319" y="73863"/>
                </a:lnTo>
                <a:lnTo>
                  <a:pt x="173494" y="68681"/>
                </a:lnTo>
                <a:lnTo>
                  <a:pt x="180098" y="63487"/>
                </a:lnTo>
                <a:lnTo>
                  <a:pt x="186118" y="58013"/>
                </a:lnTo>
                <a:lnTo>
                  <a:pt x="186118" y="71729"/>
                </a:lnTo>
                <a:lnTo>
                  <a:pt x="178498" y="71729"/>
                </a:lnTo>
                <a:lnTo>
                  <a:pt x="176974" y="74777"/>
                </a:lnTo>
                <a:lnTo>
                  <a:pt x="175450" y="79349"/>
                </a:lnTo>
                <a:lnTo>
                  <a:pt x="173824" y="82397"/>
                </a:lnTo>
                <a:lnTo>
                  <a:pt x="154012" y="82397"/>
                </a:lnTo>
                <a:lnTo>
                  <a:pt x="154012" y="97637"/>
                </a:lnTo>
                <a:lnTo>
                  <a:pt x="166204" y="97637"/>
                </a:lnTo>
                <a:lnTo>
                  <a:pt x="163156" y="102209"/>
                </a:lnTo>
                <a:lnTo>
                  <a:pt x="163042" y="102438"/>
                </a:lnTo>
                <a:lnTo>
                  <a:pt x="160108" y="108305"/>
                </a:lnTo>
                <a:lnTo>
                  <a:pt x="157073" y="112864"/>
                </a:lnTo>
                <a:lnTo>
                  <a:pt x="164680" y="116014"/>
                </a:lnTo>
                <a:lnTo>
                  <a:pt x="172300" y="119062"/>
                </a:lnTo>
                <a:lnTo>
                  <a:pt x="178498" y="122110"/>
                </a:lnTo>
                <a:lnTo>
                  <a:pt x="172440" y="124129"/>
                </a:lnTo>
                <a:lnTo>
                  <a:pt x="165836" y="125730"/>
                </a:lnTo>
                <a:lnTo>
                  <a:pt x="158686" y="127038"/>
                </a:lnTo>
                <a:lnTo>
                  <a:pt x="150964" y="128206"/>
                </a:lnTo>
                <a:lnTo>
                  <a:pt x="155536" y="134302"/>
                </a:lnTo>
                <a:lnTo>
                  <a:pt x="158584" y="146494"/>
                </a:lnTo>
                <a:lnTo>
                  <a:pt x="170027" y="143802"/>
                </a:lnTo>
                <a:lnTo>
                  <a:pt x="180162" y="140589"/>
                </a:lnTo>
                <a:lnTo>
                  <a:pt x="189750" y="136423"/>
                </a:lnTo>
                <a:lnTo>
                  <a:pt x="198310" y="131254"/>
                </a:lnTo>
                <a:lnTo>
                  <a:pt x="205930" y="134302"/>
                </a:lnTo>
                <a:lnTo>
                  <a:pt x="212026" y="137350"/>
                </a:lnTo>
                <a:lnTo>
                  <a:pt x="216344" y="140589"/>
                </a:lnTo>
                <a:lnTo>
                  <a:pt x="218147" y="141871"/>
                </a:lnTo>
                <a:lnTo>
                  <a:pt x="222694" y="132778"/>
                </a:lnTo>
                <a:lnTo>
                  <a:pt x="227266" y="137350"/>
                </a:lnTo>
                <a:lnTo>
                  <a:pt x="231838" y="143446"/>
                </a:lnTo>
                <a:lnTo>
                  <a:pt x="236410" y="148018"/>
                </a:lnTo>
                <a:lnTo>
                  <a:pt x="265366" y="125158"/>
                </a:lnTo>
                <a:lnTo>
                  <a:pt x="270205" y="131495"/>
                </a:lnTo>
                <a:lnTo>
                  <a:pt x="275463" y="136969"/>
                </a:lnTo>
                <a:lnTo>
                  <a:pt x="281012" y="141871"/>
                </a:lnTo>
                <a:lnTo>
                  <a:pt x="286702" y="146494"/>
                </a:lnTo>
                <a:lnTo>
                  <a:pt x="292798" y="137350"/>
                </a:lnTo>
                <a:lnTo>
                  <a:pt x="297370" y="131254"/>
                </a:lnTo>
                <a:lnTo>
                  <a:pt x="300418" y="126682"/>
                </a:lnTo>
                <a:lnTo>
                  <a:pt x="297891" y="125158"/>
                </a:lnTo>
                <a:lnTo>
                  <a:pt x="293839" y="122732"/>
                </a:lnTo>
                <a:lnTo>
                  <a:pt x="287845" y="117906"/>
                </a:lnTo>
                <a:lnTo>
                  <a:pt x="282409" y="112496"/>
                </a:lnTo>
                <a:lnTo>
                  <a:pt x="277558" y="106781"/>
                </a:lnTo>
                <a:lnTo>
                  <a:pt x="283603" y="93345"/>
                </a:lnTo>
                <a:lnTo>
                  <a:pt x="285089" y="88493"/>
                </a:lnTo>
                <a:lnTo>
                  <a:pt x="288226" y="78206"/>
                </a:lnTo>
                <a:lnTo>
                  <a:pt x="288302" y="77825"/>
                </a:lnTo>
                <a:lnTo>
                  <a:pt x="291706" y="61341"/>
                </a:lnTo>
                <a:lnTo>
                  <a:pt x="291744" y="61061"/>
                </a:lnTo>
                <a:lnTo>
                  <a:pt x="294322" y="42773"/>
                </a:lnTo>
                <a:lnTo>
                  <a:pt x="300418" y="42773"/>
                </a:lnTo>
                <a:lnTo>
                  <a:pt x="300418" y="24485"/>
                </a:lnTo>
                <a:close/>
              </a:path>
              <a:path w="603885" h="149860">
                <a:moveTo>
                  <a:pt x="323380" y="42760"/>
                </a:moveTo>
                <a:lnTo>
                  <a:pt x="321322" y="35890"/>
                </a:lnTo>
                <a:lnTo>
                  <a:pt x="319557" y="28854"/>
                </a:lnTo>
                <a:lnTo>
                  <a:pt x="317766" y="21513"/>
                </a:lnTo>
                <a:lnTo>
                  <a:pt x="315658" y="13716"/>
                </a:lnTo>
                <a:lnTo>
                  <a:pt x="303466" y="16852"/>
                </a:lnTo>
                <a:lnTo>
                  <a:pt x="305727" y="24625"/>
                </a:lnTo>
                <a:lnTo>
                  <a:pt x="307848" y="32092"/>
                </a:lnTo>
                <a:lnTo>
                  <a:pt x="309676" y="39573"/>
                </a:lnTo>
                <a:lnTo>
                  <a:pt x="311086" y="47332"/>
                </a:lnTo>
                <a:lnTo>
                  <a:pt x="323380" y="42760"/>
                </a:lnTo>
                <a:close/>
              </a:path>
              <a:path w="603885" h="149860">
                <a:moveTo>
                  <a:pt x="363004" y="16852"/>
                </a:moveTo>
                <a:lnTo>
                  <a:pt x="350812" y="13716"/>
                </a:lnTo>
                <a:lnTo>
                  <a:pt x="341668" y="42760"/>
                </a:lnTo>
                <a:lnTo>
                  <a:pt x="353860" y="47332"/>
                </a:lnTo>
                <a:lnTo>
                  <a:pt x="356146" y="39357"/>
                </a:lnTo>
                <a:lnTo>
                  <a:pt x="358432" y="31521"/>
                </a:lnTo>
                <a:lnTo>
                  <a:pt x="360718" y="23977"/>
                </a:lnTo>
                <a:lnTo>
                  <a:pt x="363004" y="16852"/>
                </a:lnTo>
                <a:close/>
              </a:path>
              <a:path w="603885" h="149860">
                <a:moveTo>
                  <a:pt x="364528" y="97624"/>
                </a:moveTo>
                <a:lnTo>
                  <a:pt x="363385" y="96100"/>
                </a:lnTo>
                <a:lnTo>
                  <a:pt x="359956" y="91528"/>
                </a:lnTo>
                <a:lnTo>
                  <a:pt x="353860" y="85432"/>
                </a:lnTo>
                <a:lnTo>
                  <a:pt x="347764" y="79336"/>
                </a:lnTo>
                <a:lnTo>
                  <a:pt x="341668" y="85432"/>
                </a:lnTo>
                <a:lnTo>
                  <a:pt x="341668" y="70192"/>
                </a:lnTo>
                <a:lnTo>
                  <a:pt x="358432" y="70192"/>
                </a:lnTo>
                <a:lnTo>
                  <a:pt x="358432" y="53428"/>
                </a:lnTo>
                <a:lnTo>
                  <a:pt x="341668" y="53428"/>
                </a:lnTo>
                <a:lnTo>
                  <a:pt x="341668" y="42760"/>
                </a:lnTo>
                <a:lnTo>
                  <a:pt x="341668" y="1524"/>
                </a:lnTo>
                <a:lnTo>
                  <a:pt x="323380" y="1524"/>
                </a:lnTo>
                <a:lnTo>
                  <a:pt x="323380" y="42760"/>
                </a:lnTo>
                <a:lnTo>
                  <a:pt x="323380" y="53428"/>
                </a:lnTo>
                <a:lnTo>
                  <a:pt x="304990" y="53428"/>
                </a:lnTo>
                <a:lnTo>
                  <a:pt x="304990" y="70192"/>
                </a:lnTo>
                <a:lnTo>
                  <a:pt x="323380" y="70192"/>
                </a:lnTo>
                <a:lnTo>
                  <a:pt x="318503" y="81051"/>
                </a:lnTo>
                <a:lnTo>
                  <a:pt x="313385" y="90766"/>
                </a:lnTo>
                <a:lnTo>
                  <a:pt x="308279" y="99339"/>
                </a:lnTo>
                <a:lnTo>
                  <a:pt x="303466" y="106768"/>
                </a:lnTo>
                <a:lnTo>
                  <a:pt x="304990" y="116014"/>
                </a:lnTo>
                <a:lnTo>
                  <a:pt x="308038" y="123634"/>
                </a:lnTo>
                <a:lnTo>
                  <a:pt x="309562" y="129730"/>
                </a:lnTo>
                <a:lnTo>
                  <a:pt x="313042" y="123634"/>
                </a:lnTo>
                <a:lnTo>
                  <a:pt x="316471" y="117106"/>
                </a:lnTo>
                <a:lnTo>
                  <a:pt x="319976" y="109816"/>
                </a:lnTo>
                <a:lnTo>
                  <a:pt x="323380" y="102196"/>
                </a:lnTo>
                <a:lnTo>
                  <a:pt x="323380" y="148018"/>
                </a:lnTo>
                <a:lnTo>
                  <a:pt x="341668" y="148018"/>
                </a:lnTo>
                <a:lnTo>
                  <a:pt x="341668" y="102196"/>
                </a:lnTo>
                <a:lnTo>
                  <a:pt x="341668" y="96100"/>
                </a:lnTo>
                <a:lnTo>
                  <a:pt x="350812" y="105244"/>
                </a:lnTo>
                <a:lnTo>
                  <a:pt x="353860" y="109816"/>
                </a:lnTo>
                <a:lnTo>
                  <a:pt x="364528" y="97624"/>
                </a:lnTo>
                <a:close/>
              </a:path>
              <a:path w="603885" h="149860">
                <a:moveTo>
                  <a:pt x="445300" y="70192"/>
                </a:moveTo>
                <a:lnTo>
                  <a:pt x="427012" y="70192"/>
                </a:lnTo>
                <a:lnTo>
                  <a:pt x="427012" y="83908"/>
                </a:lnTo>
                <a:lnTo>
                  <a:pt x="427012" y="91528"/>
                </a:lnTo>
                <a:lnTo>
                  <a:pt x="427012" y="103720"/>
                </a:lnTo>
                <a:lnTo>
                  <a:pt x="427012" y="111340"/>
                </a:lnTo>
                <a:lnTo>
                  <a:pt x="385864" y="111340"/>
                </a:lnTo>
                <a:lnTo>
                  <a:pt x="385864" y="103720"/>
                </a:lnTo>
                <a:lnTo>
                  <a:pt x="427012" y="103720"/>
                </a:lnTo>
                <a:lnTo>
                  <a:pt x="427012" y="91528"/>
                </a:lnTo>
                <a:lnTo>
                  <a:pt x="385864" y="91528"/>
                </a:lnTo>
                <a:lnTo>
                  <a:pt x="385864" y="83908"/>
                </a:lnTo>
                <a:lnTo>
                  <a:pt x="427012" y="83908"/>
                </a:lnTo>
                <a:lnTo>
                  <a:pt x="427012" y="70192"/>
                </a:lnTo>
                <a:lnTo>
                  <a:pt x="367576" y="70192"/>
                </a:lnTo>
                <a:lnTo>
                  <a:pt x="367576" y="148018"/>
                </a:lnTo>
                <a:lnTo>
                  <a:pt x="385864" y="148018"/>
                </a:lnTo>
                <a:lnTo>
                  <a:pt x="385864" y="123634"/>
                </a:lnTo>
                <a:lnTo>
                  <a:pt x="427012" y="123634"/>
                </a:lnTo>
                <a:lnTo>
                  <a:pt x="427012" y="129730"/>
                </a:lnTo>
                <a:lnTo>
                  <a:pt x="425488" y="132778"/>
                </a:lnTo>
                <a:lnTo>
                  <a:pt x="411772" y="132778"/>
                </a:lnTo>
                <a:lnTo>
                  <a:pt x="401104" y="131254"/>
                </a:lnTo>
                <a:lnTo>
                  <a:pt x="402628" y="137350"/>
                </a:lnTo>
                <a:lnTo>
                  <a:pt x="405676" y="146494"/>
                </a:lnTo>
                <a:lnTo>
                  <a:pt x="434632" y="146494"/>
                </a:lnTo>
                <a:lnTo>
                  <a:pt x="439204" y="144970"/>
                </a:lnTo>
                <a:lnTo>
                  <a:pt x="442252" y="141922"/>
                </a:lnTo>
                <a:lnTo>
                  <a:pt x="443776" y="138874"/>
                </a:lnTo>
                <a:lnTo>
                  <a:pt x="445300" y="132778"/>
                </a:lnTo>
                <a:lnTo>
                  <a:pt x="445300" y="123634"/>
                </a:lnTo>
                <a:lnTo>
                  <a:pt x="445300" y="111340"/>
                </a:lnTo>
                <a:lnTo>
                  <a:pt x="445300" y="103720"/>
                </a:lnTo>
                <a:lnTo>
                  <a:pt x="445300" y="91528"/>
                </a:lnTo>
                <a:lnTo>
                  <a:pt x="445300" y="83908"/>
                </a:lnTo>
                <a:lnTo>
                  <a:pt x="445300" y="70192"/>
                </a:lnTo>
                <a:close/>
              </a:path>
              <a:path w="603885" h="149860">
                <a:moveTo>
                  <a:pt x="452920" y="51904"/>
                </a:moveTo>
                <a:lnTo>
                  <a:pt x="416344" y="51904"/>
                </a:lnTo>
                <a:lnTo>
                  <a:pt x="416344" y="45808"/>
                </a:lnTo>
                <a:lnTo>
                  <a:pt x="446824" y="45808"/>
                </a:lnTo>
                <a:lnTo>
                  <a:pt x="446824" y="32092"/>
                </a:lnTo>
                <a:lnTo>
                  <a:pt x="416344" y="32092"/>
                </a:lnTo>
                <a:lnTo>
                  <a:pt x="416344" y="25996"/>
                </a:lnTo>
                <a:lnTo>
                  <a:pt x="449872" y="25996"/>
                </a:lnTo>
                <a:lnTo>
                  <a:pt x="449872" y="12192"/>
                </a:lnTo>
                <a:lnTo>
                  <a:pt x="416344" y="12192"/>
                </a:lnTo>
                <a:lnTo>
                  <a:pt x="416344" y="1524"/>
                </a:lnTo>
                <a:lnTo>
                  <a:pt x="396532" y="1524"/>
                </a:lnTo>
                <a:lnTo>
                  <a:pt x="396532" y="12192"/>
                </a:lnTo>
                <a:lnTo>
                  <a:pt x="364528" y="12192"/>
                </a:lnTo>
                <a:lnTo>
                  <a:pt x="364528" y="25996"/>
                </a:lnTo>
                <a:lnTo>
                  <a:pt x="396532" y="25996"/>
                </a:lnTo>
                <a:lnTo>
                  <a:pt x="396532" y="32092"/>
                </a:lnTo>
                <a:lnTo>
                  <a:pt x="367576" y="32092"/>
                </a:lnTo>
                <a:lnTo>
                  <a:pt x="367576" y="45808"/>
                </a:lnTo>
                <a:lnTo>
                  <a:pt x="396532" y="45808"/>
                </a:lnTo>
                <a:lnTo>
                  <a:pt x="396532" y="51904"/>
                </a:lnTo>
                <a:lnTo>
                  <a:pt x="361480" y="51904"/>
                </a:lnTo>
                <a:lnTo>
                  <a:pt x="361480" y="64096"/>
                </a:lnTo>
                <a:lnTo>
                  <a:pt x="452920" y="64096"/>
                </a:lnTo>
                <a:lnTo>
                  <a:pt x="452920" y="51904"/>
                </a:lnTo>
                <a:close/>
              </a:path>
              <a:path w="603885" h="149860">
                <a:moveTo>
                  <a:pt x="486537" y="56476"/>
                </a:moveTo>
                <a:lnTo>
                  <a:pt x="466725" y="56476"/>
                </a:lnTo>
                <a:lnTo>
                  <a:pt x="466725" y="148018"/>
                </a:lnTo>
                <a:lnTo>
                  <a:pt x="486537" y="148018"/>
                </a:lnTo>
                <a:lnTo>
                  <a:pt x="486537" y="56476"/>
                </a:lnTo>
                <a:close/>
              </a:path>
              <a:path w="603885" h="149860">
                <a:moveTo>
                  <a:pt x="509397" y="54952"/>
                </a:moveTo>
                <a:lnTo>
                  <a:pt x="505942" y="50126"/>
                </a:lnTo>
                <a:lnTo>
                  <a:pt x="502348" y="44856"/>
                </a:lnTo>
                <a:lnTo>
                  <a:pt x="498462" y="39319"/>
                </a:lnTo>
                <a:lnTo>
                  <a:pt x="494157" y="33616"/>
                </a:lnTo>
                <a:lnTo>
                  <a:pt x="478917" y="42760"/>
                </a:lnTo>
                <a:lnTo>
                  <a:pt x="483222" y="47599"/>
                </a:lnTo>
                <a:lnTo>
                  <a:pt x="487108" y="52857"/>
                </a:lnTo>
                <a:lnTo>
                  <a:pt x="490702" y="58407"/>
                </a:lnTo>
                <a:lnTo>
                  <a:pt x="494157" y="64096"/>
                </a:lnTo>
                <a:lnTo>
                  <a:pt x="509397" y="54952"/>
                </a:lnTo>
                <a:close/>
              </a:path>
              <a:path w="603885" h="149860">
                <a:moveTo>
                  <a:pt x="530733" y="12192"/>
                </a:moveTo>
                <a:lnTo>
                  <a:pt x="495681" y="12192"/>
                </a:lnTo>
                <a:lnTo>
                  <a:pt x="498729" y="7620"/>
                </a:lnTo>
                <a:lnTo>
                  <a:pt x="498792" y="7493"/>
                </a:lnTo>
                <a:lnTo>
                  <a:pt x="500253" y="4572"/>
                </a:lnTo>
                <a:lnTo>
                  <a:pt x="503301" y="0"/>
                </a:lnTo>
                <a:lnTo>
                  <a:pt x="481965" y="0"/>
                </a:lnTo>
                <a:lnTo>
                  <a:pt x="476199" y="8851"/>
                </a:lnTo>
                <a:lnTo>
                  <a:pt x="470141" y="17005"/>
                </a:lnTo>
                <a:lnTo>
                  <a:pt x="463499" y="24295"/>
                </a:lnTo>
                <a:lnTo>
                  <a:pt x="455968" y="30568"/>
                </a:lnTo>
                <a:lnTo>
                  <a:pt x="459016" y="36664"/>
                </a:lnTo>
                <a:lnTo>
                  <a:pt x="462064" y="41236"/>
                </a:lnTo>
                <a:lnTo>
                  <a:pt x="465201" y="48856"/>
                </a:lnTo>
                <a:lnTo>
                  <a:pt x="470890" y="43141"/>
                </a:lnTo>
                <a:lnTo>
                  <a:pt x="476440" y="37426"/>
                </a:lnTo>
                <a:lnTo>
                  <a:pt x="481698" y="31711"/>
                </a:lnTo>
                <a:lnTo>
                  <a:pt x="486537" y="25996"/>
                </a:lnTo>
                <a:lnTo>
                  <a:pt x="492633" y="25996"/>
                </a:lnTo>
                <a:lnTo>
                  <a:pt x="495681" y="30568"/>
                </a:lnTo>
                <a:lnTo>
                  <a:pt x="498729" y="36664"/>
                </a:lnTo>
                <a:lnTo>
                  <a:pt x="501777" y="41236"/>
                </a:lnTo>
                <a:lnTo>
                  <a:pt x="520065" y="35140"/>
                </a:lnTo>
                <a:lnTo>
                  <a:pt x="517017" y="29044"/>
                </a:lnTo>
                <a:lnTo>
                  <a:pt x="513969" y="25996"/>
                </a:lnTo>
                <a:lnTo>
                  <a:pt x="530733" y="25996"/>
                </a:lnTo>
                <a:lnTo>
                  <a:pt x="530733" y="12192"/>
                </a:lnTo>
                <a:close/>
              </a:path>
              <a:path w="603885" h="149860">
                <a:moveTo>
                  <a:pt x="597789" y="42760"/>
                </a:moveTo>
                <a:lnTo>
                  <a:pt x="515493" y="42760"/>
                </a:lnTo>
                <a:lnTo>
                  <a:pt x="515493" y="59524"/>
                </a:lnTo>
                <a:lnTo>
                  <a:pt x="577977" y="59524"/>
                </a:lnTo>
                <a:lnTo>
                  <a:pt x="577977" y="123634"/>
                </a:lnTo>
                <a:lnTo>
                  <a:pt x="573405" y="128206"/>
                </a:lnTo>
                <a:lnTo>
                  <a:pt x="565785" y="128206"/>
                </a:lnTo>
                <a:lnTo>
                  <a:pt x="565785" y="116014"/>
                </a:lnTo>
                <a:lnTo>
                  <a:pt x="565785" y="106768"/>
                </a:lnTo>
                <a:lnTo>
                  <a:pt x="565785" y="93052"/>
                </a:lnTo>
                <a:lnTo>
                  <a:pt x="565785" y="82384"/>
                </a:lnTo>
                <a:lnTo>
                  <a:pt x="565785" y="68668"/>
                </a:lnTo>
                <a:lnTo>
                  <a:pt x="547497" y="68668"/>
                </a:lnTo>
                <a:lnTo>
                  <a:pt x="547497" y="82384"/>
                </a:lnTo>
                <a:lnTo>
                  <a:pt x="547497" y="93052"/>
                </a:lnTo>
                <a:lnTo>
                  <a:pt x="547497" y="106768"/>
                </a:lnTo>
                <a:lnTo>
                  <a:pt x="547497" y="116014"/>
                </a:lnTo>
                <a:lnTo>
                  <a:pt x="517017" y="116014"/>
                </a:lnTo>
                <a:lnTo>
                  <a:pt x="517017" y="106768"/>
                </a:lnTo>
                <a:lnTo>
                  <a:pt x="547497" y="106768"/>
                </a:lnTo>
                <a:lnTo>
                  <a:pt x="547497" y="93052"/>
                </a:lnTo>
                <a:lnTo>
                  <a:pt x="517017" y="93052"/>
                </a:lnTo>
                <a:lnTo>
                  <a:pt x="517017" y="82384"/>
                </a:lnTo>
                <a:lnTo>
                  <a:pt x="547497" y="82384"/>
                </a:lnTo>
                <a:lnTo>
                  <a:pt x="547497" y="68668"/>
                </a:lnTo>
                <a:lnTo>
                  <a:pt x="498729" y="68668"/>
                </a:lnTo>
                <a:lnTo>
                  <a:pt x="498729" y="137350"/>
                </a:lnTo>
                <a:lnTo>
                  <a:pt x="517017" y="137350"/>
                </a:lnTo>
                <a:lnTo>
                  <a:pt x="517017" y="131254"/>
                </a:lnTo>
                <a:lnTo>
                  <a:pt x="555117" y="131254"/>
                </a:lnTo>
                <a:lnTo>
                  <a:pt x="555117" y="135826"/>
                </a:lnTo>
                <a:lnTo>
                  <a:pt x="558165" y="148018"/>
                </a:lnTo>
                <a:lnTo>
                  <a:pt x="568833" y="148018"/>
                </a:lnTo>
                <a:lnTo>
                  <a:pt x="576453" y="146494"/>
                </a:lnTo>
                <a:lnTo>
                  <a:pt x="581025" y="146494"/>
                </a:lnTo>
                <a:lnTo>
                  <a:pt x="587121" y="144970"/>
                </a:lnTo>
                <a:lnTo>
                  <a:pt x="591693" y="143446"/>
                </a:lnTo>
                <a:lnTo>
                  <a:pt x="593217" y="138874"/>
                </a:lnTo>
                <a:lnTo>
                  <a:pt x="596265" y="134302"/>
                </a:lnTo>
                <a:lnTo>
                  <a:pt x="597027" y="131254"/>
                </a:lnTo>
                <a:lnTo>
                  <a:pt x="597789" y="128206"/>
                </a:lnTo>
                <a:lnTo>
                  <a:pt x="597789" y="42760"/>
                </a:lnTo>
                <a:close/>
              </a:path>
              <a:path w="603885" h="149860">
                <a:moveTo>
                  <a:pt x="603885" y="12192"/>
                </a:moveTo>
                <a:lnTo>
                  <a:pt x="561213" y="12192"/>
                </a:lnTo>
                <a:lnTo>
                  <a:pt x="562737" y="7620"/>
                </a:lnTo>
                <a:lnTo>
                  <a:pt x="562800" y="7493"/>
                </a:lnTo>
                <a:lnTo>
                  <a:pt x="564261" y="4572"/>
                </a:lnTo>
                <a:lnTo>
                  <a:pt x="565785" y="0"/>
                </a:lnTo>
                <a:lnTo>
                  <a:pt x="545973" y="0"/>
                </a:lnTo>
                <a:lnTo>
                  <a:pt x="542455" y="7620"/>
                </a:lnTo>
                <a:lnTo>
                  <a:pt x="538924" y="14147"/>
                </a:lnTo>
                <a:lnTo>
                  <a:pt x="535038" y="20231"/>
                </a:lnTo>
                <a:lnTo>
                  <a:pt x="530733" y="25996"/>
                </a:lnTo>
                <a:lnTo>
                  <a:pt x="527685" y="27520"/>
                </a:lnTo>
                <a:lnTo>
                  <a:pt x="526161" y="30568"/>
                </a:lnTo>
                <a:lnTo>
                  <a:pt x="524637" y="32092"/>
                </a:lnTo>
                <a:lnTo>
                  <a:pt x="530733" y="35140"/>
                </a:lnTo>
                <a:lnTo>
                  <a:pt x="536829" y="36664"/>
                </a:lnTo>
                <a:lnTo>
                  <a:pt x="541401" y="39712"/>
                </a:lnTo>
                <a:lnTo>
                  <a:pt x="545973" y="35140"/>
                </a:lnTo>
                <a:lnTo>
                  <a:pt x="552069" y="25996"/>
                </a:lnTo>
                <a:lnTo>
                  <a:pt x="561213" y="25996"/>
                </a:lnTo>
                <a:lnTo>
                  <a:pt x="562737" y="30568"/>
                </a:lnTo>
                <a:lnTo>
                  <a:pt x="565785" y="35140"/>
                </a:lnTo>
                <a:lnTo>
                  <a:pt x="567309" y="39712"/>
                </a:lnTo>
                <a:lnTo>
                  <a:pt x="585597" y="36664"/>
                </a:lnTo>
                <a:lnTo>
                  <a:pt x="584073" y="32092"/>
                </a:lnTo>
                <a:lnTo>
                  <a:pt x="581025" y="25996"/>
                </a:lnTo>
                <a:lnTo>
                  <a:pt x="603885" y="25996"/>
                </a:lnTo>
                <a:lnTo>
                  <a:pt x="603885" y="12192"/>
                </a:lnTo>
                <a:close/>
              </a:path>
            </a:pathLst>
          </a:custGeom>
          <a:solidFill>
            <a:srgbClr val="3641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" name="object 51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192625" y="4902803"/>
            <a:ext cx="334041" cy="109918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1575435" y="4902803"/>
            <a:ext cx="586105" cy="111760"/>
            <a:chOff x="1575435" y="4902803"/>
            <a:chExt cx="586105" cy="111760"/>
          </a:xfrm>
        </p:grpSpPr>
        <p:sp>
          <p:nvSpPr>
            <p:cNvPr id="53" name="object 53"/>
            <p:cNvSpPr/>
            <p:nvPr/>
          </p:nvSpPr>
          <p:spPr>
            <a:xfrm>
              <a:off x="1575435" y="4910518"/>
              <a:ext cx="53340" cy="86995"/>
            </a:xfrm>
            <a:custGeom>
              <a:avLst/>
              <a:gdLst/>
              <a:ahLst/>
              <a:cxnLst/>
              <a:rect l="l" t="t" r="r" b="b"/>
              <a:pathLst>
                <a:path w="53339" h="86995">
                  <a:moveTo>
                    <a:pt x="53339" y="86868"/>
                  </a:moveTo>
                  <a:lnTo>
                    <a:pt x="0" y="86868"/>
                  </a:lnTo>
                  <a:lnTo>
                    <a:pt x="0" y="73152"/>
                  </a:lnTo>
                  <a:lnTo>
                    <a:pt x="4571" y="64008"/>
                  </a:lnTo>
                  <a:lnTo>
                    <a:pt x="12191" y="56388"/>
                  </a:lnTo>
                  <a:lnTo>
                    <a:pt x="16763" y="53340"/>
                  </a:lnTo>
                  <a:lnTo>
                    <a:pt x="22859" y="48768"/>
                  </a:lnTo>
                  <a:lnTo>
                    <a:pt x="30479" y="44196"/>
                  </a:lnTo>
                  <a:lnTo>
                    <a:pt x="35051" y="39624"/>
                  </a:lnTo>
                  <a:lnTo>
                    <a:pt x="36575" y="36576"/>
                  </a:lnTo>
                  <a:lnTo>
                    <a:pt x="39623" y="32004"/>
                  </a:lnTo>
                  <a:lnTo>
                    <a:pt x="41147" y="27432"/>
                  </a:lnTo>
                  <a:lnTo>
                    <a:pt x="41147" y="22860"/>
                  </a:lnTo>
                  <a:lnTo>
                    <a:pt x="41147" y="18288"/>
                  </a:lnTo>
                  <a:lnTo>
                    <a:pt x="39623" y="15240"/>
                  </a:lnTo>
                  <a:lnTo>
                    <a:pt x="36575" y="12192"/>
                  </a:lnTo>
                  <a:lnTo>
                    <a:pt x="33527" y="10668"/>
                  </a:lnTo>
                  <a:lnTo>
                    <a:pt x="28955" y="9144"/>
                  </a:lnTo>
                  <a:lnTo>
                    <a:pt x="16763" y="9144"/>
                  </a:lnTo>
                  <a:lnTo>
                    <a:pt x="13715" y="10668"/>
                  </a:lnTo>
                  <a:lnTo>
                    <a:pt x="9143" y="13716"/>
                  </a:lnTo>
                  <a:lnTo>
                    <a:pt x="6095" y="15240"/>
                  </a:lnTo>
                  <a:lnTo>
                    <a:pt x="3047" y="19812"/>
                  </a:lnTo>
                  <a:lnTo>
                    <a:pt x="3047" y="9144"/>
                  </a:lnTo>
                  <a:lnTo>
                    <a:pt x="9143" y="3048"/>
                  </a:lnTo>
                  <a:lnTo>
                    <a:pt x="12191" y="1524"/>
                  </a:lnTo>
                  <a:lnTo>
                    <a:pt x="16763" y="0"/>
                  </a:lnTo>
                  <a:lnTo>
                    <a:pt x="33527" y="0"/>
                  </a:lnTo>
                  <a:lnTo>
                    <a:pt x="39623" y="1524"/>
                  </a:lnTo>
                  <a:lnTo>
                    <a:pt x="48767" y="10668"/>
                  </a:lnTo>
                  <a:lnTo>
                    <a:pt x="51815" y="15240"/>
                  </a:lnTo>
                  <a:lnTo>
                    <a:pt x="51815" y="28956"/>
                  </a:lnTo>
                  <a:lnTo>
                    <a:pt x="50291" y="35052"/>
                  </a:lnTo>
                  <a:lnTo>
                    <a:pt x="44195" y="44196"/>
                  </a:lnTo>
                  <a:lnTo>
                    <a:pt x="39623" y="48768"/>
                  </a:lnTo>
                  <a:lnTo>
                    <a:pt x="24383" y="57912"/>
                  </a:lnTo>
                  <a:lnTo>
                    <a:pt x="12191" y="70104"/>
                  </a:lnTo>
                  <a:lnTo>
                    <a:pt x="12191" y="73152"/>
                  </a:lnTo>
                  <a:lnTo>
                    <a:pt x="10667" y="74676"/>
                  </a:lnTo>
                  <a:lnTo>
                    <a:pt x="10667" y="77724"/>
                  </a:lnTo>
                  <a:lnTo>
                    <a:pt x="53339" y="77724"/>
                  </a:lnTo>
                  <a:lnTo>
                    <a:pt x="53339" y="86868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670018" y="4902803"/>
              <a:ext cx="454342" cy="11144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2144268" y="4983670"/>
              <a:ext cx="17145" cy="31115"/>
            </a:xfrm>
            <a:custGeom>
              <a:avLst/>
              <a:gdLst/>
              <a:ahLst/>
              <a:cxnLst/>
              <a:rect l="l" t="t" r="r" b="b"/>
              <a:pathLst>
                <a:path w="17144" h="31114">
                  <a:moveTo>
                    <a:pt x="7620" y="30575"/>
                  </a:moveTo>
                  <a:lnTo>
                    <a:pt x="0" y="30575"/>
                  </a:lnTo>
                  <a:lnTo>
                    <a:pt x="6096" y="0"/>
                  </a:lnTo>
                  <a:lnTo>
                    <a:pt x="16764" y="0"/>
                  </a:lnTo>
                  <a:lnTo>
                    <a:pt x="7620" y="30575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/>
          <p:nvPr/>
        </p:nvSpPr>
        <p:spPr>
          <a:xfrm>
            <a:off x="2241893" y="4901285"/>
            <a:ext cx="835660" cy="113030"/>
          </a:xfrm>
          <a:custGeom>
            <a:avLst/>
            <a:gdLst/>
            <a:ahLst/>
            <a:cxnLst/>
            <a:rect l="l" t="t" r="r" b="b"/>
            <a:pathLst>
              <a:path w="835660" h="113029">
                <a:moveTo>
                  <a:pt x="112776" y="100672"/>
                </a:moveTo>
                <a:lnTo>
                  <a:pt x="92468" y="90957"/>
                </a:lnTo>
                <a:lnTo>
                  <a:pt x="77152" y="77812"/>
                </a:lnTo>
                <a:lnTo>
                  <a:pt x="66700" y="61239"/>
                </a:lnTo>
                <a:lnTo>
                  <a:pt x="60960" y="41236"/>
                </a:lnTo>
                <a:lnTo>
                  <a:pt x="109728" y="41236"/>
                </a:lnTo>
                <a:lnTo>
                  <a:pt x="109728" y="32092"/>
                </a:lnTo>
                <a:lnTo>
                  <a:pt x="60960" y="32092"/>
                </a:lnTo>
                <a:lnTo>
                  <a:pt x="60960" y="1524"/>
                </a:lnTo>
                <a:lnTo>
                  <a:pt x="51816" y="1524"/>
                </a:lnTo>
                <a:lnTo>
                  <a:pt x="51574" y="9550"/>
                </a:lnTo>
                <a:lnTo>
                  <a:pt x="50533" y="24980"/>
                </a:lnTo>
                <a:lnTo>
                  <a:pt x="50292" y="32092"/>
                </a:lnTo>
                <a:lnTo>
                  <a:pt x="3048" y="32092"/>
                </a:lnTo>
                <a:lnTo>
                  <a:pt x="3048" y="41236"/>
                </a:lnTo>
                <a:lnTo>
                  <a:pt x="50292" y="41236"/>
                </a:lnTo>
                <a:lnTo>
                  <a:pt x="45643" y="60413"/>
                </a:lnTo>
                <a:lnTo>
                  <a:pt x="36004" y="76860"/>
                </a:lnTo>
                <a:lnTo>
                  <a:pt x="20929" y="90754"/>
                </a:lnTo>
                <a:lnTo>
                  <a:pt x="0" y="102196"/>
                </a:lnTo>
                <a:lnTo>
                  <a:pt x="4572" y="106870"/>
                </a:lnTo>
                <a:lnTo>
                  <a:pt x="6096" y="109918"/>
                </a:lnTo>
                <a:lnTo>
                  <a:pt x="7620" y="111442"/>
                </a:lnTo>
                <a:lnTo>
                  <a:pt x="25958" y="100241"/>
                </a:lnTo>
                <a:lnTo>
                  <a:pt x="40005" y="87350"/>
                </a:lnTo>
                <a:lnTo>
                  <a:pt x="50050" y="72771"/>
                </a:lnTo>
                <a:lnTo>
                  <a:pt x="56388" y="56476"/>
                </a:lnTo>
                <a:lnTo>
                  <a:pt x="63550" y="74244"/>
                </a:lnTo>
                <a:lnTo>
                  <a:pt x="73723" y="88874"/>
                </a:lnTo>
                <a:lnTo>
                  <a:pt x="87033" y="100672"/>
                </a:lnTo>
                <a:lnTo>
                  <a:pt x="103632" y="109918"/>
                </a:lnTo>
                <a:lnTo>
                  <a:pt x="105156" y="106870"/>
                </a:lnTo>
                <a:lnTo>
                  <a:pt x="108204" y="103720"/>
                </a:lnTo>
                <a:lnTo>
                  <a:pt x="112776" y="100672"/>
                </a:lnTo>
                <a:close/>
              </a:path>
              <a:path w="835660" h="113029">
                <a:moveTo>
                  <a:pt x="155536" y="21424"/>
                </a:moveTo>
                <a:lnTo>
                  <a:pt x="141820" y="21424"/>
                </a:lnTo>
                <a:lnTo>
                  <a:pt x="141820" y="1524"/>
                </a:lnTo>
                <a:lnTo>
                  <a:pt x="134112" y="1524"/>
                </a:lnTo>
                <a:lnTo>
                  <a:pt x="134112" y="21424"/>
                </a:lnTo>
                <a:lnTo>
                  <a:pt x="118872" y="21424"/>
                </a:lnTo>
                <a:lnTo>
                  <a:pt x="118872" y="90004"/>
                </a:lnTo>
                <a:lnTo>
                  <a:pt x="126492" y="90004"/>
                </a:lnTo>
                <a:lnTo>
                  <a:pt x="126492" y="29044"/>
                </a:lnTo>
                <a:lnTo>
                  <a:pt x="134112" y="29044"/>
                </a:lnTo>
                <a:lnTo>
                  <a:pt x="134112" y="111442"/>
                </a:lnTo>
                <a:lnTo>
                  <a:pt x="141820" y="111442"/>
                </a:lnTo>
                <a:lnTo>
                  <a:pt x="141820" y="80860"/>
                </a:lnTo>
                <a:lnTo>
                  <a:pt x="141820" y="29044"/>
                </a:lnTo>
                <a:lnTo>
                  <a:pt x="149440" y="29044"/>
                </a:lnTo>
                <a:lnTo>
                  <a:pt x="149440" y="80860"/>
                </a:lnTo>
                <a:lnTo>
                  <a:pt x="141820" y="80860"/>
                </a:lnTo>
                <a:lnTo>
                  <a:pt x="143344" y="83908"/>
                </a:lnTo>
                <a:lnTo>
                  <a:pt x="143344" y="88480"/>
                </a:lnTo>
                <a:lnTo>
                  <a:pt x="154012" y="88480"/>
                </a:lnTo>
                <a:lnTo>
                  <a:pt x="155536" y="85432"/>
                </a:lnTo>
                <a:lnTo>
                  <a:pt x="155536" y="29044"/>
                </a:lnTo>
                <a:lnTo>
                  <a:pt x="155536" y="21424"/>
                </a:lnTo>
                <a:close/>
              </a:path>
              <a:path w="835660" h="113029">
                <a:moveTo>
                  <a:pt x="218020" y="21424"/>
                </a:moveTo>
                <a:lnTo>
                  <a:pt x="210400" y="21424"/>
                </a:lnTo>
                <a:lnTo>
                  <a:pt x="210400" y="29044"/>
                </a:lnTo>
                <a:lnTo>
                  <a:pt x="210400" y="41236"/>
                </a:lnTo>
                <a:lnTo>
                  <a:pt x="175348" y="41236"/>
                </a:lnTo>
                <a:lnTo>
                  <a:pt x="175348" y="29044"/>
                </a:lnTo>
                <a:lnTo>
                  <a:pt x="210400" y="29044"/>
                </a:lnTo>
                <a:lnTo>
                  <a:pt x="210400" y="21424"/>
                </a:lnTo>
                <a:lnTo>
                  <a:pt x="167728" y="21424"/>
                </a:lnTo>
                <a:lnTo>
                  <a:pt x="167728" y="51904"/>
                </a:lnTo>
                <a:lnTo>
                  <a:pt x="175348" y="51904"/>
                </a:lnTo>
                <a:lnTo>
                  <a:pt x="175348" y="48856"/>
                </a:lnTo>
                <a:lnTo>
                  <a:pt x="210400" y="48856"/>
                </a:lnTo>
                <a:lnTo>
                  <a:pt x="210400" y="51904"/>
                </a:lnTo>
                <a:lnTo>
                  <a:pt x="218020" y="51904"/>
                </a:lnTo>
                <a:lnTo>
                  <a:pt x="218020" y="48856"/>
                </a:lnTo>
                <a:lnTo>
                  <a:pt x="218020" y="41236"/>
                </a:lnTo>
                <a:lnTo>
                  <a:pt x="218020" y="29044"/>
                </a:lnTo>
                <a:lnTo>
                  <a:pt x="218020" y="21424"/>
                </a:lnTo>
                <a:close/>
              </a:path>
              <a:path w="835660" h="113029">
                <a:moveTo>
                  <a:pt x="222592" y="58000"/>
                </a:moveTo>
                <a:lnTo>
                  <a:pt x="214972" y="58000"/>
                </a:lnTo>
                <a:lnTo>
                  <a:pt x="214972" y="64096"/>
                </a:lnTo>
                <a:lnTo>
                  <a:pt x="214972" y="77812"/>
                </a:lnTo>
                <a:lnTo>
                  <a:pt x="214972" y="83908"/>
                </a:lnTo>
                <a:lnTo>
                  <a:pt x="214972" y="97624"/>
                </a:lnTo>
                <a:lnTo>
                  <a:pt x="195160" y="97624"/>
                </a:lnTo>
                <a:lnTo>
                  <a:pt x="195160" y="83908"/>
                </a:lnTo>
                <a:lnTo>
                  <a:pt x="214972" y="83908"/>
                </a:lnTo>
                <a:lnTo>
                  <a:pt x="214972" y="77812"/>
                </a:lnTo>
                <a:lnTo>
                  <a:pt x="195160" y="77812"/>
                </a:lnTo>
                <a:lnTo>
                  <a:pt x="195160" y="64096"/>
                </a:lnTo>
                <a:lnTo>
                  <a:pt x="214972" y="64096"/>
                </a:lnTo>
                <a:lnTo>
                  <a:pt x="214972" y="58000"/>
                </a:lnTo>
                <a:lnTo>
                  <a:pt x="189064" y="58000"/>
                </a:lnTo>
                <a:lnTo>
                  <a:pt x="189064" y="64096"/>
                </a:lnTo>
                <a:lnTo>
                  <a:pt x="189064" y="77812"/>
                </a:lnTo>
                <a:lnTo>
                  <a:pt x="189064" y="83908"/>
                </a:lnTo>
                <a:lnTo>
                  <a:pt x="189064" y="97624"/>
                </a:lnTo>
                <a:lnTo>
                  <a:pt x="169252" y="97624"/>
                </a:lnTo>
                <a:lnTo>
                  <a:pt x="169252" y="83908"/>
                </a:lnTo>
                <a:lnTo>
                  <a:pt x="189064" y="83908"/>
                </a:lnTo>
                <a:lnTo>
                  <a:pt x="189064" y="77812"/>
                </a:lnTo>
                <a:lnTo>
                  <a:pt x="169252" y="77812"/>
                </a:lnTo>
                <a:lnTo>
                  <a:pt x="169252" y="64096"/>
                </a:lnTo>
                <a:lnTo>
                  <a:pt x="189064" y="64096"/>
                </a:lnTo>
                <a:lnTo>
                  <a:pt x="189064" y="58000"/>
                </a:lnTo>
                <a:lnTo>
                  <a:pt x="161632" y="58000"/>
                </a:lnTo>
                <a:lnTo>
                  <a:pt x="161632" y="111442"/>
                </a:lnTo>
                <a:lnTo>
                  <a:pt x="169252" y="111442"/>
                </a:lnTo>
                <a:lnTo>
                  <a:pt x="169252" y="105346"/>
                </a:lnTo>
                <a:lnTo>
                  <a:pt x="214972" y="105346"/>
                </a:lnTo>
                <a:lnTo>
                  <a:pt x="214972" y="111442"/>
                </a:lnTo>
                <a:lnTo>
                  <a:pt x="222592" y="111442"/>
                </a:lnTo>
                <a:lnTo>
                  <a:pt x="222592" y="105346"/>
                </a:lnTo>
                <a:lnTo>
                  <a:pt x="222592" y="97624"/>
                </a:lnTo>
                <a:lnTo>
                  <a:pt x="222592" y="83908"/>
                </a:lnTo>
                <a:lnTo>
                  <a:pt x="222592" y="77812"/>
                </a:lnTo>
                <a:lnTo>
                  <a:pt x="222592" y="64096"/>
                </a:lnTo>
                <a:lnTo>
                  <a:pt x="222592" y="58000"/>
                </a:lnTo>
                <a:close/>
              </a:path>
              <a:path w="835660" h="113029">
                <a:moveTo>
                  <a:pt x="225640" y="7708"/>
                </a:moveTo>
                <a:lnTo>
                  <a:pt x="160108" y="7708"/>
                </a:lnTo>
                <a:lnTo>
                  <a:pt x="160108" y="13804"/>
                </a:lnTo>
                <a:lnTo>
                  <a:pt x="225640" y="13804"/>
                </a:lnTo>
                <a:lnTo>
                  <a:pt x="225640" y="7708"/>
                </a:lnTo>
                <a:close/>
              </a:path>
              <a:path w="835660" h="113029">
                <a:moveTo>
                  <a:pt x="253085" y="53428"/>
                </a:moveTo>
                <a:lnTo>
                  <a:pt x="250037" y="51904"/>
                </a:lnTo>
                <a:lnTo>
                  <a:pt x="246989" y="51904"/>
                </a:lnTo>
                <a:lnTo>
                  <a:pt x="243941" y="50380"/>
                </a:lnTo>
                <a:lnTo>
                  <a:pt x="240512" y="63525"/>
                </a:lnTo>
                <a:lnTo>
                  <a:pt x="237083" y="75526"/>
                </a:lnTo>
                <a:lnTo>
                  <a:pt x="233654" y="86385"/>
                </a:lnTo>
                <a:lnTo>
                  <a:pt x="230225" y="96100"/>
                </a:lnTo>
                <a:lnTo>
                  <a:pt x="239369" y="99148"/>
                </a:lnTo>
                <a:lnTo>
                  <a:pt x="243649" y="86004"/>
                </a:lnTo>
                <a:lnTo>
                  <a:pt x="247370" y="74002"/>
                </a:lnTo>
                <a:lnTo>
                  <a:pt x="250393" y="63525"/>
                </a:lnTo>
                <a:lnTo>
                  <a:pt x="253085" y="53428"/>
                </a:lnTo>
                <a:close/>
              </a:path>
              <a:path w="835660" h="113029">
                <a:moveTo>
                  <a:pt x="254609" y="30568"/>
                </a:moveTo>
                <a:lnTo>
                  <a:pt x="250037" y="22948"/>
                </a:lnTo>
                <a:lnTo>
                  <a:pt x="243941" y="16852"/>
                </a:lnTo>
                <a:lnTo>
                  <a:pt x="239369" y="10756"/>
                </a:lnTo>
                <a:lnTo>
                  <a:pt x="231749" y="15328"/>
                </a:lnTo>
                <a:lnTo>
                  <a:pt x="236321" y="19900"/>
                </a:lnTo>
                <a:lnTo>
                  <a:pt x="240893" y="27520"/>
                </a:lnTo>
                <a:lnTo>
                  <a:pt x="246989" y="35140"/>
                </a:lnTo>
                <a:lnTo>
                  <a:pt x="254609" y="30568"/>
                </a:lnTo>
                <a:close/>
              </a:path>
              <a:path w="835660" h="113029">
                <a:moveTo>
                  <a:pt x="300418" y="54952"/>
                </a:moveTo>
                <a:lnTo>
                  <a:pt x="292798" y="54952"/>
                </a:lnTo>
                <a:lnTo>
                  <a:pt x="292798" y="61048"/>
                </a:lnTo>
                <a:lnTo>
                  <a:pt x="292798" y="80860"/>
                </a:lnTo>
                <a:lnTo>
                  <a:pt x="282130" y="80860"/>
                </a:lnTo>
                <a:lnTo>
                  <a:pt x="282130" y="61048"/>
                </a:lnTo>
                <a:lnTo>
                  <a:pt x="292798" y="61048"/>
                </a:lnTo>
                <a:lnTo>
                  <a:pt x="292798" y="54952"/>
                </a:lnTo>
                <a:lnTo>
                  <a:pt x="275945" y="54952"/>
                </a:lnTo>
                <a:lnTo>
                  <a:pt x="275945" y="94576"/>
                </a:lnTo>
                <a:lnTo>
                  <a:pt x="282130" y="94576"/>
                </a:lnTo>
                <a:lnTo>
                  <a:pt x="282130" y="86956"/>
                </a:lnTo>
                <a:lnTo>
                  <a:pt x="300418" y="86956"/>
                </a:lnTo>
                <a:lnTo>
                  <a:pt x="300418" y="80860"/>
                </a:lnTo>
                <a:lnTo>
                  <a:pt x="300418" y="61048"/>
                </a:lnTo>
                <a:lnTo>
                  <a:pt x="300418" y="54952"/>
                </a:lnTo>
                <a:close/>
              </a:path>
              <a:path w="835660" h="113029">
                <a:moveTo>
                  <a:pt x="300418" y="36664"/>
                </a:moveTo>
                <a:lnTo>
                  <a:pt x="272897" y="36664"/>
                </a:lnTo>
                <a:lnTo>
                  <a:pt x="272897" y="44284"/>
                </a:lnTo>
                <a:lnTo>
                  <a:pt x="300418" y="44284"/>
                </a:lnTo>
                <a:lnTo>
                  <a:pt x="300418" y="36664"/>
                </a:lnTo>
                <a:close/>
              </a:path>
              <a:path w="835660" h="113029">
                <a:moveTo>
                  <a:pt x="333946" y="13804"/>
                </a:moveTo>
                <a:lnTo>
                  <a:pt x="330898" y="9232"/>
                </a:lnTo>
                <a:lnTo>
                  <a:pt x="327850" y="6096"/>
                </a:lnTo>
                <a:lnTo>
                  <a:pt x="323278" y="1524"/>
                </a:lnTo>
                <a:lnTo>
                  <a:pt x="318706" y="6096"/>
                </a:lnTo>
                <a:lnTo>
                  <a:pt x="321754" y="10756"/>
                </a:lnTo>
                <a:lnTo>
                  <a:pt x="324802" y="13804"/>
                </a:lnTo>
                <a:lnTo>
                  <a:pt x="327850" y="18376"/>
                </a:lnTo>
                <a:lnTo>
                  <a:pt x="333946" y="13804"/>
                </a:lnTo>
                <a:close/>
              </a:path>
              <a:path w="835660" h="113029">
                <a:moveTo>
                  <a:pt x="341566" y="82384"/>
                </a:moveTo>
                <a:lnTo>
                  <a:pt x="338518" y="82384"/>
                </a:lnTo>
                <a:lnTo>
                  <a:pt x="336994" y="80860"/>
                </a:lnTo>
                <a:lnTo>
                  <a:pt x="332422" y="79336"/>
                </a:lnTo>
                <a:lnTo>
                  <a:pt x="332422" y="91528"/>
                </a:lnTo>
                <a:lnTo>
                  <a:pt x="330898" y="96100"/>
                </a:lnTo>
                <a:lnTo>
                  <a:pt x="329374" y="99148"/>
                </a:lnTo>
                <a:lnTo>
                  <a:pt x="327850" y="100672"/>
                </a:lnTo>
                <a:lnTo>
                  <a:pt x="326326" y="97624"/>
                </a:lnTo>
                <a:lnTo>
                  <a:pt x="323278" y="94576"/>
                </a:lnTo>
                <a:lnTo>
                  <a:pt x="323189" y="94208"/>
                </a:lnTo>
                <a:lnTo>
                  <a:pt x="322516" y="91528"/>
                </a:lnTo>
                <a:lnTo>
                  <a:pt x="321754" y="88480"/>
                </a:lnTo>
                <a:lnTo>
                  <a:pt x="318706" y="82384"/>
                </a:lnTo>
                <a:lnTo>
                  <a:pt x="324142" y="72961"/>
                </a:lnTo>
                <a:lnTo>
                  <a:pt x="324231" y="72771"/>
                </a:lnTo>
                <a:lnTo>
                  <a:pt x="325526" y="70104"/>
                </a:lnTo>
                <a:lnTo>
                  <a:pt x="328993" y="62953"/>
                </a:lnTo>
                <a:lnTo>
                  <a:pt x="333286" y="52387"/>
                </a:lnTo>
                <a:lnTo>
                  <a:pt x="336994" y="41236"/>
                </a:lnTo>
                <a:lnTo>
                  <a:pt x="329374" y="38188"/>
                </a:lnTo>
                <a:lnTo>
                  <a:pt x="326821" y="47053"/>
                </a:lnTo>
                <a:lnTo>
                  <a:pt x="323850" y="55333"/>
                </a:lnTo>
                <a:lnTo>
                  <a:pt x="320624" y="62953"/>
                </a:lnTo>
                <a:lnTo>
                  <a:pt x="317233" y="70104"/>
                </a:lnTo>
                <a:lnTo>
                  <a:pt x="315417" y="61607"/>
                </a:lnTo>
                <a:lnTo>
                  <a:pt x="315366" y="61048"/>
                </a:lnTo>
                <a:lnTo>
                  <a:pt x="314579" y="52387"/>
                </a:lnTo>
                <a:lnTo>
                  <a:pt x="314134" y="27520"/>
                </a:lnTo>
                <a:lnTo>
                  <a:pt x="340042" y="27520"/>
                </a:lnTo>
                <a:lnTo>
                  <a:pt x="340042" y="19900"/>
                </a:lnTo>
                <a:lnTo>
                  <a:pt x="314134" y="19900"/>
                </a:lnTo>
                <a:lnTo>
                  <a:pt x="314134" y="1524"/>
                </a:lnTo>
                <a:lnTo>
                  <a:pt x="304990" y="1524"/>
                </a:lnTo>
                <a:lnTo>
                  <a:pt x="304990" y="19900"/>
                </a:lnTo>
                <a:lnTo>
                  <a:pt x="260705" y="19900"/>
                </a:lnTo>
                <a:lnTo>
                  <a:pt x="260616" y="56476"/>
                </a:lnTo>
                <a:lnTo>
                  <a:pt x="259816" y="70104"/>
                </a:lnTo>
                <a:lnTo>
                  <a:pt x="257086" y="83540"/>
                </a:lnTo>
                <a:lnTo>
                  <a:pt x="252336" y="95288"/>
                </a:lnTo>
                <a:lnTo>
                  <a:pt x="245465" y="105346"/>
                </a:lnTo>
                <a:lnTo>
                  <a:pt x="246938" y="106832"/>
                </a:lnTo>
                <a:lnTo>
                  <a:pt x="250037" y="108394"/>
                </a:lnTo>
                <a:lnTo>
                  <a:pt x="253085" y="111442"/>
                </a:lnTo>
                <a:lnTo>
                  <a:pt x="259981" y="100190"/>
                </a:lnTo>
                <a:lnTo>
                  <a:pt x="264706" y="87350"/>
                </a:lnTo>
                <a:lnTo>
                  <a:pt x="264769" y="86956"/>
                </a:lnTo>
                <a:lnTo>
                  <a:pt x="264883" y="86385"/>
                </a:lnTo>
                <a:lnTo>
                  <a:pt x="264947" y="86004"/>
                </a:lnTo>
                <a:lnTo>
                  <a:pt x="267436" y="72771"/>
                </a:lnTo>
                <a:lnTo>
                  <a:pt x="267538" y="70815"/>
                </a:lnTo>
                <a:lnTo>
                  <a:pt x="267576" y="70104"/>
                </a:lnTo>
                <a:lnTo>
                  <a:pt x="268198" y="58762"/>
                </a:lnTo>
                <a:lnTo>
                  <a:pt x="268325" y="27520"/>
                </a:lnTo>
                <a:lnTo>
                  <a:pt x="304990" y="27520"/>
                </a:lnTo>
                <a:lnTo>
                  <a:pt x="306158" y="44437"/>
                </a:lnTo>
                <a:lnTo>
                  <a:pt x="307467" y="58762"/>
                </a:lnTo>
                <a:lnTo>
                  <a:pt x="309067" y="70815"/>
                </a:lnTo>
                <a:lnTo>
                  <a:pt x="311086" y="80860"/>
                </a:lnTo>
                <a:lnTo>
                  <a:pt x="306235" y="87680"/>
                </a:lnTo>
                <a:lnTo>
                  <a:pt x="300799" y="94208"/>
                </a:lnTo>
                <a:lnTo>
                  <a:pt x="294805" y="100190"/>
                </a:lnTo>
                <a:lnTo>
                  <a:pt x="288226" y="105346"/>
                </a:lnTo>
                <a:lnTo>
                  <a:pt x="294322" y="108394"/>
                </a:lnTo>
                <a:lnTo>
                  <a:pt x="314134" y="91528"/>
                </a:lnTo>
                <a:lnTo>
                  <a:pt x="317182" y="100672"/>
                </a:lnTo>
                <a:lnTo>
                  <a:pt x="320230" y="105346"/>
                </a:lnTo>
                <a:lnTo>
                  <a:pt x="326326" y="111442"/>
                </a:lnTo>
                <a:lnTo>
                  <a:pt x="333946" y="111442"/>
                </a:lnTo>
                <a:lnTo>
                  <a:pt x="335470" y="108394"/>
                </a:lnTo>
                <a:lnTo>
                  <a:pt x="338518" y="102196"/>
                </a:lnTo>
                <a:lnTo>
                  <a:pt x="338518" y="100672"/>
                </a:lnTo>
                <a:lnTo>
                  <a:pt x="338518" y="96100"/>
                </a:lnTo>
                <a:lnTo>
                  <a:pt x="340042" y="90004"/>
                </a:lnTo>
                <a:lnTo>
                  <a:pt x="341566" y="82384"/>
                </a:lnTo>
                <a:close/>
              </a:path>
              <a:path w="835660" h="113029">
                <a:moveTo>
                  <a:pt x="381190" y="21437"/>
                </a:moveTo>
                <a:lnTo>
                  <a:pt x="372046" y="16865"/>
                </a:lnTo>
                <a:lnTo>
                  <a:pt x="366064" y="30264"/>
                </a:lnTo>
                <a:lnTo>
                  <a:pt x="359664" y="42964"/>
                </a:lnTo>
                <a:lnTo>
                  <a:pt x="352971" y="54787"/>
                </a:lnTo>
                <a:lnTo>
                  <a:pt x="346138" y="65633"/>
                </a:lnTo>
                <a:lnTo>
                  <a:pt x="352234" y="68681"/>
                </a:lnTo>
                <a:lnTo>
                  <a:pt x="353758" y="70205"/>
                </a:lnTo>
                <a:lnTo>
                  <a:pt x="360616" y="58724"/>
                </a:lnTo>
                <a:lnTo>
                  <a:pt x="367474" y="46964"/>
                </a:lnTo>
                <a:lnTo>
                  <a:pt x="374332" y="34620"/>
                </a:lnTo>
                <a:lnTo>
                  <a:pt x="381190" y="21437"/>
                </a:lnTo>
                <a:close/>
              </a:path>
              <a:path w="835660" h="113029">
                <a:moveTo>
                  <a:pt x="404050" y="1524"/>
                </a:moveTo>
                <a:lnTo>
                  <a:pt x="394906" y="1524"/>
                </a:lnTo>
                <a:lnTo>
                  <a:pt x="394906" y="71729"/>
                </a:lnTo>
                <a:lnTo>
                  <a:pt x="404050" y="71729"/>
                </a:lnTo>
                <a:lnTo>
                  <a:pt x="404050" y="1524"/>
                </a:lnTo>
                <a:close/>
              </a:path>
              <a:path w="835660" h="113029">
                <a:moveTo>
                  <a:pt x="439191" y="59537"/>
                </a:moveTo>
                <a:lnTo>
                  <a:pt x="431571" y="53441"/>
                </a:lnTo>
                <a:lnTo>
                  <a:pt x="414947" y="71158"/>
                </a:lnTo>
                <a:lnTo>
                  <a:pt x="394919" y="85445"/>
                </a:lnTo>
                <a:lnTo>
                  <a:pt x="371475" y="96304"/>
                </a:lnTo>
                <a:lnTo>
                  <a:pt x="344614" y="103733"/>
                </a:lnTo>
                <a:lnTo>
                  <a:pt x="344716" y="103936"/>
                </a:lnTo>
                <a:lnTo>
                  <a:pt x="346138" y="106870"/>
                </a:lnTo>
                <a:lnTo>
                  <a:pt x="347662" y="108394"/>
                </a:lnTo>
                <a:lnTo>
                  <a:pt x="349186" y="111442"/>
                </a:lnTo>
                <a:lnTo>
                  <a:pt x="376313" y="103936"/>
                </a:lnTo>
                <a:lnTo>
                  <a:pt x="400443" y="92875"/>
                </a:lnTo>
                <a:lnTo>
                  <a:pt x="421449" y="78130"/>
                </a:lnTo>
                <a:lnTo>
                  <a:pt x="439191" y="59537"/>
                </a:lnTo>
                <a:close/>
              </a:path>
              <a:path w="835660" h="113029">
                <a:moveTo>
                  <a:pt x="455955" y="51917"/>
                </a:moveTo>
                <a:lnTo>
                  <a:pt x="423951" y="15341"/>
                </a:lnTo>
                <a:lnTo>
                  <a:pt x="416242" y="19913"/>
                </a:lnTo>
                <a:lnTo>
                  <a:pt x="424268" y="29070"/>
                </a:lnTo>
                <a:lnTo>
                  <a:pt x="432142" y="38392"/>
                </a:lnTo>
                <a:lnTo>
                  <a:pt x="439699" y="47980"/>
                </a:lnTo>
                <a:lnTo>
                  <a:pt x="446811" y="58013"/>
                </a:lnTo>
                <a:lnTo>
                  <a:pt x="455955" y="51917"/>
                </a:lnTo>
                <a:close/>
              </a:path>
              <a:path w="835660" h="113029">
                <a:moveTo>
                  <a:pt x="526072" y="58000"/>
                </a:moveTo>
                <a:lnTo>
                  <a:pt x="519976" y="53428"/>
                </a:lnTo>
                <a:lnTo>
                  <a:pt x="509447" y="58864"/>
                </a:lnTo>
                <a:lnTo>
                  <a:pt x="498640" y="63715"/>
                </a:lnTo>
                <a:lnTo>
                  <a:pt x="487819" y="68008"/>
                </a:lnTo>
                <a:lnTo>
                  <a:pt x="477304" y="71716"/>
                </a:lnTo>
                <a:lnTo>
                  <a:pt x="478828" y="73240"/>
                </a:lnTo>
                <a:lnTo>
                  <a:pt x="481876" y="79336"/>
                </a:lnTo>
                <a:lnTo>
                  <a:pt x="493280" y="74726"/>
                </a:lnTo>
                <a:lnTo>
                  <a:pt x="504545" y="69811"/>
                </a:lnTo>
                <a:lnTo>
                  <a:pt x="515518" y="64338"/>
                </a:lnTo>
                <a:lnTo>
                  <a:pt x="526072" y="58000"/>
                </a:lnTo>
                <a:close/>
              </a:path>
              <a:path w="835660" h="113029">
                <a:moveTo>
                  <a:pt x="536740" y="71716"/>
                </a:moveTo>
                <a:lnTo>
                  <a:pt x="532168" y="65620"/>
                </a:lnTo>
                <a:lnTo>
                  <a:pt x="518160" y="73050"/>
                </a:lnTo>
                <a:lnTo>
                  <a:pt x="503593" y="79336"/>
                </a:lnTo>
                <a:lnTo>
                  <a:pt x="488442" y="84480"/>
                </a:lnTo>
                <a:lnTo>
                  <a:pt x="472732" y="88480"/>
                </a:lnTo>
                <a:lnTo>
                  <a:pt x="474256" y="90004"/>
                </a:lnTo>
                <a:lnTo>
                  <a:pt x="477304" y="96100"/>
                </a:lnTo>
                <a:lnTo>
                  <a:pt x="492163" y="92087"/>
                </a:lnTo>
                <a:lnTo>
                  <a:pt x="507022" y="86766"/>
                </a:lnTo>
                <a:lnTo>
                  <a:pt x="521881" y="80035"/>
                </a:lnTo>
                <a:lnTo>
                  <a:pt x="536740" y="71716"/>
                </a:lnTo>
                <a:close/>
              </a:path>
              <a:path w="835660" h="113029">
                <a:moveTo>
                  <a:pt x="551980" y="83908"/>
                </a:moveTo>
                <a:lnTo>
                  <a:pt x="545884" y="77812"/>
                </a:lnTo>
                <a:lnTo>
                  <a:pt x="530136" y="87249"/>
                </a:lnTo>
                <a:lnTo>
                  <a:pt x="512546" y="94970"/>
                </a:lnTo>
                <a:lnTo>
                  <a:pt x="492937" y="101003"/>
                </a:lnTo>
                <a:lnTo>
                  <a:pt x="471208" y="105346"/>
                </a:lnTo>
                <a:lnTo>
                  <a:pt x="472732" y="106870"/>
                </a:lnTo>
                <a:lnTo>
                  <a:pt x="474256" y="109918"/>
                </a:lnTo>
                <a:lnTo>
                  <a:pt x="474256" y="112966"/>
                </a:lnTo>
                <a:lnTo>
                  <a:pt x="496252" y="108635"/>
                </a:lnTo>
                <a:lnTo>
                  <a:pt x="516547" y="102438"/>
                </a:lnTo>
                <a:lnTo>
                  <a:pt x="535114" y="94246"/>
                </a:lnTo>
                <a:lnTo>
                  <a:pt x="551980" y="83908"/>
                </a:lnTo>
                <a:close/>
              </a:path>
              <a:path w="835660" h="113029">
                <a:moveTo>
                  <a:pt x="570357" y="68668"/>
                </a:moveTo>
                <a:lnTo>
                  <a:pt x="559663" y="64693"/>
                </a:lnTo>
                <a:lnTo>
                  <a:pt x="550265" y="59715"/>
                </a:lnTo>
                <a:lnTo>
                  <a:pt x="541756" y="53886"/>
                </a:lnTo>
                <a:lnTo>
                  <a:pt x="533692" y="47332"/>
                </a:lnTo>
                <a:lnTo>
                  <a:pt x="565696" y="47332"/>
                </a:lnTo>
                <a:lnTo>
                  <a:pt x="565696" y="39712"/>
                </a:lnTo>
                <a:lnTo>
                  <a:pt x="506260" y="39712"/>
                </a:lnTo>
                <a:lnTo>
                  <a:pt x="509308" y="36664"/>
                </a:lnTo>
                <a:lnTo>
                  <a:pt x="510832" y="33616"/>
                </a:lnTo>
                <a:lnTo>
                  <a:pt x="504736" y="32092"/>
                </a:lnTo>
                <a:lnTo>
                  <a:pt x="514756" y="31191"/>
                </a:lnTo>
                <a:lnTo>
                  <a:pt x="533666" y="29959"/>
                </a:lnTo>
                <a:lnTo>
                  <a:pt x="542836" y="29044"/>
                </a:lnTo>
                <a:lnTo>
                  <a:pt x="550456" y="36664"/>
                </a:lnTo>
                <a:lnTo>
                  <a:pt x="556552" y="29044"/>
                </a:lnTo>
                <a:lnTo>
                  <a:pt x="550545" y="24434"/>
                </a:lnTo>
                <a:lnTo>
                  <a:pt x="543979" y="19519"/>
                </a:lnTo>
                <a:lnTo>
                  <a:pt x="536829" y="14046"/>
                </a:lnTo>
                <a:lnTo>
                  <a:pt x="529120" y="7708"/>
                </a:lnTo>
                <a:lnTo>
                  <a:pt x="523024" y="13804"/>
                </a:lnTo>
                <a:lnTo>
                  <a:pt x="527596" y="16852"/>
                </a:lnTo>
                <a:lnTo>
                  <a:pt x="530618" y="19875"/>
                </a:lnTo>
                <a:lnTo>
                  <a:pt x="535216" y="22948"/>
                </a:lnTo>
                <a:lnTo>
                  <a:pt x="522046" y="23190"/>
                </a:lnTo>
                <a:lnTo>
                  <a:pt x="498563" y="24244"/>
                </a:lnTo>
                <a:lnTo>
                  <a:pt x="490080" y="24434"/>
                </a:lnTo>
                <a:lnTo>
                  <a:pt x="488022" y="24434"/>
                </a:lnTo>
                <a:lnTo>
                  <a:pt x="499592" y="15138"/>
                </a:lnTo>
                <a:lnTo>
                  <a:pt x="505752" y="10083"/>
                </a:lnTo>
                <a:lnTo>
                  <a:pt x="512356" y="4572"/>
                </a:lnTo>
                <a:lnTo>
                  <a:pt x="503212" y="0"/>
                </a:lnTo>
                <a:lnTo>
                  <a:pt x="497509" y="6362"/>
                </a:lnTo>
                <a:lnTo>
                  <a:pt x="491972" y="11709"/>
                </a:lnTo>
                <a:lnTo>
                  <a:pt x="486702" y="16167"/>
                </a:lnTo>
                <a:lnTo>
                  <a:pt x="481901" y="19875"/>
                </a:lnTo>
                <a:lnTo>
                  <a:pt x="478828" y="22948"/>
                </a:lnTo>
                <a:lnTo>
                  <a:pt x="475869" y="24434"/>
                </a:lnTo>
                <a:lnTo>
                  <a:pt x="471182" y="24434"/>
                </a:lnTo>
                <a:lnTo>
                  <a:pt x="474256" y="33616"/>
                </a:lnTo>
                <a:lnTo>
                  <a:pt x="480352" y="33616"/>
                </a:lnTo>
                <a:lnTo>
                  <a:pt x="483400" y="32092"/>
                </a:lnTo>
                <a:lnTo>
                  <a:pt x="503212" y="32092"/>
                </a:lnTo>
                <a:lnTo>
                  <a:pt x="501688" y="35140"/>
                </a:lnTo>
                <a:lnTo>
                  <a:pt x="497116" y="39712"/>
                </a:lnTo>
                <a:lnTo>
                  <a:pt x="460540" y="39712"/>
                </a:lnTo>
                <a:lnTo>
                  <a:pt x="460540" y="47332"/>
                </a:lnTo>
                <a:lnTo>
                  <a:pt x="489496" y="47332"/>
                </a:lnTo>
                <a:lnTo>
                  <a:pt x="482371" y="53886"/>
                </a:lnTo>
                <a:lnTo>
                  <a:pt x="474637" y="59905"/>
                </a:lnTo>
                <a:lnTo>
                  <a:pt x="466344" y="65341"/>
                </a:lnTo>
                <a:lnTo>
                  <a:pt x="457492" y="70192"/>
                </a:lnTo>
                <a:lnTo>
                  <a:pt x="463588" y="76288"/>
                </a:lnTo>
                <a:lnTo>
                  <a:pt x="473684" y="70192"/>
                </a:lnTo>
                <a:lnTo>
                  <a:pt x="483019" y="63525"/>
                </a:lnTo>
                <a:lnTo>
                  <a:pt x="491871" y="55930"/>
                </a:lnTo>
                <a:lnTo>
                  <a:pt x="500164" y="47332"/>
                </a:lnTo>
                <a:lnTo>
                  <a:pt x="524548" y="47332"/>
                </a:lnTo>
                <a:lnTo>
                  <a:pt x="532879" y="56146"/>
                </a:lnTo>
                <a:lnTo>
                  <a:pt x="542074" y="64096"/>
                </a:lnTo>
                <a:lnTo>
                  <a:pt x="552399" y="70916"/>
                </a:lnTo>
                <a:lnTo>
                  <a:pt x="564172" y="76288"/>
                </a:lnTo>
                <a:lnTo>
                  <a:pt x="565708" y="74726"/>
                </a:lnTo>
                <a:lnTo>
                  <a:pt x="567220" y="71716"/>
                </a:lnTo>
                <a:lnTo>
                  <a:pt x="570357" y="68668"/>
                </a:lnTo>
                <a:close/>
              </a:path>
              <a:path w="835660" h="113029">
                <a:moveTo>
                  <a:pt x="594741" y="19900"/>
                </a:moveTo>
                <a:lnTo>
                  <a:pt x="591693" y="15328"/>
                </a:lnTo>
                <a:lnTo>
                  <a:pt x="587121" y="10756"/>
                </a:lnTo>
                <a:lnTo>
                  <a:pt x="584073" y="6096"/>
                </a:lnTo>
                <a:lnTo>
                  <a:pt x="577977" y="10756"/>
                </a:lnTo>
                <a:lnTo>
                  <a:pt x="587121" y="24472"/>
                </a:lnTo>
                <a:lnTo>
                  <a:pt x="594741" y="19900"/>
                </a:lnTo>
                <a:close/>
              </a:path>
              <a:path w="835660" h="113029">
                <a:moveTo>
                  <a:pt x="626757" y="99136"/>
                </a:moveTo>
                <a:lnTo>
                  <a:pt x="622173" y="96100"/>
                </a:lnTo>
                <a:lnTo>
                  <a:pt x="619125" y="94576"/>
                </a:lnTo>
                <a:lnTo>
                  <a:pt x="614553" y="93052"/>
                </a:lnTo>
                <a:lnTo>
                  <a:pt x="619125" y="88480"/>
                </a:lnTo>
                <a:lnTo>
                  <a:pt x="620649" y="86956"/>
                </a:lnTo>
                <a:lnTo>
                  <a:pt x="625221" y="80860"/>
                </a:lnTo>
                <a:lnTo>
                  <a:pt x="626745" y="73240"/>
                </a:lnTo>
                <a:lnTo>
                  <a:pt x="626745" y="65620"/>
                </a:lnTo>
                <a:lnTo>
                  <a:pt x="619125" y="65620"/>
                </a:lnTo>
                <a:lnTo>
                  <a:pt x="619125" y="73240"/>
                </a:lnTo>
                <a:lnTo>
                  <a:pt x="616077" y="79336"/>
                </a:lnTo>
                <a:lnTo>
                  <a:pt x="611505" y="85432"/>
                </a:lnTo>
                <a:lnTo>
                  <a:pt x="606933" y="88480"/>
                </a:lnTo>
                <a:lnTo>
                  <a:pt x="600837" y="86956"/>
                </a:lnTo>
                <a:lnTo>
                  <a:pt x="596265" y="83908"/>
                </a:lnTo>
                <a:lnTo>
                  <a:pt x="590169" y="82384"/>
                </a:lnTo>
                <a:lnTo>
                  <a:pt x="593217" y="76288"/>
                </a:lnTo>
                <a:lnTo>
                  <a:pt x="596265" y="73240"/>
                </a:lnTo>
                <a:lnTo>
                  <a:pt x="619125" y="73240"/>
                </a:lnTo>
                <a:lnTo>
                  <a:pt x="619125" y="65620"/>
                </a:lnTo>
                <a:lnTo>
                  <a:pt x="599313" y="65620"/>
                </a:lnTo>
                <a:lnTo>
                  <a:pt x="602361" y="62572"/>
                </a:lnTo>
                <a:lnTo>
                  <a:pt x="603885" y="59524"/>
                </a:lnTo>
                <a:lnTo>
                  <a:pt x="594741" y="58000"/>
                </a:lnTo>
                <a:lnTo>
                  <a:pt x="591693" y="64096"/>
                </a:lnTo>
                <a:lnTo>
                  <a:pt x="590169" y="65620"/>
                </a:lnTo>
                <a:lnTo>
                  <a:pt x="573405" y="65620"/>
                </a:lnTo>
                <a:lnTo>
                  <a:pt x="573405" y="73240"/>
                </a:lnTo>
                <a:lnTo>
                  <a:pt x="587121" y="73240"/>
                </a:lnTo>
                <a:lnTo>
                  <a:pt x="584073" y="77812"/>
                </a:lnTo>
                <a:lnTo>
                  <a:pt x="582549" y="80860"/>
                </a:lnTo>
                <a:lnTo>
                  <a:pt x="579501" y="83908"/>
                </a:lnTo>
                <a:lnTo>
                  <a:pt x="587121" y="88480"/>
                </a:lnTo>
                <a:lnTo>
                  <a:pt x="599313" y="94576"/>
                </a:lnTo>
                <a:lnTo>
                  <a:pt x="593305" y="97751"/>
                </a:lnTo>
                <a:lnTo>
                  <a:pt x="586740" y="100495"/>
                </a:lnTo>
                <a:lnTo>
                  <a:pt x="579589" y="102984"/>
                </a:lnTo>
                <a:lnTo>
                  <a:pt x="571881" y="105346"/>
                </a:lnTo>
                <a:lnTo>
                  <a:pt x="573405" y="108394"/>
                </a:lnTo>
                <a:lnTo>
                  <a:pt x="574929" y="109918"/>
                </a:lnTo>
                <a:lnTo>
                  <a:pt x="576453" y="112966"/>
                </a:lnTo>
                <a:lnTo>
                  <a:pt x="585292" y="110388"/>
                </a:lnTo>
                <a:lnTo>
                  <a:pt x="593407" y="107238"/>
                </a:lnTo>
                <a:lnTo>
                  <a:pt x="600671" y="103492"/>
                </a:lnTo>
                <a:lnTo>
                  <a:pt x="606933" y="99174"/>
                </a:lnTo>
                <a:lnTo>
                  <a:pt x="613029" y="100672"/>
                </a:lnTo>
                <a:lnTo>
                  <a:pt x="617601" y="103720"/>
                </a:lnTo>
                <a:lnTo>
                  <a:pt x="622173" y="106870"/>
                </a:lnTo>
                <a:lnTo>
                  <a:pt x="626757" y="99136"/>
                </a:lnTo>
                <a:close/>
              </a:path>
              <a:path w="835660" h="113029">
                <a:moveTo>
                  <a:pt x="629793" y="27520"/>
                </a:moveTo>
                <a:lnTo>
                  <a:pt x="608457" y="27520"/>
                </a:lnTo>
                <a:lnTo>
                  <a:pt x="608457" y="3048"/>
                </a:lnTo>
                <a:lnTo>
                  <a:pt x="600837" y="3048"/>
                </a:lnTo>
                <a:lnTo>
                  <a:pt x="600837" y="27520"/>
                </a:lnTo>
                <a:lnTo>
                  <a:pt x="574929" y="27520"/>
                </a:lnTo>
                <a:lnTo>
                  <a:pt x="574929" y="35140"/>
                </a:lnTo>
                <a:lnTo>
                  <a:pt x="597789" y="35140"/>
                </a:lnTo>
                <a:lnTo>
                  <a:pt x="591807" y="40576"/>
                </a:lnTo>
                <a:lnTo>
                  <a:pt x="585406" y="45427"/>
                </a:lnTo>
                <a:lnTo>
                  <a:pt x="578713" y="49720"/>
                </a:lnTo>
                <a:lnTo>
                  <a:pt x="571881" y="53428"/>
                </a:lnTo>
                <a:lnTo>
                  <a:pt x="573392" y="56464"/>
                </a:lnTo>
                <a:lnTo>
                  <a:pt x="574929" y="58000"/>
                </a:lnTo>
                <a:lnTo>
                  <a:pt x="576453" y="61048"/>
                </a:lnTo>
                <a:lnTo>
                  <a:pt x="583044" y="56464"/>
                </a:lnTo>
                <a:lnTo>
                  <a:pt x="589216" y="51714"/>
                </a:lnTo>
                <a:lnTo>
                  <a:pt x="595172" y="46621"/>
                </a:lnTo>
                <a:lnTo>
                  <a:pt x="600837" y="41236"/>
                </a:lnTo>
                <a:lnTo>
                  <a:pt x="600837" y="58000"/>
                </a:lnTo>
                <a:lnTo>
                  <a:pt x="608457" y="58000"/>
                </a:lnTo>
                <a:lnTo>
                  <a:pt x="608457" y="44284"/>
                </a:lnTo>
                <a:lnTo>
                  <a:pt x="614553" y="50380"/>
                </a:lnTo>
                <a:lnTo>
                  <a:pt x="620649" y="53428"/>
                </a:lnTo>
                <a:lnTo>
                  <a:pt x="623697" y="58000"/>
                </a:lnTo>
                <a:lnTo>
                  <a:pt x="629793" y="51904"/>
                </a:lnTo>
                <a:lnTo>
                  <a:pt x="625221" y="47332"/>
                </a:lnTo>
                <a:lnTo>
                  <a:pt x="621157" y="44284"/>
                </a:lnTo>
                <a:lnTo>
                  <a:pt x="619125" y="42760"/>
                </a:lnTo>
                <a:lnTo>
                  <a:pt x="611505" y="38188"/>
                </a:lnTo>
                <a:lnTo>
                  <a:pt x="608457" y="42760"/>
                </a:lnTo>
                <a:lnTo>
                  <a:pt x="608457" y="41236"/>
                </a:lnTo>
                <a:lnTo>
                  <a:pt x="608457" y="35140"/>
                </a:lnTo>
                <a:lnTo>
                  <a:pt x="629793" y="35140"/>
                </a:lnTo>
                <a:lnTo>
                  <a:pt x="629793" y="27520"/>
                </a:lnTo>
                <a:close/>
              </a:path>
              <a:path w="835660" h="113029">
                <a:moveTo>
                  <a:pt x="632841" y="10756"/>
                </a:moveTo>
                <a:lnTo>
                  <a:pt x="625221" y="6096"/>
                </a:lnTo>
                <a:lnTo>
                  <a:pt x="622173" y="10756"/>
                </a:lnTo>
                <a:lnTo>
                  <a:pt x="617601" y="15328"/>
                </a:lnTo>
                <a:lnTo>
                  <a:pt x="614553" y="19900"/>
                </a:lnTo>
                <a:lnTo>
                  <a:pt x="617601" y="22948"/>
                </a:lnTo>
                <a:lnTo>
                  <a:pt x="620649" y="24472"/>
                </a:lnTo>
                <a:lnTo>
                  <a:pt x="623697" y="19900"/>
                </a:lnTo>
                <a:lnTo>
                  <a:pt x="632841" y="10756"/>
                </a:lnTo>
                <a:close/>
              </a:path>
              <a:path w="835660" h="113029">
                <a:moveTo>
                  <a:pt x="684657" y="103720"/>
                </a:moveTo>
                <a:lnTo>
                  <a:pt x="678078" y="99136"/>
                </a:lnTo>
                <a:lnTo>
                  <a:pt x="672084" y="94386"/>
                </a:lnTo>
                <a:lnTo>
                  <a:pt x="668997" y="91528"/>
                </a:lnTo>
                <a:lnTo>
                  <a:pt x="666648" y="89369"/>
                </a:lnTo>
                <a:lnTo>
                  <a:pt x="661797" y="83908"/>
                </a:lnTo>
                <a:lnTo>
                  <a:pt x="666115" y="74764"/>
                </a:lnTo>
                <a:lnTo>
                  <a:pt x="666940" y="73012"/>
                </a:lnTo>
                <a:lnTo>
                  <a:pt x="670941" y="60667"/>
                </a:lnTo>
                <a:lnTo>
                  <a:pt x="673798" y="46621"/>
                </a:lnTo>
                <a:lnTo>
                  <a:pt x="675513" y="30568"/>
                </a:lnTo>
                <a:lnTo>
                  <a:pt x="683133" y="30568"/>
                </a:lnTo>
                <a:lnTo>
                  <a:pt x="683133" y="22948"/>
                </a:lnTo>
                <a:lnTo>
                  <a:pt x="667893" y="22948"/>
                </a:lnTo>
                <a:lnTo>
                  <a:pt x="667893" y="30568"/>
                </a:lnTo>
                <a:lnTo>
                  <a:pt x="666203" y="43700"/>
                </a:lnTo>
                <a:lnTo>
                  <a:pt x="663511" y="55524"/>
                </a:lnTo>
                <a:lnTo>
                  <a:pt x="659968" y="65938"/>
                </a:lnTo>
                <a:lnTo>
                  <a:pt x="655701" y="74764"/>
                </a:lnTo>
                <a:lnTo>
                  <a:pt x="651675" y="65341"/>
                </a:lnTo>
                <a:lnTo>
                  <a:pt x="648652" y="55333"/>
                </a:lnTo>
                <a:lnTo>
                  <a:pt x="648576" y="54952"/>
                </a:lnTo>
                <a:lnTo>
                  <a:pt x="647014" y="47332"/>
                </a:lnTo>
                <a:lnTo>
                  <a:pt x="646480" y="44767"/>
                </a:lnTo>
                <a:lnTo>
                  <a:pt x="646417" y="44284"/>
                </a:lnTo>
                <a:lnTo>
                  <a:pt x="646341" y="43700"/>
                </a:lnTo>
                <a:lnTo>
                  <a:pt x="646226" y="42760"/>
                </a:lnTo>
                <a:lnTo>
                  <a:pt x="645033" y="33616"/>
                </a:lnTo>
                <a:lnTo>
                  <a:pt x="646557" y="32092"/>
                </a:lnTo>
                <a:lnTo>
                  <a:pt x="646557" y="30568"/>
                </a:lnTo>
                <a:lnTo>
                  <a:pt x="667893" y="30568"/>
                </a:lnTo>
                <a:lnTo>
                  <a:pt x="667893" y="22948"/>
                </a:lnTo>
                <a:lnTo>
                  <a:pt x="649605" y="22948"/>
                </a:lnTo>
                <a:lnTo>
                  <a:pt x="652653" y="10756"/>
                </a:lnTo>
                <a:lnTo>
                  <a:pt x="654177" y="3048"/>
                </a:lnTo>
                <a:lnTo>
                  <a:pt x="645033" y="1524"/>
                </a:lnTo>
                <a:lnTo>
                  <a:pt x="642416" y="14719"/>
                </a:lnTo>
                <a:lnTo>
                  <a:pt x="638937" y="26758"/>
                </a:lnTo>
                <a:lnTo>
                  <a:pt x="634314" y="37617"/>
                </a:lnTo>
                <a:lnTo>
                  <a:pt x="628269" y="47332"/>
                </a:lnTo>
                <a:lnTo>
                  <a:pt x="629793" y="50380"/>
                </a:lnTo>
                <a:lnTo>
                  <a:pt x="632841" y="51904"/>
                </a:lnTo>
                <a:lnTo>
                  <a:pt x="634365" y="54952"/>
                </a:lnTo>
                <a:lnTo>
                  <a:pt x="637413" y="48856"/>
                </a:lnTo>
                <a:lnTo>
                  <a:pt x="638937" y="47332"/>
                </a:lnTo>
                <a:lnTo>
                  <a:pt x="640626" y="57099"/>
                </a:lnTo>
                <a:lnTo>
                  <a:pt x="643293" y="65938"/>
                </a:lnTo>
                <a:lnTo>
                  <a:pt x="646861" y="74345"/>
                </a:lnTo>
                <a:lnTo>
                  <a:pt x="651129" y="82384"/>
                </a:lnTo>
                <a:lnTo>
                  <a:pt x="645363" y="88988"/>
                </a:lnTo>
                <a:lnTo>
                  <a:pt x="639318" y="95161"/>
                </a:lnTo>
                <a:lnTo>
                  <a:pt x="632701" y="101079"/>
                </a:lnTo>
                <a:lnTo>
                  <a:pt x="625221" y="106870"/>
                </a:lnTo>
                <a:lnTo>
                  <a:pt x="628269" y="108394"/>
                </a:lnTo>
                <a:lnTo>
                  <a:pt x="629793" y="111442"/>
                </a:lnTo>
                <a:lnTo>
                  <a:pt x="631317" y="112966"/>
                </a:lnTo>
                <a:lnTo>
                  <a:pt x="638771" y="108115"/>
                </a:lnTo>
                <a:lnTo>
                  <a:pt x="645223" y="102819"/>
                </a:lnTo>
                <a:lnTo>
                  <a:pt x="650836" y="97218"/>
                </a:lnTo>
                <a:lnTo>
                  <a:pt x="655701" y="91528"/>
                </a:lnTo>
                <a:lnTo>
                  <a:pt x="660552" y="97218"/>
                </a:lnTo>
                <a:lnTo>
                  <a:pt x="665988" y="102628"/>
                </a:lnTo>
                <a:lnTo>
                  <a:pt x="671982" y="107480"/>
                </a:lnTo>
                <a:lnTo>
                  <a:pt x="678561" y="111442"/>
                </a:lnTo>
                <a:lnTo>
                  <a:pt x="683133" y="106870"/>
                </a:lnTo>
                <a:lnTo>
                  <a:pt x="684657" y="103720"/>
                </a:lnTo>
                <a:close/>
              </a:path>
              <a:path w="835660" h="113029">
                <a:moveTo>
                  <a:pt x="780770" y="82384"/>
                </a:moveTo>
                <a:lnTo>
                  <a:pt x="773150" y="82384"/>
                </a:lnTo>
                <a:lnTo>
                  <a:pt x="773150" y="85432"/>
                </a:lnTo>
                <a:lnTo>
                  <a:pt x="780770" y="85432"/>
                </a:lnTo>
                <a:lnTo>
                  <a:pt x="780770" y="82384"/>
                </a:lnTo>
                <a:close/>
              </a:path>
              <a:path w="835660" h="113029">
                <a:moveTo>
                  <a:pt x="780770" y="51396"/>
                </a:moveTo>
                <a:lnTo>
                  <a:pt x="704469" y="51396"/>
                </a:lnTo>
                <a:lnTo>
                  <a:pt x="704469" y="57746"/>
                </a:lnTo>
                <a:lnTo>
                  <a:pt x="704469" y="64096"/>
                </a:lnTo>
                <a:lnTo>
                  <a:pt x="704469" y="70446"/>
                </a:lnTo>
                <a:lnTo>
                  <a:pt x="704469" y="78066"/>
                </a:lnTo>
                <a:lnTo>
                  <a:pt x="704469" y="81876"/>
                </a:lnTo>
                <a:lnTo>
                  <a:pt x="704469" y="85686"/>
                </a:lnTo>
                <a:lnTo>
                  <a:pt x="712190" y="85686"/>
                </a:lnTo>
                <a:lnTo>
                  <a:pt x="712190" y="81876"/>
                </a:lnTo>
                <a:lnTo>
                  <a:pt x="780770" y="81876"/>
                </a:lnTo>
                <a:lnTo>
                  <a:pt x="780770" y="78066"/>
                </a:lnTo>
                <a:lnTo>
                  <a:pt x="712190" y="78066"/>
                </a:lnTo>
                <a:lnTo>
                  <a:pt x="712190" y="70446"/>
                </a:lnTo>
                <a:lnTo>
                  <a:pt x="738098" y="70446"/>
                </a:lnTo>
                <a:lnTo>
                  <a:pt x="738098" y="77812"/>
                </a:lnTo>
                <a:lnTo>
                  <a:pt x="747242" y="77812"/>
                </a:lnTo>
                <a:lnTo>
                  <a:pt x="747242" y="70446"/>
                </a:lnTo>
                <a:lnTo>
                  <a:pt x="773150" y="70446"/>
                </a:lnTo>
                <a:lnTo>
                  <a:pt x="773150" y="77812"/>
                </a:lnTo>
                <a:lnTo>
                  <a:pt x="780770" y="77812"/>
                </a:lnTo>
                <a:lnTo>
                  <a:pt x="780770" y="70446"/>
                </a:lnTo>
                <a:lnTo>
                  <a:pt x="780770" y="70192"/>
                </a:lnTo>
                <a:lnTo>
                  <a:pt x="780770" y="64096"/>
                </a:lnTo>
                <a:lnTo>
                  <a:pt x="780770" y="58000"/>
                </a:lnTo>
                <a:lnTo>
                  <a:pt x="773150" y="58000"/>
                </a:lnTo>
                <a:lnTo>
                  <a:pt x="773150" y="64096"/>
                </a:lnTo>
                <a:lnTo>
                  <a:pt x="747242" y="64096"/>
                </a:lnTo>
                <a:lnTo>
                  <a:pt x="747242" y="58000"/>
                </a:lnTo>
                <a:lnTo>
                  <a:pt x="738098" y="58000"/>
                </a:lnTo>
                <a:lnTo>
                  <a:pt x="738098" y="64096"/>
                </a:lnTo>
                <a:lnTo>
                  <a:pt x="712190" y="64096"/>
                </a:lnTo>
                <a:lnTo>
                  <a:pt x="712190" y="57746"/>
                </a:lnTo>
                <a:lnTo>
                  <a:pt x="780770" y="57746"/>
                </a:lnTo>
                <a:lnTo>
                  <a:pt x="780770" y="51396"/>
                </a:lnTo>
                <a:close/>
              </a:path>
              <a:path w="835660" h="113029">
                <a:moveTo>
                  <a:pt x="780770" y="35140"/>
                </a:moveTo>
                <a:lnTo>
                  <a:pt x="773150" y="35140"/>
                </a:lnTo>
                <a:lnTo>
                  <a:pt x="773150" y="38188"/>
                </a:lnTo>
                <a:lnTo>
                  <a:pt x="780770" y="38188"/>
                </a:lnTo>
                <a:lnTo>
                  <a:pt x="780770" y="35140"/>
                </a:lnTo>
                <a:close/>
              </a:path>
              <a:path w="835660" h="113029">
                <a:moveTo>
                  <a:pt x="780770" y="5676"/>
                </a:moveTo>
                <a:lnTo>
                  <a:pt x="705993" y="5676"/>
                </a:lnTo>
                <a:lnTo>
                  <a:pt x="705993" y="12026"/>
                </a:lnTo>
                <a:lnTo>
                  <a:pt x="705993" y="18376"/>
                </a:lnTo>
                <a:lnTo>
                  <a:pt x="705993" y="23456"/>
                </a:lnTo>
                <a:lnTo>
                  <a:pt x="705993" y="28536"/>
                </a:lnTo>
                <a:lnTo>
                  <a:pt x="705993" y="34886"/>
                </a:lnTo>
                <a:lnTo>
                  <a:pt x="705993" y="38696"/>
                </a:lnTo>
                <a:lnTo>
                  <a:pt x="713714" y="38696"/>
                </a:lnTo>
                <a:lnTo>
                  <a:pt x="713714" y="34886"/>
                </a:lnTo>
                <a:lnTo>
                  <a:pt x="780770" y="34886"/>
                </a:lnTo>
                <a:lnTo>
                  <a:pt x="780770" y="29044"/>
                </a:lnTo>
                <a:lnTo>
                  <a:pt x="780770" y="12280"/>
                </a:lnTo>
                <a:lnTo>
                  <a:pt x="773150" y="12280"/>
                </a:lnTo>
                <a:lnTo>
                  <a:pt x="773150" y="18376"/>
                </a:lnTo>
                <a:lnTo>
                  <a:pt x="773150" y="23456"/>
                </a:lnTo>
                <a:lnTo>
                  <a:pt x="773150" y="28536"/>
                </a:lnTo>
                <a:lnTo>
                  <a:pt x="713714" y="28536"/>
                </a:lnTo>
                <a:lnTo>
                  <a:pt x="713714" y="23456"/>
                </a:lnTo>
                <a:lnTo>
                  <a:pt x="773150" y="23456"/>
                </a:lnTo>
                <a:lnTo>
                  <a:pt x="773150" y="18376"/>
                </a:lnTo>
                <a:lnTo>
                  <a:pt x="713714" y="18376"/>
                </a:lnTo>
                <a:lnTo>
                  <a:pt x="713714" y="12026"/>
                </a:lnTo>
                <a:lnTo>
                  <a:pt x="780770" y="12026"/>
                </a:lnTo>
                <a:lnTo>
                  <a:pt x="780770" y="5676"/>
                </a:lnTo>
                <a:close/>
              </a:path>
              <a:path w="835660" h="113029">
                <a:moveTo>
                  <a:pt x="797534" y="102196"/>
                </a:moveTo>
                <a:lnTo>
                  <a:pt x="747242" y="102196"/>
                </a:lnTo>
                <a:lnTo>
                  <a:pt x="747242" y="94576"/>
                </a:lnTo>
                <a:lnTo>
                  <a:pt x="791438" y="94576"/>
                </a:lnTo>
                <a:lnTo>
                  <a:pt x="791438" y="90004"/>
                </a:lnTo>
                <a:lnTo>
                  <a:pt x="747242" y="90004"/>
                </a:lnTo>
                <a:lnTo>
                  <a:pt x="747242" y="82384"/>
                </a:lnTo>
                <a:lnTo>
                  <a:pt x="738098" y="82384"/>
                </a:lnTo>
                <a:lnTo>
                  <a:pt x="738098" y="90004"/>
                </a:lnTo>
                <a:lnTo>
                  <a:pt x="693801" y="90004"/>
                </a:lnTo>
                <a:lnTo>
                  <a:pt x="693801" y="94576"/>
                </a:lnTo>
                <a:lnTo>
                  <a:pt x="738098" y="94576"/>
                </a:lnTo>
                <a:lnTo>
                  <a:pt x="738098" y="102196"/>
                </a:lnTo>
                <a:lnTo>
                  <a:pt x="687705" y="102196"/>
                </a:lnTo>
                <a:lnTo>
                  <a:pt x="687705" y="108394"/>
                </a:lnTo>
                <a:lnTo>
                  <a:pt x="797534" y="108394"/>
                </a:lnTo>
                <a:lnTo>
                  <a:pt x="797534" y="102196"/>
                </a:lnTo>
                <a:close/>
              </a:path>
              <a:path w="835660" h="113029">
                <a:moveTo>
                  <a:pt x="797534" y="39712"/>
                </a:moveTo>
                <a:lnTo>
                  <a:pt x="687705" y="39712"/>
                </a:lnTo>
                <a:lnTo>
                  <a:pt x="687705" y="45808"/>
                </a:lnTo>
                <a:lnTo>
                  <a:pt x="797534" y="45808"/>
                </a:lnTo>
                <a:lnTo>
                  <a:pt x="797534" y="39712"/>
                </a:lnTo>
                <a:close/>
              </a:path>
              <a:path w="835660" h="113029">
                <a:moveTo>
                  <a:pt x="835634" y="91528"/>
                </a:moveTo>
                <a:lnTo>
                  <a:pt x="834872" y="90004"/>
                </a:lnTo>
                <a:lnTo>
                  <a:pt x="834110" y="88480"/>
                </a:lnTo>
                <a:lnTo>
                  <a:pt x="828014" y="82384"/>
                </a:lnTo>
                <a:lnTo>
                  <a:pt x="826490" y="81622"/>
                </a:lnTo>
                <a:lnTo>
                  <a:pt x="826490" y="93052"/>
                </a:lnTo>
                <a:lnTo>
                  <a:pt x="826490" y="99148"/>
                </a:lnTo>
                <a:lnTo>
                  <a:pt x="824966" y="100672"/>
                </a:lnTo>
                <a:lnTo>
                  <a:pt x="823442" y="100672"/>
                </a:lnTo>
                <a:lnTo>
                  <a:pt x="823442" y="102196"/>
                </a:lnTo>
                <a:lnTo>
                  <a:pt x="820394" y="102196"/>
                </a:lnTo>
                <a:lnTo>
                  <a:pt x="818870" y="100672"/>
                </a:lnTo>
                <a:lnTo>
                  <a:pt x="817346" y="100672"/>
                </a:lnTo>
                <a:lnTo>
                  <a:pt x="815822" y="99148"/>
                </a:lnTo>
                <a:lnTo>
                  <a:pt x="815822" y="93052"/>
                </a:lnTo>
                <a:lnTo>
                  <a:pt x="817346" y="91528"/>
                </a:lnTo>
                <a:lnTo>
                  <a:pt x="817346" y="90004"/>
                </a:lnTo>
                <a:lnTo>
                  <a:pt x="823442" y="90004"/>
                </a:lnTo>
                <a:lnTo>
                  <a:pt x="826490" y="93052"/>
                </a:lnTo>
                <a:lnTo>
                  <a:pt x="826490" y="81622"/>
                </a:lnTo>
                <a:lnTo>
                  <a:pt x="824966" y="80860"/>
                </a:lnTo>
                <a:lnTo>
                  <a:pt x="817346" y="80860"/>
                </a:lnTo>
                <a:lnTo>
                  <a:pt x="814298" y="82384"/>
                </a:lnTo>
                <a:lnTo>
                  <a:pt x="808202" y="88480"/>
                </a:lnTo>
                <a:lnTo>
                  <a:pt x="806678" y="91528"/>
                </a:lnTo>
                <a:lnTo>
                  <a:pt x="806678" y="99148"/>
                </a:lnTo>
                <a:lnTo>
                  <a:pt x="808202" y="102196"/>
                </a:lnTo>
                <a:lnTo>
                  <a:pt x="811250" y="105346"/>
                </a:lnTo>
                <a:lnTo>
                  <a:pt x="814298" y="108394"/>
                </a:lnTo>
                <a:lnTo>
                  <a:pt x="817346" y="109918"/>
                </a:lnTo>
                <a:lnTo>
                  <a:pt x="824966" y="109918"/>
                </a:lnTo>
                <a:lnTo>
                  <a:pt x="828014" y="108394"/>
                </a:lnTo>
                <a:lnTo>
                  <a:pt x="831062" y="105346"/>
                </a:lnTo>
                <a:lnTo>
                  <a:pt x="834110" y="103720"/>
                </a:lnTo>
                <a:lnTo>
                  <a:pt x="834618" y="102196"/>
                </a:lnTo>
                <a:lnTo>
                  <a:pt x="835634" y="99148"/>
                </a:lnTo>
                <a:lnTo>
                  <a:pt x="835634" y="91528"/>
                </a:lnTo>
                <a:close/>
              </a:path>
            </a:pathLst>
          </a:custGeom>
          <a:solidFill>
            <a:srgbClr val="23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object 57"/>
          <p:cNvGrpSpPr/>
          <p:nvPr/>
        </p:nvGrpSpPr>
        <p:grpSpPr>
          <a:xfrm>
            <a:off x="5509160" y="1976147"/>
            <a:ext cx="4384675" cy="4767580"/>
            <a:chOff x="5509160" y="1976147"/>
            <a:chExt cx="4384675" cy="4767580"/>
          </a:xfrm>
        </p:grpSpPr>
        <p:sp>
          <p:nvSpPr>
            <p:cNvPr id="58" name="object 58"/>
            <p:cNvSpPr/>
            <p:nvPr/>
          </p:nvSpPr>
          <p:spPr>
            <a:xfrm>
              <a:off x="5514499" y="1981485"/>
              <a:ext cx="4373880" cy="4756785"/>
            </a:xfrm>
            <a:custGeom>
              <a:avLst/>
              <a:gdLst/>
              <a:ahLst/>
              <a:cxnLst/>
              <a:rect l="l" t="t" r="r" b="b"/>
              <a:pathLst>
                <a:path w="4373880" h="4756784">
                  <a:moveTo>
                    <a:pt x="0" y="4646675"/>
                  </a:moveTo>
                  <a:lnTo>
                    <a:pt x="0" y="108394"/>
                  </a:lnTo>
                  <a:lnTo>
                    <a:pt x="0" y="102203"/>
                  </a:lnTo>
                  <a:lnTo>
                    <a:pt x="0" y="94583"/>
                  </a:lnTo>
                  <a:lnTo>
                    <a:pt x="1524" y="86963"/>
                  </a:lnTo>
                  <a:lnTo>
                    <a:pt x="3048" y="80867"/>
                  </a:lnTo>
                  <a:lnTo>
                    <a:pt x="4572" y="73247"/>
                  </a:lnTo>
                  <a:lnTo>
                    <a:pt x="7620" y="67151"/>
                  </a:lnTo>
                  <a:lnTo>
                    <a:pt x="10668" y="61055"/>
                  </a:lnTo>
                  <a:lnTo>
                    <a:pt x="13716" y="53435"/>
                  </a:lnTo>
                  <a:lnTo>
                    <a:pt x="18288" y="48863"/>
                  </a:lnTo>
                  <a:lnTo>
                    <a:pt x="21336" y="42767"/>
                  </a:lnTo>
                  <a:lnTo>
                    <a:pt x="25908" y="36671"/>
                  </a:lnTo>
                  <a:lnTo>
                    <a:pt x="32004" y="32099"/>
                  </a:lnTo>
                  <a:lnTo>
                    <a:pt x="36576" y="26003"/>
                  </a:lnTo>
                  <a:lnTo>
                    <a:pt x="42672" y="21431"/>
                  </a:lnTo>
                  <a:lnTo>
                    <a:pt x="48768" y="18383"/>
                  </a:lnTo>
                  <a:lnTo>
                    <a:pt x="53339" y="13811"/>
                  </a:lnTo>
                  <a:lnTo>
                    <a:pt x="60960" y="10667"/>
                  </a:lnTo>
                  <a:lnTo>
                    <a:pt x="67056" y="7619"/>
                  </a:lnTo>
                  <a:lnTo>
                    <a:pt x="73152" y="4572"/>
                  </a:lnTo>
                  <a:lnTo>
                    <a:pt x="80772" y="3048"/>
                  </a:lnTo>
                  <a:lnTo>
                    <a:pt x="86868" y="1524"/>
                  </a:lnTo>
                  <a:lnTo>
                    <a:pt x="94488" y="0"/>
                  </a:lnTo>
                  <a:lnTo>
                    <a:pt x="4279106" y="0"/>
                  </a:lnTo>
                  <a:lnTo>
                    <a:pt x="4286726" y="1524"/>
                  </a:lnTo>
                  <a:lnTo>
                    <a:pt x="4292917" y="3048"/>
                  </a:lnTo>
                  <a:lnTo>
                    <a:pt x="4300537" y="4572"/>
                  </a:lnTo>
                  <a:lnTo>
                    <a:pt x="4306633" y="7619"/>
                  </a:lnTo>
                  <a:lnTo>
                    <a:pt x="4312729" y="10667"/>
                  </a:lnTo>
                  <a:lnTo>
                    <a:pt x="4320349" y="13811"/>
                  </a:lnTo>
                  <a:lnTo>
                    <a:pt x="4324921" y="18383"/>
                  </a:lnTo>
                  <a:lnTo>
                    <a:pt x="4331017" y="21431"/>
                  </a:lnTo>
                  <a:lnTo>
                    <a:pt x="4337113" y="26003"/>
                  </a:lnTo>
                  <a:lnTo>
                    <a:pt x="4341685" y="32099"/>
                  </a:lnTo>
                  <a:lnTo>
                    <a:pt x="4347781" y="36671"/>
                  </a:lnTo>
                  <a:lnTo>
                    <a:pt x="4352353" y="42767"/>
                  </a:lnTo>
                  <a:lnTo>
                    <a:pt x="4355401" y="48863"/>
                  </a:lnTo>
                  <a:lnTo>
                    <a:pt x="4359973" y="53435"/>
                  </a:lnTo>
                  <a:lnTo>
                    <a:pt x="4363021" y="61055"/>
                  </a:lnTo>
                  <a:lnTo>
                    <a:pt x="4366069" y="67151"/>
                  </a:lnTo>
                  <a:lnTo>
                    <a:pt x="4369117" y="73247"/>
                  </a:lnTo>
                  <a:lnTo>
                    <a:pt x="4370641" y="80867"/>
                  </a:lnTo>
                  <a:lnTo>
                    <a:pt x="4372165" y="86963"/>
                  </a:lnTo>
                  <a:lnTo>
                    <a:pt x="4373689" y="94583"/>
                  </a:lnTo>
                  <a:lnTo>
                    <a:pt x="4373689" y="4660391"/>
                  </a:lnTo>
                  <a:lnTo>
                    <a:pt x="4372165" y="4668011"/>
                  </a:lnTo>
                  <a:lnTo>
                    <a:pt x="4370641" y="4675631"/>
                  </a:lnTo>
                  <a:lnTo>
                    <a:pt x="4369117" y="4681823"/>
                  </a:lnTo>
                  <a:lnTo>
                    <a:pt x="4366069" y="4687919"/>
                  </a:lnTo>
                  <a:lnTo>
                    <a:pt x="4363021" y="4695539"/>
                  </a:lnTo>
                  <a:lnTo>
                    <a:pt x="4359973" y="4701635"/>
                  </a:lnTo>
                  <a:lnTo>
                    <a:pt x="4355401" y="4707731"/>
                  </a:lnTo>
                  <a:lnTo>
                    <a:pt x="4352353" y="4713827"/>
                  </a:lnTo>
                  <a:lnTo>
                    <a:pt x="4347781" y="4718399"/>
                  </a:lnTo>
                  <a:lnTo>
                    <a:pt x="4341685" y="4724495"/>
                  </a:lnTo>
                  <a:lnTo>
                    <a:pt x="4337113" y="4729067"/>
                  </a:lnTo>
                  <a:lnTo>
                    <a:pt x="4331017" y="4733639"/>
                  </a:lnTo>
                  <a:lnTo>
                    <a:pt x="4324921" y="4738211"/>
                  </a:lnTo>
                  <a:lnTo>
                    <a:pt x="4320349" y="4741259"/>
                  </a:lnTo>
                  <a:lnTo>
                    <a:pt x="4312729" y="4744307"/>
                  </a:lnTo>
                  <a:lnTo>
                    <a:pt x="4306633" y="4747355"/>
                  </a:lnTo>
                  <a:lnTo>
                    <a:pt x="4300537" y="4750403"/>
                  </a:lnTo>
                  <a:lnTo>
                    <a:pt x="4292917" y="4751927"/>
                  </a:lnTo>
                  <a:lnTo>
                    <a:pt x="4286726" y="4753451"/>
                  </a:lnTo>
                  <a:lnTo>
                    <a:pt x="4279106" y="4754975"/>
                  </a:lnTo>
                  <a:lnTo>
                    <a:pt x="4271486" y="4756499"/>
                  </a:lnTo>
                  <a:lnTo>
                    <a:pt x="4265390" y="4756499"/>
                  </a:lnTo>
                  <a:lnTo>
                    <a:pt x="109728" y="4756499"/>
                  </a:lnTo>
                  <a:lnTo>
                    <a:pt x="102108" y="4756499"/>
                  </a:lnTo>
                  <a:lnTo>
                    <a:pt x="94488" y="4754975"/>
                  </a:lnTo>
                  <a:lnTo>
                    <a:pt x="86868" y="4753451"/>
                  </a:lnTo>
                  <a:lnTo>
                    <a:pt x="80772" y="4751927"/>
                  </a:lnTo>
                  <a:lnTo>
                    <a:pt x="73152" y="4750403"/>
                  </a:lnTo>
                  <a:lnTo>
                    <a:pt x="67056" y="4747355"/>
                  </a:lnTo>
                  <a:lnTo>
                    <a:pt x="60960" y="4744307"/>
                  </a:lnTo>
                  <a:lnTo>
                    <a:pt x="53339" y="4741259"/>
                  </a:lnTo>
                  <a:lnTo>
                    <a:pt x="48768" y="4738211"/>
                  </a:lnTo>
                  <a:lnTo>
                    <a:pt x="42672" y="4733639"/>
                  </a:lnTo>
                  <a:lnTo>
                    <a:pt x="36576" y="4729067"/>
                  </a:lnTo>
                  <a:lnTo>
                    <a:pt x="32004" y="4724495"/>
                  </a:lnTo>
                  <a:lnTo>
                    <a:pt x="25908" y="4718399"/>
                  </a:lnTo>
                  <a:lnTo>
                    <a:pt x="21336" y="4713827"/>
                  </a:lnTo>
                  <a:lnTo>
                    <a:pt x="18288" y="4707731"/>
                  </a:lnTo>
                  <a:lnTo>
                    <a:pt x="13716" y="4701635"/>
                  </a:lnTo>
                  <a:lnTo>
                    <a:pt x="10668" y="4695539"/>
                  </a:lnTo>
                  <a:lnTo>
                    <a:pt x="7620" y="4687919"/>
                  </a:lnTo>
                  <a:lnTo>
                    <a:pt x="4572" y="4681823"/>
                  </a:lnTo>
                  <a:lnTo>
                    <a:pt x="3048" y="4675631"/>
                  </a:lnTo>
                  <a:lnTo>
                    <a:pt x="1524" y="4668011"/>
                  </a:lnTo>
                  <a:lnTo>
                    <a:pt x="0" y="4660391"/>
                  </a:lnTo>
                  <a:lnTo>
                    <a:pt x="0" y="4654295"/>
                  </a:lnTo>
                  <a:lnTo>
                    <a:pt x="0" y="4646675"/>
                  </a:lnTo>
                  <a:close/>
                </a:path>
              </a:pathLst>
            </a:custGeom>
            <a:ln w="10677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140196" y="3494532"/>
              <a:ext cx="3124200" cy="175715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103620" y="3476243"/>
              <a:ext cx="3197351" cy="1853183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180962" y="3516153"/>
              <a:ext cx="3041015" cy="1696720"/>
            </a:xfrm>
            <a:custGeom>
              <a:avLst/>
              <a:gdLst/>
              <a:ahLst/>
              <a:cxnLst/>
              <a:rect l="l" t="t" r="r" b="b"/>
              <a:pathLst>
                <a:path w="3041015" h="1696720">
                  <a:moveTo>
                    <a:pt x="2978372" y="1696402"/>
                  </a:moveTo>
                  <a:lnTo>
                    <a:pt x="62484" y="1696402"/>
                  </a:lnTo>
                  <a:lnTo>
                    <a:pt x="53339" y="1693354"/>
                  </a:lnTo>
                  <a:lnTo>
                    <a:pt x="48768" y="1693354"/>
                  </a:lnTo>
                  <a:lnTo>
                    <a:pt x="44195" y="1690306"/>
                  </a:lnTo>
                  <a:lnTo>
                    <a:pt x="39624" y="1688782"/>
                  </a:lnTo>
                  <a:lnTo>
                    <a:pt x="36576" y="1687258"/>
                  </a:lnTo>
                  <a:lnTo>
                    <a:pt x="27432" y="1681067"/>
                  </a:lnTo>
                  <a:lnTo>
                    <a:pt x="15240" y="1668875"/>
                  </a:lnTo>
                  <a:lnTo>
                    <a:pt x="12192" y="1664303"/>
                  </a:lnTo>
                  <a:lnTo>
                    <a:pt x="9144" y="1661255"/>
                  </a:lnTo>
                  <a:lnTo>
                    <a:pt x="0" y="1633823"/>
                  </a:lnTo>
                  <a:lnTo>
                    <a:pt x="0" y="1624679"/>
                  </a:lnTo>
                  <a:lnTo>
                    <a:pt x="0" y="61055"/>
                  </a:lnTo>
                  <a:lnTo>
                    <a:pt x="4572" y="47339"/>
                  </a:lnTo>
                  <a:lnTo>
                    <a:pt x="6096" y="44291"/>
                  </a:lnTo>
                  <a:lnTo>
                    <a:pt x="9144" y="35147"/>
                  </a:lnTo>
                  <a:lnTo>
                    <a:pt x="12192" y="30480"/>
                  </a:lnTo>
                  <a:lnTo>
                    <a:pt x="18288" y="24384"/>
                  </a:lnTo>
                  <a:lnTo>
                    <a:pt x="21336" y="19812"/>
                  </a:lnTo>
                  <a:lnTo>
                    <a:pt x="27432" y="13716"/>
                  </a:lnTo>
                  <a:lnTo>
                    <a:pt x="32004" y="12192"/>
                  </a:lnTo>
                  <a:lnTo>
                    <a:pt x="36576" y="9144"/>
                  </a:lnTo>
                  <a:lnTo>
                    <a:pt x="39624" y="6096"/>
                  </a:lnTo>
                  <a:lnTo>
                    <a:pt x="53339" y="1524"/>
                  </a:lnTo>
                  <a:lnTo>
                    <a:pt x="57912" y="1524"/>
                  </a:lnTo>
                  <a:lnTo>
                    <a:pt x="62484" y="0"/>
                  </a:lnTo>
                  <a:lnTo>
                    <a:pt x="2978372" y="0"/>
                  </a:lnTo>
                  <a:lnTo>
                    <a:pt x="2982944" y="1524"/>
                  </a:lnTo>
                  <a:lnTo>
                    <a:pt x="2987516" y="1524"/>
                  </a:lnTo>
                  <a:lnTo>
                    <a:pt x="3001232" y="6096"/>
                  </a:lnTo>
                  <a:lnTo>
                    <a:pt x="3004280" y="9144"/>
                  </a:lnTo>
                  <a:lnTo>
                    <a:pt x="3008852" y="12192"/>
                  </a:lnTo>
                  <a:lnTo>
                    <a:pt x="3013424" y="13716"/>
                  </a:lnTo>
                  <a:lnTo>
                    <a:pt x="3019520" y="19812"/>
                  </a:lnTo>
                  <a:lnTo>
                    <a:pt x="3022568" y="24384"/>
                  </a:lnTo>
                  <a:lnTo>
                    <a:pt x="3028664" y="30480"/>
                  </a:lnTo>
                  <a:lnTo>
                    <a:pt x="3031712" y="35147"/>
                  </a:lnTo>
                  <a:lnTo>
                    <a:pt x="3034760" y="44291"/>
                  </a:lnTo>
                  <a:lnTo>
                    <a:pt x="3036284" y="47339"/>
                  </a:lnTo>
                  <a:lnTo>
                    <a:pt x="3040856" y="61055"/>
                  </a:lnTo>
                  <a:lnTo>
                    <a:pt x="3040856" y="1633823"/>
                  </a:lnTo>
                  <a:lnTo>
                    <a:pt x="3031712" y="1661255"/>
                  </a:lnTo>
                  <a:lnTo>
                    <a:pt x="3028664" y="1664303"/>
                  </a:lnTo>
                  <a:lnTo>
                    <a:pt x="3025616" y="1668875"/>
                  </a:lnTo>
                  <a:lnTo>
                    <a:pt x="3013424" y="1681067"/>
                  </a:lnTo>
                  <a:lnTo>
                    <a:pt x="3004280" y="1687258"/>
                  </a:lnTo>
                  <a:lnTo>
                    <a:pt x="3001232" y="1688782"/>
                  </a:lnTo>
                  <a:lnTo>
                    <a:pt x="2996660" y="1690306"/>
                  </a:lnTo>
                  <a:lnTo>
                    <a:pt x="2992088" y="1693354"/>
                  </a:lnTo>
                  <a:lnTo>
                    <a:pt x="2987516" y="1693354"/>
                  </a:lnTo>
                  <a:lnTo>
                    <a:pt x="2978372" y="16964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180962" y="3516153"/>
              <a:ext cx="3041015" cy="1696720"/>
            </a:xfrm>
            <a:custGeom>
              <a:avLst/>
              <a:gdLst/>
              <a:ahLst/>
              <a:cxnLst/>
              <a:rect l="l" t="t" r="r" b="b"/>
              <a:pathLst>
                <a:path w="3041015" h="1696720">
                  <a:moveTo>
                    <a:pt x="0" y="1624679"/>
                  </a:moveTo>
                  <a:lnTo>
                    <a:pt x="0" y="71723"/>
                  </a:lnTo>
                  <a:lnTo>
                    <a:pt x="0" y="65627"/>
                  </a:lnTo>
                  <a:lnTo>
                    <a:pt x="0" y="61055"/>
                  </a:lnTo>
                  <a:lnTo>
                    <a:pt x="1524" y="56483"/>
                  </a:lnTo>
                  <a:lnTo>
                    <a:pt x="3048" y="51911"/>
                  </a:lnTo>
                  <a:lnTo>
                    <a:pt x="4572" y="47339"/>
                  </a:lnTo>
                  <a:lnTo>
                    <a:pt x="6096" y="44291"/>
                  </a:lnTo>
                  <a:lnTo>
                    <a:pt x="7620" y="39719"/>
                  </a:lnTo>
                  <a:lnTo>
                    <a:pt x="9144" y="35147"/>
                  </a:lnTo>
                  <a:lnTo>
                    <a:pt x="12192" y="30480"/>
                  </a:lnTo>
                  <a:lnTo>
                    <a:pt x="15240" y="27432"/>
                  </a:lnTo>
                  <a:lnTo>
                    <a:pt x="18288" y="24384"/>
                  </a:lnTo>
                  <a:lnTo>
                    <a:pt x="21336" y="19812"/>
                  </a:lnTo>
                  <a:lnTo>
                    <a:pt x="24384" y="16764"/>
                  </a:lnTo>
                  <a:lnTo>
                    <a:pt x="27432" y="13716"/>
                  </a:lnTo>
                  <a:lnTo>
                    <a:pt x="32004" y="12192"/>
                  </a:lnTo>
                  <a:lnTo>
                    <a:pt x="36576" y="9144"/>
                  </a:lnTo>
                  <a:lnTo>
                    <a:pt x="39624" y="6096"/>
                  </a:lnTo>
                  <a:lnTo>
                    <a:pt x="44195" y="4572"/>
                  </a:lnTo>
                  <a:lnTo>
                    <a:pt x="48768" y="3048"/>
                  </a:lnTo>
                  <a:lnTo>
                    <a:pt x="53339" y="1524"/>
                  </a:lnTo>
                  <a:lnTo>
                    <a:pt x="57912" y="1524"/>
                  </a:lnTo>
                  <a:lnTo>
                    <a:pt x="62484" y="0"/>
                  </a:lnTo>
                  <a:lnTo>
                    <a:pt x="67056" y="0"/>
                  </a:lnTo>
                  <a:lnTo>
                    <a:pt x="71628" y="0"/>
                  </a:lnTo>
                  <a:lnTo>
                    <a:pt x="2969228" y="0"/>
                  </a:lnTo>
                  <a:lnTo>
                    <a:pt x="2973800" y="0"/>
                  </a:lnTo>
                  <a:lnTo>
                    <a:pt x="2978372" y="0"/>
                  </a:lnTo>
                  <a:lnTo>
                    <a:pt x="2982944" y="1524"/>
                  </a:lnTo>
                  <a:lnTo>
                    <a:pt x="2987516" y="1524"/>
                  </a:lnTo>
                  <a:lnTo>
                    <a:pt x="2992088" y="3048"/>
                  </a:lnTo>
                  <a:lnTo>
                    <a:pt x="2996660" y="4572"/>
                  </a:lnTo>
                  <a:lnTo>
                    <a:pt x="3001232" y="6096"/>
                  </a:lnTo>
                  <a:lnTo>
                    <a:pt x="3004280" y="9144"/>
                  </a:lnTo>
                  <a:lnTo>
                    <a:pt x="3008852" y="12192"/>
                  </a:lnTo>
                  <a:lnTo>
                    <a:pt x="3013424" y="13716"/>
                  </a:lnTo>
                  <a:lnTo>
                    <a:pt x="3016472" y="16764"/>
                  </a:lnTo>
                  <a:lnTo>
                    <a:pt x="3019520" y="19812"/>
                  </a:lnTo>
                  <a:lnTo>
                    <a:pt x="3022568" y="24384"/>
                  </a:lnTo>
                  <a:lnTo>
                    <a:pt x="3025616" y="27432"/>
                  </a:lnTo>
                  <a:lnTo>
                    <a:pt x="3028664" y="30480"/>
                  </a:lnTo>
                  <a:lnTo>
                    <a:pt x="3031712" y="35147"/>
                  </a:lnTo>
                  <a:lnTo>
                    <a:pt x="3033236" y="39719"/>
                  </a:lnTo>
                  <a:lnTo>
                    <a:pt x="3034760" y="44291"/>
                  </a:lnTo>
                  <a:lnTo>
                    <a:pt x="3036284" y="47339"/>
                  </a:lnTo>
                  <a:lnTo>
                    <a:pt x="3037808" y="51911"/>
                  </a:lnTo>
                  <a:lnTo>
                    <a:pt x="3039332" y="56483"/>
                  </a:lnTo>
                  <a:lnTo>
                    <a:pt x="3040856" y="61055"/>
                  </a:lnTo>
                  <a:lnTo>
                    <a:pt x="3040856" y="65627"/>
                  </a:lnTo>
                  <a:lnTo>
                    <a:pt x="3040856" y="71723"/>
                  </a:lnTo>
                  <a:lnTo>
                    <a:pt x="3040856" y="1624679"/>
                  </a:lnTo>
                  <a:lnTo>
                    <a:pt x="3040856" y="1629251"/>
                  </a:lnTo>
                  <a:lnTo>
                    <a:pt x="3040856" y="1633823"/>
                  </a:lnTo>
                  <a:lnTo>
                    <a:pt x="3039332" y="1638395"/>
                  </a:lnTo>
                  <a:lnTo>
                    <a:pt x="3037808" y="1642967"/>
                  </a:lnTo>
                  <a:lnTo>
                    <a:pt x="3036284" y="1647539"/>
                  </a:lnTo>
                  <a:lnTo>
                    <a:pt x="3034760" y="1652111"/>
                  </a:lnTo>
                  <a:lnTo>
                    <a:pt x="3033236" y="1656683"/>
                  </a:lnTo>
                  <a:lnTo>
                    <a:pt x="3031712" y="1661255"/>
                  </a:lnTo>
                  <a:lnTo>
                    <a:pt x="3028664" y="1664303"/>
                  </a:lnTo>
                  <a:lnTo>
                    <a:pt x="3025616" y="1668875"/>
                  </a:lnTo>
                  <a:lnTo>
                    <a:pt x="3022568" y="1671923"/>
                  </a:lnTo>
                  <a:lnTo>
                    <a:pt x="3019520" y="1674971"/>
                  </a:lnTo>
                  <a:lnTo>
                    <a:pt x="3016472" y="1678019"/>
                  </a:lnTo>
                  <a:lnTo>
                    <a:pt x="2996660" y="1690306"/>
                  </a:lnTo>
                  <a:lnTo>
                    <a:pt x="2992088" y="1693354"/>
                  </a:lnTo>
                  <a:lnTo>
                    <a:pt x="2987516" y="1693354"/>
                  </a:lnTo>
                  <a:lnTo>
                    <a:pt x="2982944" y="1694878"/>
                  </a:lnTo>
                  <a:lnTo>
                    <a:pt x="2978372" y="1696402"/>
                  </a:lnTo>
                  <a:lnTo>
                    <a:pt x="62484" y="1696402"/>
                  </a:lnTo>
                  <a:lnTo>
                    <a:pt x="57912" y="1694878"/>
                  </a:lnTo>
                  <a:lnTo>
                    <a:pt x="53339" y="1693354"/>
                  </a:lnTo>
                  <a:lnTo>
                    <a:pt x="48768" y="1693354"/>
                  </a:lnTo>
                  <a:lnTo>
                    <a:pt x="44195" y="1690306"/>
                  </a:lnTo>
                  <a:lnTo>
                    <a:pt x="24384" y="1678019"/>
                  </a:lnTo>
                  <a:lnTo>
                    <a:pt x="21336" y="1674971"/>
                  </a:lnTo>
                  <a:lnTo>
                    <a:pt x="18288" y="1671923"/>
                  </a:lnTo>
                  <a:lnTo>
                    <a:pt x="15240" y="1668875"/>
                  </a:lnTo>
                  <a:lnTo>
                    <a:pt x="12192" y="1664303"/>
                  </a:lnTo>
                  <a:lnTo>
                    <a:pt x="9144" y="1661255"/>
                  </a:lnTo>
                  <a:lnTo>
                    <a:pt x="7620" y="1656683"/>
                  </a:lnTo>
                  <a:lnTo>
                    <a:pt x="6096" y="1652111"/>
                  </a:lnTo>
                  <a:lnTo>
                    <a:pt x="4572" y="1647539"/>
                  </a:lnTo>
                  <a:lnTo>
                    <a:pt x="3048" y="1642967"/>
                  </a:lnTo>
                  <a:lnTo>
                    <a:pt x="1524" y="1638395"/>
                  </a:lnTo>
                  <a:lnTo>
                    <a:pt x="0" y="1633823"/>
                  </a:lnTo>
                  <a:lnTo>
                    <a:pt x="0" y="1629251"/>
                  </a:lnTo>
                  <a:lnTo>
                    <a:pt x="0" y="1624679"/>
                  </a:lnTo>
                  <a:close/>
                </a:path>
              </a:pathLst>
            </a:custGeom>
            <a:ln w="10677">
              <a:solidFill>
                <a:srgbClr val="E4E6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338316" y="3977640"/>
              <a:ext cx="2726690" cy="10795"/>
            </a:xfrm>
            <a:custGeom>
              <a:avLst/>
              <a:gdLst/>
              <a:ahLst/>
              <a:cxnLst/>
              <a:rect l="l" t="t" r="r" b="b"/>
              <a:pathLst>
                <a:path w="2726690" h="10795">
                  <a:moveTo>
                    <a:pt x="2726435" y="10667"/>
                  </a:moveTo>
                  <a:lnTo>
                    <a:pt x="0" y="10667"/>
                  </a:lnTo>
                  <a:lnTo>
                    <a:pt x="0" y="0"/>
                  </a:lnTo>
                  <a:lnTo>
                    <a:pt x="2726435" y="0"/>
                  </a:lnTo>
                  <a:lnTo>
                    <a:pt x="2726435" y="10667"/>
                  </a:lnTo>
                  <a:close/>
                </a:path>
              </a:pathLst>
            </a:custGeom>
            <a:solidFill>
              <a:srgbClr val="E4E6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6338024" y="4445228"/>
              <a:ext cx="2727325" cy="610235"/>
            </a:xfrm>
            <a:custGeom>
              <a:avLst/>
              <a:gdLst/>
              <a:ahLst/>
              <a:cxnLst/>
              <a:rect l="l" t="t" r="r" b="b"/>
              <a:pathLst>
                <a:path w="2727325" h="610235">
                  <a:moveTo>
                    <a:pt x="2726715" y="567499"/>
                  </a:moveTo>
                  <a:lnTo>
                    <a:pt x="2725191" y="561403"/>
                  </a:lnTo>
                  <a:lnTo>
                    <a:pt x="2722143" y="552157"/>
                  </a:lnTo>
                  <a:lnTo>
                    <a:pt x="2719095" y="547585"/>
                  </a:lnTo>
                  <a:lnTo>
                    <a:pt x="2714523" y="544537"/>
                  </a:lnTo>
                  <a:lnTo>
                    <a:pt x="2711475" y="541489"/>
                  </a:lnTo>
                  <a:lnTo>
                    <a:pt x="2706903" y="538441"/>
                  </a:lnTo>
                  <a:lnTo>
                    <a:pt x="2702331" y="536917"/>
                  </a:lnTo>
                  <a:lnTo>
                    <a:pt x="2697759" y="533869"/>
                  </a:lnTo>
                  <a:lnTo>
                    <a:pt x="248602" y="533869"/>
                  </a:lnTo>
                  <a:lnTo>
                    <a:pt x="28956" y="533869"/>
                  </a:lnTo>
                  <a:lnTo>
                    <a:pt x="24384" y="536917"/>
                  </a:lnTo>
                  <a:lnTo>
                    <a:pt x="19812" y="538441"/>
                  </a:lnTo>
                  <a:lnTo>
                    <a:pt x="15240" y="541489"/>
                  </a:lnTo>
                  <a:lnTo>
                    <a:pt x="12192" y="544537"/>
                  </a:lnTo>
                  <a:lnTo>
                    <a:pt x="7620" y="547585"/>
                  </a:lnTo>
                  <a:lnTo>
                    <a:pt x="4572" y="552157"/>
                  </a:lnTo>
                  <a:lnTo>
                    <a:pt x="1524" y="561403"/>
                  </a:lnTo>
                  <a:lnTo>
                    <a:pt x="0" y="567499"/>
                  </a:lnTo>
                  <a:lnTo>
                    <a:pt x="0" y="572071"/>
                  </a:lnTo>
                  <a:lnTo>
                    <a:pt x="0" y="576643"/>
                  </a:lnTo>
                  <a:lnTo>
                    <a:pt x="33528" y="610171"/>
                  </a:lnTo>
                  <a:lnTo>
                    <a:pt x="244030" y="610171"/>
                  </a:lnTo>
                  <a:lnTo>
                    <a:pt x="2693187" y="610171"/>
                  </a:lnTo>
                  <a:lnTo>
                    <a:pt x="2726715" y="576643"/>
                  </a:lnTo>
                  <a:lnTo>
                    <a:pt x="2726715" y="567499"/>
                  </a:lnTo>
                  <a:close/>
                </a:path>
                <a:path w="2727325" h="610235">
                  <a:moveTo>
                    <a:pt x="2726715" y="33528"/>
                  </a:moveTo>
                  <a:lnTo>
                    <a:pt x="2693187" y="0"/>
                  </a:lnTo>
                  <a:lnTo>
                    <a:pt x="33528" y="0"/>
                  </a:lnTo>
                  <a:lnTo>
                    <a:pt x="1524" y="27432"/>
                  </a:lnTo>
                  <a:lnTo>
                    <a:pt x="0" y="33528"/>
                  </a:lnTo>
                  <a:lnTo>
                    <a:pt x="0" y="38100"/>
                  </a:lnTo>
                  <a:lnTo>
                    <a:pt x="0" y="42672"/>
                  </a:lnTo>
                  <a:lnTo>
                    <a:pt x="3048" y="51816"/>
                  </a:lnTo>
                  <a:lnTo>
                    <a:pt x="4572" y="57912"/>
                  </a:lnTo>
                  <a:lnTo>
                    <a:pt x="15240" y="68580"/>
                  </a:lnTo>
                  <a:lnTo>
                    <a:pt x="19812" y="71628"/>
                  </a:lnTo>
                  <a:lnTo>
                    <a:pt x="33528" y="76288"/>
                  </a:lnTo>
                  <a:lnTo>
                    <a:pt x="2693187" y="76288"/>
                  </a:lnTo>
                  <a:lnTo>
                    <a:pt x="2706903" y="71628"/>
                  </a:lnTo>
                  <a:lnTo>
                    <a:pt x="2711475" y="68580"/>
                  </a:lnTo>
                  <a:lnTo>
                    <a:pt x="2722143" y="57912"/>
                  </a:lnTo>
                  <a:lnTo>
                    <a:pt x="2723667" y="51816"/>
                  </a:lnTo>
                  <a:lnTo>
                    <a:pt x="2726715" y="42672"/>
                  </a:lnTo>
                  <a:lnTo>
                    <a:pt x="2726715" y="335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397877" y="3717518"/>
              <a:ext cx="605790" cy="149860"/>
            </a:xfrm>
            <a:custGeom>
              <a:avLst/>
              <a:gdLst/>
              <a:ahLst/>
              <a:cxnLst/>
              <a:rect l="l" t="t" r="r" b="b"/>
              <a:pathLst>
                <a:path w="605790" h="149860">
                  <a:moveTo>
                    <a:pt x="147916" y="12192"/>
                  </a:moveTo>
                  <a:lnTo>
                    <a:pt x="128104" y="12192"/>
                  </a:lnTo>
                  <a:lnTo>
                    <a:pt x="128104" y="1524"/>
                  </a:lnTo>
                  <a:lnTo>
                    <a:pt x="109816" y="1524"/>
                  </a:lnTo>
                  <a:lnTo>
                    <a:pt x="109816" y="12192"/>
                  </a:lnTo>
                  <a:lnTo>
                    <a:pt x="86956" y="12192"/>
                  </a:lnTo>
                  <a:lnTo>
                    <a:pt x="86956" y="1524"/>
                  </a:lnTo>
                  <a:lnTo>
                    <a:pt x="70192" y="1524"/>
                  </a:lnTo>
                  <a:lnTo>
                    <a:pt x="70192" y="12192"/>
                  </a:lnTo>
                  <a:lnTo>
                    <a:pt x="50380" y="12192"/>
                  </a:lnTo>
                  <a:lnTo>
                    <a:pt x="50380" y="27520"/>
                  </a:lnTo>
                  <a:lnTo>
                    <a:pt x="70192" y="27520"/>
                  </a:lnTo>
                  <a:lnTo>
                    <a:pt x="70192" y="35140"/>
                  </a:lnTo>
                  <a:lnTo>
                    <a:pt x="86956" y="35140"/>
                  </a:lnTo>
                  <a:lnTo>
                    <a:pt x="86956" y="27520"/>
                  </a:lnTo>
                  <a:lnTo>
                    <a:pt x="109816" y="27520"/>
                  </a:lnTo>
                  <a:lnTo>
                    <a:pt x="109816" y="35140"/>
                  </a:lnTo>
                  <a:lnTo>
                    <a:pt x="128104" y="35140"/>
                  </a:lnTo>
                  <a:lnTo>
                    <a:pt x="128104" y="27520"/>
                  </a:lnTo>
                  <a:lnTo>
                    <a:pt x="147916" y="27520"/>
                  </a:lnTo>
                  <a:lnTo>
                    <a:pt x="147916" y="12192"/>
                  </a:lnTo>
                  <a:close/>
                </a:path>
                <a:path w="605790" h="149860">
                  <a:moveTo>
                    <a:pt x="149440" y="128206"/>
                  </a:moveTo>
                  <a:lnTo>
                    <a:pt x="138798" y="126492"/>
                  </a:lnTo>
                  <a:lnTo>
                    <a:pt x="129438" y="123621"/>
                  </a:lnTo>
                  <a:lnTo>
                    <a:pt x="120942" y="119595"/>
                  </a:lnTo>
                  <a:lnTo>
                    <a:pt x="119964" y="118960"/>
                  </a:lnTo>
                  <a:lnTo>
                    <a:pt x="112864" y="114388"/>
                  </a:lnTo>
                  <a:lnTo>
                    <a:pt x="147916" y="114388"/>
                  </a:lnTo>
                  <a:lnTo>
                    <a:pt x="147916" y="99148"/>
                  </a:lnTo>
                  <a:lnTo>
                    <a:pt x="106768" y="99148"/>
                  </a:lnTo>
                  <a:lnTo>
                    <a:pt x="106768" y="91528"/>
                  </a:lnTo>
                  <a:lnTo>
                    <a:pt x="141820" y="91528"/>
                  </a:lnTo>
                  <a:lnTo>
                    <a:pt x="141820" y="79336"/>
                  </a:lnTo>
                  <a:lnTo>
                    <a:pt x="141820" y="70192"/>
                  </a:lnTo>
                  <a:lnTo>
                    <a:pt x="141820" y="59524"/>
                  </a:lnTo>
                  <a:lnTo>
                    <a:pt x="141820" y="51904"/>
                  </a:lnTo>
                  <a:lnTo>
                    <a:pt x="141820" y="38188"/>
                  </a:lnTo>
                  <a:lnTo>
                    <a:pt x="123532" y="38188"/>
                  </a:lnTo>
                  <a:lnTo>
                    <a:pt x="123532" y="51904"/>
                  </a:lnTo>
                  <a:lnTo>
                    <a:pt x="123532" y="59524"/>
                  </a:lnTo>
                  <a:lnTo>
                    <a:pt x="123532" y="70192"/>
                  </a:lnTo>
                  <a:lnTo>
                    <a:pt x="123532" y="79336"/>
                  </a:lnTo>
                  <a:lnTo>
                    <a:pt x="74764" y="79336"/>
                  </a:lnTo>
                  <a:lnTo>
                    <a:pt x="74764" y="76288"/>
                  </a:lnTo>
                  <a:lnTo>
                    <a:pt x="74764" y="74764"/>
                  </a:lnTo>
                  <a:lnTo>
                    <a:pt x="74764" y="70192"/>
                  </a:lnTo>
                  <a:lnTo>
                    <a:pt x="123532" y="70192"/>
                  </a:lnTo>
                  <a:lnTo>
                    <a:pt x="123532" y="59524"/>
                  </a:lnTo>
                  <a:lnTo>
                    <a:pt x="74764" y="59524"/>
                  </a:lnTo>
                  <a:lnTo>
                    <a:pt x="74764" y="51904"/>
                  </a:lnTo>
                  <a:lnTo>
                    <a:pt x="123532" y="51904"/>
                  </a:lnTo>
                  <a:lnTo>
                    <a:pt x="123532" y="38188"/>
                  </a:lnTo>
                  <a:lnTo>
                    <a:pt x="56476" y="38188"/>
                  </a:lnTo>
                  <a:lnTo>
                    <a:pt x="56476" y="74764"/>
                  </a:lnTo>
                  <a:lnTo>
                    <a:pt x="38188" y="56476"/>
                  </a:lnTo>
                  <a:lnTo>
                    <a:pt x="38188" y="47332"/>
                  </a:lnTo>
                  <a:lnTo>
                    <a:pt x="51904" y="47332"/>
                  </a:lnTo>
                  <a:lnTo>
                    <a:pt x="51904" y="30568"/>
                  </a:lnTo>
                  <a:lnTo>
                    <a:pt x="38188" y="30568"/>
                  </a:lnTo>
                  <a:lnTo>
                    <a:pt x="38188" y="1524"/>
                  </a:lnTo>
                  <a:lnTo>
                    <a:pt x="18288" y="1524"/>
                  </a:lnTo>
                  <a:lnTo>
                    <a:pt x="18288" y="30568"/>
                  </a:lnTo>
                  <a:lnTo>
                    <a:pt x="1524" y="30568"/>
                  </a:lnTo>
                  <a:lnTo>
                    <a:pt x="1524" y="47332"/>
                  </a:lnTo>
                  <a:lnTo>
                    <a:pt x="16764" y="47332"/>
                  </a:lnTo>
                  <a:lnTo>
                    <a:pt x="13919" y="57607"/>
                  </a:lnTo>
                  <a:lnTo>
                    <a:pt x="10096" y="67716"/>
                  </a:lnTo>
                  <a:lnTo>
                    <a:pt x="5397" y="77558"/>
                  </a:lnTo>
                  <a:lnTo>
                    <a:pt x="0" y="86956"/>
                  </a:lnTo>
                  <a:lnTo>
                    <a:pt x="1968" y="94576"/>
                  </a:lnTo>
                  <a:lnTo>
                    <a:pt x="3429" y="101815"/>
                  </a:lnTo>
                  <a:lnTo>
                    <a:pt x="4279" y="108394"/>
                  </a:lnTo>
                  <a:lnTo>
                    <a:pt x="4572" y="114388"/>
                  </a:lnTo>
                  <a:lnTo>
                    <a:pt x="8851" y="106629"/>
                  </a:lnTo>
                  <a:lnTo>
                    <a:pt x="12573" y="99148"/>
                  </a:lnTo>
                  <a:lnTo>
                    <a:pt x="15760" y="91528"/>
                  </a:lnTo>
                  <a:lnTo>
                    <a:pt x="18288" y="83908"/>
                  </a:lnTo>
                  <a:lnTo>
                    <a:pt x="18288" y="146494"/>
                  </a:lnTo>
                  <a:lnTo>
                    <a:pt x="38188" y="146494"/>
                  </a:lnTo>
                  <a:lnTo>
                    <a:pt x="38188" y="83908"/>
                  </a:lnTo>
                  <a:lnTo>
                    <a:pt x="38188" y="76288"/>
                  </a:lnTo>
                  <a:lnTo>
                    <a:pt x="39712" y="80860"/>
                  </a:lnTo>
                  <a:lnTo>
                    <a:pt x="42760" y="83908"/>
                  </a:lnTo>
                  <a:lnTo>
                    <a:pt x="44284" y="86956"/>
                  </a:lnTo>
                  <a:lnTo>
                    <a:pt x="56476" y="76288"/>
                  </a:lnTo>
                  <a:lnTo>
                    <a:pt x="56476" y="91528"/>
                  </a:lnTo>
                  <a:lnTo>
                    <a:pt x="88480" y="91528"/>
                  </a:lnTo>
                  <a:lnTo>
                    <a:pt x="88480" y="94576"/>
                  </a:lnTo>
                  <a:lnTo>
                    <a:pt x="86956" y="97624"/>
                  </a:lnTo>
                  <a:lnTo>
                    <a:pt x="86956" y="99148"/>
                  </a:lnTo>
                  <a:lnTo>
                    <a:pt x="48856" y="99148"/>
                  </a:lnTo>
                  <a:lnTo>
                    <a:pt x="48856" y="114388"/>
                  </a:lnTo>
                  <a:lnTo>
                    <a:pt x="79336" y="114388"/>
                  </a:lnTo>
                  <a:lnTo>
                    <a:pt x="73698" y="119595"/>
                  </a:lnTo>
                  <a:lnTo>
                    <a:pt x="65811" y="124002"/>
                  </a:lnTo>
                  <a:lnTo>
                    <a:pt x="55981" y="127774"/>
                  </a:lnTo>
                  <a:lnTo>
                    <a:pt x="44284" y="131254"/>
                  </a:lnTo>
                  <a:lnTo>
                    <a:pt x="48856" y="135826"/>
                  </a:lnTo>
                  <a:lnTo>
                    <a:pt x="53428" y="141922"/>
                  </a:lnTo>
                  <a:lnTo>
                    <a:pt x="56476" y="148018"/>
                  </a:lnTo>
                  <a:lnTo>
                    <a:pt x="70192" y="142849"/>
                  </a:lnTo>
                  <a:lnTo>
                    <a:pt x="81622" y="136385"/>
                  </a:lnTo>
                  <a:lnTo>
                    <a:pt x="90766" y="128473"/>
                  </a:lnTo>
                  <a:lnTo>
                    <a:pt x="97624" y="118960"/>
                  </a:lnTo>
                  <a:lnTo>
                    <a:pt x="105346" y="128473"/>
                  </a:lnTo>
                  <a:lnTo>
                    <a:pt x="114769" y="136385"/>
                  </a:lnTo>
                  <a:lnTo>
                    <a:pt x="125920" y="142849"/>
                  </a:lnTo>
                  <a:lnTo>
                    <a:pt x="138772" y="148018"/>
                  </a:lnTo>
                  <a:lnTo>
                    <a:pt x="143344" y="140398"/>
                  </a:lnTo>
                  <a:lnTo>
                    <a:pt x="149440" y="128206"/>
                  </a:lnTo>
                  <a:close/>
                </a:path>
                <a:path w="605790" h="149860">
                  <a:moveTo>
                    <a:pt x="262305" y="10668"/>
                  </a:moveTo>
                  <a:lnTo>
                    <a:pt x="244017" y="10668"/>
                  </a:lnTo>
                  <a:lnTo>
                    <a:pt x="244017" y="61048"/>
                  </a:lnTo>
                  <a:lnTo>
                    <a:pt x="262305" y="61048"/>
                  </a:lnTo>
                  <a:lnTo>
                    <a:pt x="262305" y="10668"/>
                  </a:lnTo>
                  <a:close/>
                </a:path>
                <a:path w="605790" h="149860">
                  <a:moveTo>
                    <a:pt x="292785" y="3048"/>
                  </a:moveTo>
                  <a:lnTo>
                    <a:pt x="272973" y="3048"/>
                  </a:lnTo>
                  <a:lnTo>
                    <a:pt x="272973" y="67144"/>
                  </a:lnTo>
                  <a:lnTo>
                    <a:pt x="271449" y="68668"/>
                  </a:lnTo>
                  <a:lnTo>
                    <a:pt x="250113" y="68668"/>
                  </a:lnTo>
                  <a:lnTo>
                    <a:pt x="251637" y="74764"/>
                  </a:lnTo>
                  <a:lnTo>
                    <a:pt x="251637" y="80860"/>
                  </a:lnTo>
                  <a:lnTo>
                    <a:pt x="253161" y="86956"/>
                  </a:lnTo>
                  <a:lnTo>
                    <a:pt x="279069" y="86956"/>
                  </a:lnTo>
                  <a:lnTo>
                    <a:pt x="285165" y="83908"/>
                  </a:lnTo>
                  <a:lnTo>
                    <a:pt x="291261" y="77812"/>
                  </a:lnTo>
                  <a:lnTo>
                    <a:pt x="292785" y="73240"/>
                  </a:lnTo>
                  <a:lnTo>
                    <a:pt x="292785" y="3048"/>
                  </a:lnTo>
                  <a:close/>
                </a:path>
                <a:path w="605790" h="149860">
                  <a:moveTo>
                    <a:pt x="300405" y="125158"/>
                  </a:moveTo>
                  <a:lnTo>
                    <a:pt x="237921" y="125158"/>
                  </a:lnTo>
                  <a:lnTo>
                    <a:pt x="237921" y="111340"/>
                  </a:lnTo>
                  <a:lnTo>
                    <a:pt x="288213" y="111340"/>
                  </a:lnTo>
                  <a:lnTo>
                    <a:pt x="288213" y="93052"/>
                  </a:lnTo>
                  <a:lnTo>
                    <a:pt x="237921" y="93052"/>
                  </a:lnTo>
                  <a:lnTo>
                    <a:pt x="237921" y="77812"/>
                  </a:lnTo>
                  <a:lnTo>
                    <a:pt x="225729" y="77812"/>
                  </a:lnTo>
                  <a:lnTo>
                    <a:pt x="225729" y="61048"/>
                  </a:lnTo>
                  <a:lnTo>
                    <a:pt x="240969" y="61048"/>
                  </a:lnTo>
                  <a:lnTo>
                    <a:pt x="240969" y="44284"/>
                  </a:lnTo>
                  <a:lnTo>
                    <a:pt x="225729" y="44284"/>
                  </a:lnTo>
                  <a:lnTo>
                    <a:pt x="225729" y="22860"/>
                  </a:lnTo>
                  <a:lnTo>
                    <a:pt x="237921" y="22860"/>
                  </a:lnTo>
                  <a:lnTo>
                    <a:pt x="237921" y="6096"/>
                  </a:lnTo>
                  <a:lnTo>
                    <a:pt x="207441" y="6096"/>
                  </a:lnTo>
                  <a:lnTo>
                    <a:pt x="207441" y="22860"/>
                  </a:lnTo>
                  <a:lnTo>
                    <a:pt x="207441" y="44284"/>
                  </a:lnTo>
                  <a:lnTo>
                    <a:pt x="190677" y="44284"/>
                  </a:lnTo>
                  <a:lnTo>
                    <a:pt x="190677" y="22860"/>
                  </a:lnTo>
                  <a:lnTo>
                    <a:pt x="207441" y="22860"/>
                  </a:lnTo>
                  <a:lnTo>
                    <a:pt x="207441" y="6096"/>
                  </a:lnTo>
                  <a:lnTo>
                    <a:pt x="158584" y="6096"/>
                  </a:lnTo>
                  <a:lnTo>
                    <a:pt x="158584" y="22860"/>
                  </a:lnTo>
                  <a:lnTo>
                    <a:pt x="172389" y="22860"/>
                  </a:lnTo>
                  <a:lnTo>
                    <a:pt x="172389" y="44284"/>
                  </a:lnTo>
                  <a:lnTo>
                    <a:pt x="154012" y="44284"/>
                  </a:lnTo>
                  <a:lnTo>
                    <a:pt x="154012" y="61048"/>
                  </a:lnTo>
                  <a:lnTo>
                    <a:pt x="169341" y="61048"/>
                  </a:lnTo>
                  <a:lnTo>
                    <a:pt x="166293" y="68668"/>
                  </a:lnTo>
                  <a:lnTo>
                    <a:pt x="163156" y="73240"/>
                  </a:lnTo>
                  <a:lnTo>
                    <a:pt x="157060" y="79336"/>
                  </a:lnTo>
                  <a:lnTo>
                    <a:pt x="163156" y="83908"/>
                  </a:lnTo>
                  <a:lnTo>
                    <a:pt x="169341" y="88480"/>
                  </a:lnTo>
                  <a:lnTo>
                    <a:pt x="172389" y="90004"/>
                  </a:lnTo>
                  <a:lnTo>
                    <a:pt x="177609" y="83908"/>
                  </a:lnTo>
                  <a:lnTo>
                    <a:pt x="181724" y="77241"/>
                  </a:lnTo>
                  <a:lnTo>
                    <a:pt x="185039" y="69646"/>
                  </a:lnTo>
                  <a:lnTo>
                    <a:pt x="187629" y="61048"/>
                  </a:lnTo>
                  <a:lnTo>
                    <a:pt x="207441" y="61048"/>
                  </a:lnTo>
                  <a:lnTo>
                    <a:pt x="207441" y="85432"/>
                  </a:lnTo>
                  <a:lnTo>
                    <a:pt x="216585" y="85432"/>
                  </a:lnTo>
                  <a:lnTo>
                    <a:pt x="216585" y="93052"/>
                  </a:lnTo>
                  <a:lnTo>
                    <a:pt x="166293" y="93052"/>
                  </a:lnTo>
                  <a:lnTo>
                    <a:pt x="166293" y="111340"/>
                  </a:lnTo>
                  <a:lnTo>
                    <a:pt x="216585" y="111340"/>
                  </a:lnTo>
                  <a:lnTo>
                    <a:pt x="216585" y="125158"/>
                  </a:lnTo>
                  <a:lnTo>
                    <a:pt x="154012" y="125158"/>
                  </a:lnTo>
                  <a:lnTo>
                    <a:pt x="154012" y="141922"/>
                  </a:lnTo>
                  <a:lnTo>
                    <a:pt x="300405" y="141922"/>
                  </a:lnTo>
                  <a:lnTo>
                    <a:pt x="300405" y="125158"/>
                  </a:lnTo>
                  <a:close/>
                </a:path>
                <a:path w="605790" h="149860">
                  <a:moveTo>
                    <a:pt x="379755" y="120484"/>
                  </a:moveTo>
                  <a:lnTo>
                    <a:pt x="371436" y="108292"/>
                  </a:lnTo>
                  <a:lnTo>
                    <a:pt x="356895" y="86956"/>
                  </a:lnTo>
                  <a:lnTo>
                    <a:pt x="362064" y="74079"/>
                  </a:lnTo>
                  <a:lnTo>
                    <a:pt x="364185" y="67144"/>
                  </a:lnTo>
                  <a:lnTo>
                    <a:pt x="366229" y="60477"/>
                  </a:lnTo>
                  <a:lnTo>
                    <a:pt x="369570" y="45808"/>
                  </a:lnTo>
                  <a:lnTo>
                    <a:pt x="372135" y="30568"/>
                  </a:lnTo>
                  <a:lnTo>
                    <a:pt x="372135" y="12192"/>
                  </a:lnTo>
                  <a:lnTo>
                    <a:pt x="308025" y="12192"/>
                  </a:lnTo>
                  <a:lnTo>
                    <a:pt x="308025" y="32092"/>
                  </a:lnTo>
                  <a:lnTo>
                    <a:pt x="352323" y="32092"/>
                  </a:lnTo>
                  <a:lnTo>
                    <a:pt x="350888" y="41224"/>
                  </a:lnTo>
                  <a:lnTo>
                    <a:pt x="348894" y="50190"/>
                  </a:lnTo>
                  <a:lnTo>
                    <a:pt x="346316" y="58889"/>
                  </a:lnTo>
                  <a:lnTo>
                    <a:pt x="343179" y="67144"/>
                  </a:lnTo>
                  <a:lnTo>
                    <a:pt x="323367" y="36664"/>
                  </a:lnTo>
                  <a:lnTo>
                    <a:pt x="308025" y="47332"/>
                  </a:lnTo>
                  <a:lnTo>
                    <a:pt x="334035" y="88480"/>
                  </a:lnTo>
                  <a:lnTo>
                    <a:pt x="328002" y="98247"/>
                  </a:lnTo>
                  <a:lnTo>
                    <a:pt x="321259" y="107162"/>
                  </a:lnTo>
                  <a:lnTo>
                    <a:pt x="313639" y="115531"/>
                  </a:lnTo>
                  <a:lnTo>
                    <a:pt x="304977" y="123634"/>
                  </a:lnTo>
                  <a:lnTo>
                    <a:pt x="309651" y="131254"/>
                  </a:lnTo>
                  <a:lnTo>
                    <a:pt x="314223" y="137350"/>
                  </a:lnTo>
                  <a:lnTo>
                    <a:pt x="317271" y="143446"/>
                  </a:lnTo>
                  <a:lnTo>
                    <a:pt x="325221" y="135394"/>
                  </a:lnTo>
                  <a:lnTo>
                    <a:pt x="332892" y="127050"/>
                  </a:lnTo>
                  <a:lnTo>
                    <a:pt x="339991" y="118122"/>
                  </a:lnTo>
                  <a:lnTo>
                    <a:pt x="346227" y="108292"/>
                  </a:lnTo>
                  <a:lnTo>
                    <a:pt x="359943" y="132778"/>
                  </a:lnTo>
                  <a:lnTo>
                    <a:pt x="379755" y="120484"/>
                  </a:lnTo>
                  <a:close/>
                </a:path>
                <a:path w="605790" h="149860">
                  <a:moveTo>
                    <a:pt x="413283" y="90004"/>
                  </a:moveTo>
                  <a:lnTo>
                    <a:pt x="406425" y="81749"/>
                  </a:lnTo>
                  <a:lnTo>
                    <a:pt x="399567" y="73050"/>
                  </a:lnTo>
                  <a:lnTo>
                    <a:pt x="392709" y="64084"/>
                  </a:lnTo>
                  <a:lnTo>
                    <a:pt x="385851" y="54952"/>
                  </a:lnTo>
                  <a:lnTo>
                    <a:pt x="370649" y="64084"/>
                  </a:lnTo>
                  <a:lnTo>
                    <a:pt x="372757" y="67144"/>
                  </a:lnTo>
                  <a:lnTo>
                    <a:pt x="377202" y="73482"/>
                  </a:lnTo>
                  <a:lnTo>
                    <a:pt x="383374" y="83146"/>
                  </a:lnTo>
                  <a:lnTo>
                    <a:pt x="394995" y="102196"/>
                  </a:lnTo>
                  <a:lnTo>
                    <a:pt x="413283" y="90004"/>
                  </a:lnTo>
                  <a:close/>
                </a:path>
                <a:path w="605790" h="149860">
                  <a:moveTo>
                    <a:pt x="454520" y="25996"/>
                  </a:moveTo>
                  <a:lnTo>
                    <a:pt x="440715" y="25996"/>
                  </a:lnTo>
                  <a:lnTo>
                    <a:pt x="440715" y="0"/>
                  </a:lnTo>
                  <a:lnTo>
                    <a:pt x="419379" y="0"/>
                  </a:lnTo>
                  <a:lnTo>
                    <a:pt x="419379" y="25996"/>
                  </a:lnTo>
                  <a:lnTo>
                    <a:pt x="376707" y="25996"/>
                  </a:lnTo>
                  <a:lnTo>
                    <a:pt x="376707" y="45808"/>
                  </a:lnTo>
                  <a:lnTo>
                    <a:pt x="419379" y="45808"/>
                  </a:lnTo>
                  <a:lnTo>
                    <a:pt x="419379" y="120484"/>
                  </a:lnTo>
                  <a:lnTo>
                    <a:pt x="414807" y="125158"/>
                  </a:lnTo>
                  <a:lnTo>
                    <a:pt x="401091" y="125158"/>
                  </a:lnTo>
                  <a:lnTo>
                    <a:pt x="393471" y="123634"/>
                  </a:lnTo>
                  <a:lnTo>
                    <a:pt x="385851" y="123634"/>
                  </a:lnTo>
                  <a:lnTo>
                    <a:pt x="388899" y="138874"/>
                  </a:lnTo>
                  <a:lnTo>
                    <a:pt x="390423" y="144970"/>
                  </a:lnTo>
                  <a:lnTo>
                    <a:pt x="428523" y="144970"/>
                  </a:lnTo>
                  <a:lnTo>
                    <a:pt x="431571" y="141922"/>
                  </a:lnTo>
                  <a:lnTo>
                    <a:pt x="436143" y="138874"/>
                  </a:lnTo>
                  <a:lnTo>
                    <a:pt x="439191" y="134302"/>
                  </a:lnTo>
                  <a:lnTo>
                    <a:pt x="440715" y="129730"/>
                  </a:lnTo>
                  <a:lnTo>
                    <a:pt x="440715" y="125158"/>
                  </a:lnTo>
                  <a:lnTo>
                    <a:pt x="440715" y="45808"/>
                  </a:lnTo>
                  <a:lnTo>
                    <a:pt x="454520" y="45808"/>
                  </a:lnTo>
                  <a:lnTo>
                    <a:pt x="454520" y="25996"/>
                  </a:lnTo>
                  <a:close/>
                </a:path>
                <a:path w="605790" h="149860">
                  <a:moveTo>
                    <a:pt x="524637" y="44284"/>
                  </a:moveTo>
                  <a:lnTo>
                    <a:pt x="489585" y="44284"/>
                  </a:lnTo>
                  <a:lnTo>
                    <a:pt x="489585" y="1524"/>
                  </a:lnTo>
                  <a:lnTo>
                    <a:pt x="468249" y="1524"/>
                  </a:lnTo>
                  <a:lnTo>
                    <a:pt x="468249" y="125158"/>
                  </a:lnTo>
                  <a:lnTo>
                    <a:pt x="466725" y="128206"/>
                  </a:lnTo>
                  <a:lnTo>
                    <a:pt x="462153" y="131254"/>
                  </a:lnTo>
                  <a:lnTo>
                    <a:pt x="472821" y="149542"/>
                  </a:lnTo>
                  <a:lnTo>
                    <a:pt x="483057" y="144068"/>
                  </a:lnTo>
                  <a:lnTo>
                    <a:pt x="495300" y="138874"/>
                  </a:lnTo>
                  <a:lnTo>
                    <a:pt x="509244" y="133680"/>
                  </a:lnTo>
                  <a:lnTo>
                    <a:pt x="524637" y="128206"/>
                  </a:lnTo>
                  <a:lnTo>
                    <a:pt x="524637" y="117436"/>
                  </a:lnTo>
                  <a:lnTo>
                    <a:pt x="524637" y="106768"/>
                  </a:lnTo>
                  <a:lnTo>
                    <a:pt x="489585" y="117436"/>
                  </a:lnTo>
                  <a:lnTo>
                    <a:pt x="489585" y="65620"/>
                  </a:lnTo>
                  <a:lnTo>
                    <a:pt x="524637" y="65620"/>
                  </a:lnTo>
                  <a:lnTo>
                    <a:pt x="524637" y="44284"/>
                  </a:lnTo>
                  <a:close/>
                </a:path>
                <a:path w="605790" h="149860">
                  <a:moveTo>
                    <a:pt x="605497" y="36664"/>
                  </a:moveTo>
                  <a:lnTo>
                    <a:pt x="587121" y="21336"/>
                  </a:lnTo>
                  <a:lnTo>
                    <a:pt x="578878" y="30276"/>
                  </a:lnTo>
                  <a:lnTo>
                    <a:pt x="570357" y="38760"/>
                  </a:lnTo>
                  <a:lnTo>
                    <a:pt x="561822" y="46939"/>
                  </a:lnTo>
                  <a:lnTo>
                    <a:pt x="553593" y="54952"/>
                  </a:lnTo>
                  <a:lnTo>
                    <a:pt x="553593" y="0"/>
                  </a:lnTo>
                  <a:lnTo>
                    <a:pt x="532257" y="0"/>
                  </a:lnTo>
                  <a:lnTo>
                    <a:pt x="532257" y="120484"/>
                  </a:lnTo>
                  <a:lnTo>
                    <a:pt x="533654" y="130543"/>
                  </a:lnTo>
                  <a:lnTo>
                    <a:pt x="537781" y="137718"/>
                  </a:lnTo>
                  <a:lnTo>
                    <a:pt x="544461" y="142011"/>
                  </a:lnTo>
                  <a:lnTo>
                    <a:pt x="553593" y="143446"/>
                  </a:lnTo>
                  <a:lnTo>
                    <a:pt x="582549" y="143446"/>
                  </a:lnTo>
                  <a:lnTo>
                    <a:pt x="591693" y="140398"/>
                  </a:lnTo>
                  <a:lnTo>
                    <a:pt x="594741" y="138874"/>
                  </a:lnTo>
                  <a:lnTo>
                    <a:pt x="596265" y="135826"/>
                  </a:lnTo>
                  <a:lnTo>
                    <a:pt x="599401" y="132778"/>
                  </a:lnTo>
                  <a:lnTo>
                    <a:pt x="600925" y="128206"/>
                  </a:lnTo>
                  <a:lnTo>
                    <a:pt x="601827" y="123634"/>
                  </a:lnTo>
                  <a:lnTo>
                    <a:pt x="602449" y="120484"/>
                  </a:lnTo>
                  <a:lnTo>
                    <a:pt x="603973" y="114388"/>
                  </a:lnTo>
                  <a:lnTo>
                    <a:pt x="605497" y="105244"/>
                  </a:lnTo>
                  <a:lnTo>
                    <a:pt x="605497" y="96100"/>
                  </a:lnTo>
                  <a:lnTo>
                    <a:pt x="599401" y="94576"/>
                  </a:lnTo>
                  <a:lnTo>
                    <a:pt x="584073" y="88480"/>
                  </a:lnTo>
                  <a:lnTo>
                    <a:pt x="576453" y="123634"/>
                  </a:lnTo>
                  <a:lnTo>
                    <a:pt x="556641" y="123634"/>
                  </a:lnTo>
                  <a:lnTo>
                    <a:pt x="553593" y="120484"/>
                  </a:lnTo>
                  <a:lnTo>
                    <a:pt x="553593" y="82384"/>
                  </a:lnTo>
                  <a:lnTo>
                    <a:pt x="567042" y="70954"/>
                  </a:lnTo>
                  <a:lnTo>
                    <a:pt x="580072" y="59524"/>
                  </a:lnTo>
                  <a:lnTo>
                    <a:pt x="585190" y="54952"/>
                  </a:lnTo>
                  <a:lnTo>
                    <a:pt x="605497" y="36664"/>
                  </a:lnTo>
                  <a:close/>
                </a:path>
              </a:pathLst>
            </a:custGeom>
            <a:solidFill>
              <a:srgbClr val="3641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39554" y="4190428"/>
              <a:ext cx="263842" cy="12963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53688" y="4199572"/>
              <a:ext cx="382809" cy="10372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56310" y="4201096"/>
              <a:ext cx="83915" cy="10067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8454771" y="4140136"/>
              <a:ext cx="610235" cy="229235"/>
            </a:xfrm>
            <a:custGeom>
              <a:avLst/>
              <a:gdLst/>
              <a:ahLst/>
              <a:cxnLst/>
              <a:rect l="l" t="t" r="r" b="b"/>
              <a:pathLst>
                <a:path w="610234" h="229235">
                  <a:moveTo>
                    <a:pt x="576453" y="228790"/>
                  </a:moveTo>
                  <a:lnTo>
                    <a:pt x="32004" y="228790"/>
                  </a:lnTo>
                  <a:lnTo>
                    <a:pt x="18288" y="224218"/>
                  </a:lnTo>
                  <a:lnTo>
                    <a:pt x="13716" y="221170"/>
                  </a:lnTo>
                  <a:lnTo>
                    <a:pt x="10668" y="218122"/>
                  </a:lnTo>
                  <a:lnTo>
                    <a:pt x="7620" y="213550"/>
                  </a:lnTo>
                  <a:lnTo>
                    <a:pt x="4572" y="210502"/>
                  </a:lnTo>
                  <a:lnTo>
                    <a:pt x="3048" y="204406"/>
                  </a:lnTo>
                  <a:lnTo>
                    <a:pt x="0" y="199834"/>
                  </a:lnTo>
                  <a:lnTo>
                    <a:pt x="0" y="190690"/>
                  </a:lnTo>
                  <a:lnTo>
                    <a:pt x="0" y="27432"/>
                  </a:lnTo>
                  <a:lnTo>
                    <a:pt x="3048" y="22859"/>
                  </a:lnTo>
                  <a:lnTo>
                    <a:pt x="4572" y="18287"/>
                  </a:lnTo>
                  <a:lnTo>
                    <a:pt x="7620" y="15239"/>
                  </a:lnTo>
                  <a:lnTo>
                    <a:pt x="10668" y="10667"/>
                  </a:lnTo>
                  <a:lnTo>
                    <a:pt x="13716" y="7620"/>
                  </a:lnTo>
                  <a:lnTo>
                    <a:pt x="18288" y="4571"/>
                  </a:lnTo>
                  <a:lnTo>
                    <a:pt x="32004" y="0"/>
                  </a:lnTo>
                  <a:lnTo>
                    <a:pt x="576453" y="0"/>
                  </a:lnTo>
                  <a:lnTo>
                    <a:pt x="608457" y="27432"/>
                  </a:lnTo>
                  <a:lnTo>
                    <a:pt x="609981" y="33527"/>
                  </a:lnTo>
                  <a:lnTo>
                    <a:pt x="609981" y="195262"/>
                  </a:lnTo>
                  <a:lnTo>
                    <a:pt x="606933" y="204406"/>
                  </a:lnTo>
                  <a:lnTo>
                    <a:pt x="605409" y="210502"/>
                  </a:lnTo>
                  <a:lnTo>
                    <a:pt x="594740" y="221170"/>
                  </a:lnTo>
                  <a:lnTo>
                    <a:pt x="590168" y="224218"/>
                  </a:lnTo>
                  <a:lnTo>
                    <a:pt x="576453" y="228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530971" y="4196524"/>
              <a:ext cx="455961" cy="11287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6341072" y="4722876"/>
              <a:ext cx="929005" cy="131445"/>
            </a:xfrm>
            <a:custGeom>
              <a:avLst/>
              <a:gdLst/>
              <a:ahLst/>
              <a:cxnLst/>
              <a:rect l="l" t="t" r="r" b="b"/>
              <a:pathLst>
                <a:path w="929004" h="131445">
                  <a:moveTo>
                    <a:pt x="128104" y="96113"/>
                  </a:moveTo>
                  <a:lnTo>
                    <a:pt x="111823" y="83743"/>
                  </a:lnTo>
                  <a:lnTo>
                    <a:pt x="97243" y="69545"/>
                  </a:lnTo>
                  <a:lnTo>
                    <a:pt x="84391" y="53365"/>
                  </a:lnTo>
                  <a:lnTo>
                    <a:pt x="73240" y="35052"/>
                  </a:lnTo>
                  <a:lnTo>
                    <a:pt x="126580" y="35052"/>
                  </a:lnTo>
                  <a:lnTo>
                    <a:pt x="126580" y="24384"/>
                  </a:lnTo>
                  <a:lnTo>
                    <a:pt x="68580" y="24384"/>
                  </a:lnTo>
                  <a:lnTo>
                    <a:pt x="68580" y="1524"/>
                  </a:lnTo>
                  <a:lnTo>
                    <a:pt x="59436" y="1524"/>
                  </a:lnTo>
                  <a:lnTo>
                    <a:pt x="59436" y="24384"/>
                  </a:lnTo>
                  <a:lnTo>
                    <a:pt x="1524" y="24384"/>
                  </a:lnTo>
                  <a:lnTo>
                    <a:pt x="1524" y="35052"/>
                  </a:lnTo>
                  <a:lnTo>
                    <a:pt x="54864" y="35052"/>
                  </a:lnTo>
                  <a:lnTo>
                    <a:pt x="44577" y="51917"/>
                  </a:lnTo>
                  <a:lnTo>
                    <a:pt x="32004" y="68211"/>
                  </a:lnTo>
                  <a:lnTo>
                    <a:pt x="17145" y="83959"/>
                  </a:lnTo>
                  <a:lnTo>
                    <a:pt x="0" y="99161"/>
                  </a:lnTo>
                  <a:lnTo>
                    <a:pt x="7620" y="106781"/>
                  </a:lnTo>
                  <a:lnTo>
                    <a:pt x="23647" y="91579"/>
                  </a:lnTo>
                  <a:lnTo>
                    <a:pt x="37528" y="75831"/>
                  </a:lnTo>
                  <a:lnTo>
                    <a:pt x="49415" y="59537"/>
                  </a:lnTo>
                  <a:lnTo>
                    <a:pt x="59436" y="42672"/>
                  </a:lnTo>
                  <a:lnTo>
                    <a:pt x="59436" y="94589"/>
                  </a:lnTo>
                  <a:lnTo>
                    <a:pt x="27432" y="94589"/>
                  </a:lnTo>
                  <a:lnTo>
                    <a:pt x="27432" y="103733"/>
                  </a:lnTo>
                  <a:lnTo>
                    <a:pt x="59436" y="103733"/>
                  </a:lnTo>
                  <a:lnTo>
                    <a:pt x="59436" y="131165"/>
                  </a:lnTo>
                  <a:lnTo>
                    <a:pt x="68580" y="131165"/>
                  </a:lnTo>
                  <a:lnTo>
                    <a:pt x="68580" y="103733"/>
                  </a:lnTo>
                  <a:lnTo>
                    <a:pt x="99148" y="103733"/>
                  </a:lnTo>
                  <a:lnTo>
                    <a:pt x="99148" y="94589"/>
                  </a:lnTo>
                  <a:lnTo>
                    <a:pt x="68580" y="94589"/>
                  </a:lnTo>
                  <a:lnTo>
                    <a:pt x="68580" y="42672"/>
                  </a:lnTo>
                  <a:lnTo>
                    <a:pt x="79489" y="61010"/>
                  </a:lnTo>
                  <a:lnTo>
                    <a:pt x="91528" y="77355"/>
                  </a:lnTo>
                  <a:lnTo>
                    <a:pt x="104673" y="92011"/>
                  </a:lnTo>
                  <a:lnTo>
                    <a:pt x="118960" y="105257"/>
                  </a:lnTo>
                  <a:lnTo>
                    <a:pt x="123532" y="102209"/>
                  </a:lnTo>
                  <a:lnTo>
                    <a:pt x="126580" y="99161"/>
                  </a:lnTo>
                  <a:lnTo>
                    <a:pt x="128104" y="96113"/>
                  </a:lnTo>
                  <a:close/>
                </a:path>
                <a:path w="929004" h="131445">
                  <a:moveTo>
                    <a:pt x="179933" y="97637"/>
                  </a:moveTo>
                  <a:lnTo>
                    <a:pt x="166789" y="100774"/>
                  </a:lnTo>
                  <a:lnTo>
                    <a:pt x="154787" y="103352"/>
                  </a:lnTo>
                  <a:lnTo>
                    <a:pt x="143929" y="105346"/>
                  </a:lnTo>
                  <a:lnTo>
                    <a:pt x="134213" y="106781"/>
                  </a:lnTo>
                  <a:lnTo>
                    <a:pt x="137261" y="117449"/>
                  </a:lnTo>
                  <a:lnTo>
                    <a:pt x="145846" y="115138"/>
                  </a:lnTo>
                  <a:lnTo>
                    <a:pt x="179933" y="106781"/>
                  </a:lnTo>
                  <a:lnTo>
                    <a:pt x="179933" y="97637"/>
                  </a:lnTo>
                  <a:close/>
                </a:path>
                <a:path w="929004" h="131445">
                  <a:moveTo>
                    <a:pt x="182981" y="27432"/>
                  </a:moveTo>
                  <a:lnTo>
                    <a:pt x="173837" y="22860"/>
                  </a:lnTo>
                  <a:lnTo>
                    <a:pt x="169265" y="30480"/>
                  </a:lnTo>
                  <a:lnTo>
                    <a:pt x="166217" y="38100"/>
                  </a:lnTo>
                  <a:lnTo>
                    <a:pt x="161645" y="44196"/>
                  </a:lnTo>
                  <a:lnTo>
                    <a:pt x="144881" y="44196"/>
                  </a:lnTo>
                  <a:lnTo>
                    <a:pt x="154978" y="26860"/>
                  </a:lnTo>
                  <a:lnTo>
                    <a:pt x="160629" y="16764"/>
                  </a:lnTo>
                  <a:lnTo>
                    <a:pt x="166217" y="6096"/>
                  </a:lnTo>
                  <a:lnTo>
                    <a:pt x="155549" y="3048"/>
                  </a:lnTo>
                  <a:lnTo>
                    <a:pt x="149847" y="16764"/>
                  </a:lnTo>
                  <a:lnTo>
                    <a:pt x="149745" y="16979"/>
                  </a:lnTo>
                  <a:lnTo>
                    <a:pt x="144310" y="28194"/>
                  </a:lnTo>
                  <a:lnTo>
                    <a:pt x="139039" y="37338"/>
                  </a:lnTo>
                  <a:lnTo>
                    <a:pt x="134213" y="44196"/>
                  </a:lnTo>
                  <a:lnTo>
                    <a:pt x="135737" y="53340"/>
                  </a:lnTo>
                  <a:lnTo>
                    <a:pt x="140309" y="53340"/>
                  </a:lnTo>
                  <a:lnTo>
                    <a:pt x="147929" y="51816"/>
                  </a:lnTo>
                  <a:lnTo>
                    <a:pt x="157073" y="51816"/>
                  </a:lnTo>
                  <a:lnTo>
                    <a:pt x="151396" y="61252"/>
                  </a:lnTo>
                  <a:lnTo>
                    <a:pt x="146024" y="68961"/>
                  </a:lnTo>
                  <a:lnTo>
                    <a:pt x="141224" y="74942"/>
                  </a:lnTo>
                  <a:lnTo>
                    <a:pt x="137261" y="79248"/>
                  </a:lnTo>
                  <a:lnTo>
                    <a:pt x="138785" y="88392"/>
                  </a:lnTo>
                  <a:lnTo>
                    <a:pt x="148831" y="87020"/>
                  </a:lnTo>
                  <a:lnTo>
                    <a:pt x="168351" y="83680"/>
                  </a:lnTo>
                  <a:lnTo>
                    <a:pt x="178409" y="82296"/>
                  </a:lnTo>
                  <a:lnTo>
                    <a:pt x="178409" y="77724"/>
                  </a:lnTo>
                  <a:lnTo>
                    <a:pt x="178409" y="74676"/>
                  </a:lnTo>
                  <a:lnTo>
                    <a:pt x="171551" y="74942"/>
                  </a:lnTo>
                  <a:lnTo>
                    <a:pt x="164693" y="75628"/>
                  </a:lnTo>
                  <a:lnTo>
                    <a:pt x="157835" y="76606"/>
                  </a:lnTo>
                  <a:lnTo>
                    <a:pt x="150977" y="77724"/>
                  </a:lnTo>
                  <a:lnTo>
                    <a:pt x="159829" y="65151"/>
                  </a:lnTo>
                  <a:lnTo>
                    <a:pt x="168122" y="52578"/>
                  </a:lnTo>
                  <a:lnTo>
                    <a:pt x="168579" y="51816"/>
                  </a:lnTo>
                  <a:lnTo>
                    <a:pt x="173266" y="44196"/>
                  </a:lnTo>
                  <a:lnTo>
                    <a:pt x="175831" y="40005"/>
                  </a:lnTo>
                  <a:lnTo>
                    <a:pt x="182981" y="27432"/>
                  </a:lnTo>
                  <a:close/>
                </a:path>
                <a:path w="929004" h="131445">
                  <a:moveTo>
                    <a:pt x="262318" y="114401"/>
                  </a:moveTo>
                  <a:lnTo>
                    <a:pt x="251650" y="114401"/>
                  </a:lnTo>
                  <a:lnTo>
                    <a:pt x="251650" y="88392"/>
                  </a:lnTo>
                  <a:lnTo>
                    <a:pt x="251650" y="79248"/>
                  </a:lnTo>
                  <a:lnTo>
                    <a:pt x="251650" y="53340"/>
                  </a:lnTo>
                  <a:lnTo>
                    <a:pt x="251650" y="45720"/>
                  </a:lnTo>
                  <a:lnTo>
                    <a:pt x="251650" y="19812"/>
                  </a:lnTo>
                  <a:lnTo>
                    <a:pt x="251650" y="10668"/>
                  </a:lnTo>
                  <a:lnTo>
                    <a:pt x="240982" y="10668"/>
                  </a:lnTo>
                  <a:lnTo>
                    <a:pt x="240982" y="114401"/>
                  </a:lnTo>
                  <a:lnTo>
                    <a:pt x="198221" y="114401"/>
                  </a:lnTo>
                  <a:lnTo>
                    <a:pt x="198221" y="88392"/>
                  </a:lnTo>
                  <a:lnTo>
                    <a:pt x="240982" y="88392"/>
                  </a:lnTo>
                  <a:lnTo>
                    <a:pt x="240982" y="79248"/>
                  </a:lnTo>
                  <a:lnTo>
                    <a:pt x="198221" y="79248"/>
                  </a:lnTo>
                  <a:lnTo>
                    <a:pt x="198221" y="53340"/>
                  </a:lnTo>
                  <a:lnTo>
                    <a:pt x="240982" y="53340"/>
                  </a:lnTo>
                  <a:lnTo>
                    <a:pt x="240982" y="45720"/>
                  </a:lnTo>
                  <a:lnTo>
                    <a:pt x="198221" y="45720"/>
                  </a:lnTo>
                  <a:lnTo>
                    <a:pt x="198221" y="19812"/>
                  </a:lnTo>
                  <a:lnTo>
                    <a:pt x="240982" y="19812"/>
                  </a:lnTo>
                  <a:lnTo>
                    <a:pt x="240982" y="10668"/>
                  </a:lnTo>
                  <a:lnTo>
                    <a:pt x="187553" y="10668"/>
                  </a:lnTo>
                  <a:lnTo>
                    <a:pt x="187553" y="114401"/>
                  </a:lnTo>
                  <a:lnTo>
                    <a:pt x="172313" y="114401"/>
                  </a:lnTo>
                  <a:lnTo>
                    <a:pt x="172313" y="123545"/>
                  </a:lnTo>
                  <a:lnTo>
                    <a:pt x="262318" y="123545"/>
                  </a:lnTo>
                  <a:lnTo>
                    <a:pt x="262318" y="114401"/>
                  </a:lnTo>
                  <a:close/>
                </a:path>
                <a:path w="929004" h="131445">
                  <a:moveTo>
                    <a:pt x="317182" y="86868"/>
                  </a:moveTo>
                  <a:lnTo>
                    <a:pt x="312610" y="88392"/>
                  </a:lnTo>
                  <a:lnTo>
                    <a:pt x="306514" y="88392"/>
                  </a:lnTo>
                  <a:lnTo>
                    <a:pt x="301942" y="90017"/>
                  </a:lnTo>
                  <a:lnTo>
                    <a:pt x="301942" y="70104"/>
                  </a:lnTo>
                  <a:lnTo>
                    <a:pt x="314134" y="70104"/>
                  </a:lnTo>
                  <a:lnTo>
                    <a:pt x="314134" y="62484"/>
                  </a:lnTo>
                  <a:lnTo>
                    <a:pt x="301942" y="62484"/>
                  </a:lnTo>
                  <a:lnTo>
                    <a:pt x="301942" y="38100"/>
                  </a:lnTo>
                  <a:lnTo>
                    <a:pt x="292798" y="38100"/>
                  </a:lnTo>
                  <a:lnTo>
                    <a:pt x="292798" y="62484"/>
                  </a:lnTo>
                  <a:lnTo>
                    <a:pt x="279082" y="62484"/>
                  </a:lnTo>
                  <a:lnTo>
                    <a:pt x="281368" y="54470"/>
                  </a:lnTo>
                  <a:lnTo>
                    <a:pt x="283743" y="45961"/>
                  </a:lnTo>
                  <a:lnTo>
                    <a:pt x="285940" y="37846"/>
                  </a:lnTo>
                  <a:lnTo>
                    <a:pt x="288226" y="28956"/>
                  </a:lnTo>
                  <a:lnTo>
                    <a:pt x="315658" y="28956"/>
                  </a:lnTo>
                  <a:lnTo>
                    <a:pt x="315658" y="19812"/>
                  </a:lnTo>
                  <a:lnTo>
                    <a:pt x="291274" y="19812"/>
                  </a:lnTo>
                  <a:lnTo>
                    <a:pt x="292798" y="15240"/>
                  </a:lnTo>
                  <a:lnTo>
                    <a:pt x="295846" y="3048"/>
                  </a:lnTo>
                  <a:lnTo>
                    <a:pt x="286702" y="0"/>
                  </a:lnTo>
                  <a:lnTo>
                    <a:pt x="285178" y="7620"/>
                  </a:lnTo>
                  <a:lnTo>
                    <a:pt x="282130" y="19812"/>
                  </a:lnTo>
                  <a:lnTo>
                    <a:pt x="266890" y="19812"/>
                  </a:lnTo>
                  <a:lnTo>
                    <a:pt x="266890" y="28956"/>
                  </a:lnTo>
                  <a:lnTo>
                    <a:pt x="279082" y="28956"/>
                  </a:lnTo>
                  <a:lnTo>
                    <a:pt x="276694" y="38100"/>
                  </a:lnTo>
                  <a:lnTo>
                    <a:pt x="274320" y="46291"/>
                  </a:lnTo>
                  <a:lnTo>
                    <a:pt x="271576" y="54470"/>
                  </a:lnTo>
                  <a:lnTo>
                    <a:pt x="268414" y="62484"/>
                  </a:lnTo>
                  <a:lnTo>
                    <a:pt x="268414" y="70104"/>
                  </a:lnTo>
                  <a:lnTo>
                    <a:pt x="292798" y="70104"/>
                  </a:lnTo>
                  <a:lnTo>
                    <a:pt x="292798" y="90017"/>
                  </a:lnTo>
                  <a:lnTo>
                    <a:pt x="285965" y="90919"/>
                  </a:lnTo>
                  <a:lnTo>
                    <a:pt x="272872" y="92163"/>
                  </a:lnTo>
                  <a:lnTo>
                    <a:pt x="266890" y="93065"/>
                  </a:lnTo>
                  <a:lnTo>
                    <a:pt x="266890" y="102209"/>
                  </a:lnTo>
                  <a:lnTo>
                    <a:pt x="273507" y="101942"/>
                  </a:lnTo>
                  <a:lnTo>
                    <a:pt x="279844" y="101257"/>
                  </a:lnTo>
                  <a:lnTo>
                    <a:pt x="286181" y="100279"/>
                  </a:lnTo>
                  <a:lnTo>
                    <a:pt x="292798" y="99161"/>
                  </a:lnTo>
                  <a:lnTo>
                    <a:pt x="292798" y="131165"/>
                  </a:lnTo>
                  <a:lnTo>
                    <a:pt x="301942" y="131165"/>
                  </a:lnTo>
                  <a:lnTo>
                    <a:pt x="301942" y="99161"/>
                  </a:lnTo>
                  <a:lnTo>
                    <a:pt x="301942" y="97637"/>
                  </a:lnTo>
                  <a:lnTo>
                    <a:pt x="311086" y="97637"/>
                  </a:lnTo>
                  <a:lnTo>
                    <a:pt x="317182" y="96113"/>
                  </a:lnTo>
                  <a:lnTo>
                    <a:pt x="317182" y="90017"/>
                  </a:lnTo>
                  <a:lnTo>
                    <a:pt x="317182" y="86868"/>
                  </a:lnTo>
                  <a:close/>
                </a:path>
                <a:path w="929004" h="131445">
                  <a:moveTo>
                    <a:pt x="395008" y="115925"/>
                  </a:moveTo>
                  <a:lnTo>
                    <a:pt x="358432" y="115925"/>
                  </a:lnTo>
                  <a:lnTo>
                    <a:pt x="358432" y="82296"/>
                  </a:lnTo>
                  <a:lnTo>
                    <a:pt x="384340" y="82296"/>
                  </a:lnTo>
                  <a:lnTo>
                    <a:pt x="384340" y="73152"/>
                  </a:lnTo>
                  <a:lnTo>
                    <a:pt x="321754" y="73152"/>
                  </a:lnTo>
                  <a:lnTo>
                    <a:pt x="321754" y="82296"/>
                  </a:lnTo>
                  <a:lnTo>
                    <a:pt x="349186" y="82296"/>
                  </a:lnTo>
                  <a:lnTo>
                    <a:pt x="349186" y="115925"/>
                  </a:lnTo>
                  <a:lnTo>
                    <a:pt x="312610" y="115925"/>
                  </a:lnTo>
                  <a:lnTo>
                    <a:pt x="312610" y="125069"/>
                  </a:lnTo>
                  <a:lnTo>
                    <a:pt x="395008" y="125069"/>
                  </a:lnTo>
                  <a:lnTo>
                    <a:pt x="395008" y="115925"/>
                  </a:lnTo>
                  <a:close/>
                </a:path>
                <a:path w="929004" h="131445">
                  <a:moveTo>
                    <a:pt x="396532" y="60960"/>
                  </a:moveTo>
                  <a:lnTo>
                    <a:pt x="388505" y="56159"/>
                  </a:lnTo>
                  <a:lnTo>
                    <a:pt x="380339" y="51054"/>
                  </a:lnTo>
                  <a:lnTo>
                    <a:pt x="374015" y="47244"/>
                  </a:lnTo>
                  <a:lnTo>
                    <a:pt x="371881" y="45961"/>
                  </a:lnTo>
                  <a:lnTo>
                    <a:pt x="363004" y="41148"/>
                  </a:lnTo>
                  <a:lnTo>
                    <a:pt x="368427" y="36322"/>
                  </a:lnTo>
                  <a:lnTo>
                    <a:pt x="373291" y="31051"/>
                  </a:lnTo>
                  <a:lnTo>
                    <a:pt x="377571" y="25514"/>
                  </a:lnTo>
                  <a:lnTo>
                    <a:pt x="381292" y="19812"/>
                  </a:lnTo>
                  <a:lnTo>
                    <a:pt x="381292" y="10668"/>
                  </a:lnTo>
                  <a:lnTo>
                    <a:pt x="320230" y="10668"/>
                  </a:lnTo>
                  <a:lnTo>
                    <a:pt x="320230" y="19812"/>
                  </a:lnTo>
                  <a:lnTo>
                    <a:pt x="370624" y="19812"/>
                  </a:lnTo>
                  <a:lnTo>
                    <a:pt x="359422" y="31800"/>
                  </a:lnTo>
                  <a:lnTo>
                    <a:pt x="346532" y="42481"/>
                  </a:lnTo>
                  <a:lnTo>
                    <a:pt x="331952" y="51752"/>
                  </a:lnTo>
                  <a:lnTo>
                    <a:pt x="315658" y="59436"/>
                  </a:lnTo>
                  <a:lnTo>
                    <a:pt x="317182" y="62484"/>
                  </a:lnTo>
                  <a:lnTo>
                    <a:pt x="320230" y="65532"/>
                  </a:lnTo>
                  <a:lnTo>
                    <a:pt x="321754" y="68580"/>
                  </a:lnTo>
                  <a:lnTo>
                    <a:pt x="331520" y="63969"/>
                  </a:lnTo>
                  <a:lnTo>
                    <a:pt x="340423" y="59055"/>
                  </a:lnTo>
                  <a:lnTo>
                    <a:pt x="348754" y="53581"/>
                  </a:lnTo>
                  <a:lnTo>
                    <a:pt x="356806" y="47244"/>
                  </a:lnTo>
                  <a:lnTo>
                    <a:pt x="364883" y="52082"/>
                  </a:lnTo>
                  <a:lnTo>
                    <a:pt x="373087" y="57340"/>
                  </a:lnTo>
                  <a:lnTo>
                    <a:pt x="381546" y="62890"/>
                  </a:lnTo>
                  <a:lnTo>
                    <a:pt x="390436" y="68580"/>
                  </a:lnTo>
                  <a:lnTo>
                    <a:pt x="396532" y="60960"/>
                  </a:lnTo>
                  <a:close/>
                </a:path>
                <a:path w="929004" h="131445">
                  <a:moveTo>
                    <a:pt x="507873" y="7213"/>
                  </a:moveTo>
                  <a:lnTo>
                    <a:pt x="420903" y="7213"/>
                  </a:lnTo>
                  <a:lnTo>
                    <a:pt x="420903" y="13563"/>
                  </a:lnTo>
                  <a:lnTo>
                    <a:pt x="420903" y="21183"/>
                  </a:lnTo>
                  <a:lnTo>
                    <a:pt x="420903" y="27533"/>
                  </a:lnTo>
                  <a:lnTo>
                    <a:pt x="420903" y="33883"/>
                  </a:lnTo>
                  <a:lnTo>
                    <a:pt x="420903" y="41503"/>
                  </a:lnTo>
                  <a:lnTo>
                    <a:pt x="420903" y="44043"/>
                  </a:lnTo>
                  <a:lnTo>
                    <a:pt x="430047" y="44043"/>
                  </a:lnTo>
                  <a:lnTo>
                    <a:pt x="430047" y="41503"/>
                  </a:lnTo>
                  <a:lnTo>
                    <a:pt x="498627" y="41503"/>
                  </a:lnTo>
                  <a:lnTo>
                    <a:pt x="498627" y="44196"/>
                  </a:lnTo>
                  <a:lnTo>
                    <a:pt x="507873" y="44196"/>
                  </a:lnTo>
                  <a:lnTo>
                    <a:pt x="507873" y="41503"/>
                  </a:lnTo>
                  <a:lnTo>
                    <a:pt x="507873" y="41148"/>
                  </a:lnTo>
                  <a:lnTo>
                    <a:pt x="507873" y="33883"/>
                  </a:lnTo>
                  <a:lnTo>
                    <a:pt x="430047" y="33883"/>
                  </a:lnTo>
                  <a:lnTo>
                    <a:pt x="430047" y="27533"/>
                  </a:lnTo>
                  <a:lnTo>
                    <a:pt x="498627" y="27533"/>
                  </a:lnTo>
                  <a:lnTo>
                    <a:pt x="498627" y="33528"/>
                  </a:lnTo>
                  <a:lnTo>
                    <a:pt x="507873" y="33528"/>
                  </a:lnTo>
                  <a:lnTo>
                    <a:pt x="507873" y="13716"/>
                  </a:lnTo>
                  <a:lnTo>
                    <a:pt x="498627" y="13716"/>
                  </a:lnTo>
                  <a:lnTo>
                    <a:pt x="498627" y="21183"/>
                  </a:lnTo>
                  <a:lnTo>
                    <a:pt x="430047" y="21183"/>
                  </a:lnTo>
                  <a:lnTo>
                    <a:pt x="430047" y="13563"/>
                  </a:lnTo>
                  <a:lnTo>
                    <a:pt x="507873" y="13563"/>
                  </a:lnTo>
                  <a:lnTo>
                    <a:pt x="507873" y="7213"/>
                  </a:lnTo>
                  <a:close/>
                </a:path>
                <a:path w="929004" h="131445">
                  <a:moveTo>
                    <a:pt x="509397" y="97637"/>
                  </a:moveTo>
                  <a:lnTo>
                    <a:pt x="500151" y="97637"/>
                  </a:lnTo>
                  <a:lnTo>
                    <a:pt x="500151" y="100685"/>
                  </a:lnTo>
                  <a:lnTo>
                    <a:pt x="509397" y="100685"/>
                  </a:lnTo>
                  <a:lnTo>
                    <a:pt x="509397" y="97637"/>
                  </a:lnTo>
                  <a:close/>
                </a:path>
                <a:path w="929004" h="131445">
                  <a:moveTo>
                    <a:pt x="509397" y="60553"/>
                  </a:moveTo>
                  <a:lnTo>
                    <a:pt x="419379" y="60553"/>
                  </a:lnTo>
                  <a:lnTo>
                    <a:pt x="419379" y="66903"/>
                  </a:lnTo>
                  <a:lnTo>
                    <a:pt x="419379" y="75793"/>
                  </a:lnTo>
                  <a:lnTo>
                    <a:pt x="419379" y="82143"/>
                  </a:lnTo>
                  <a:lnTo>
                    <a:pt x="419379" y="89763"/>
                  </a:lnTo>
                  <a:lnTo>
                    <a:pt x="419379" y="97383"/>
                  </a:lnTo>
                  <a:lnTo>
                    <a:pt x="419379" y="101193"/>
                  </a:lnTo>
                  <a:lnTo>
                    <a:pt x="428523" y="101193"/>
                  </a:lnTo>
                  <a:lnTo>
                    <a:pt x="428523" y="97383"/>
                  </a:lnTo>
                  <a:lnTo>
                    <a:pt x="509397" y="97383"/>
                  </a:lnTo>
                  <a:lnTo>
                    <a:pt x="509397" y="90017"/>
                  </a:lnTo>
                  <a:lnTo>
                    <a:pt x="509397" y="89763"/>
                  </a:lnTo>
                  <a:lnTo>
                    <a:pt x="509397" y="82296"/>
                  </a:lnTo>
                  <a:lnTo>
                    <a:pt x="500151" y="82296"/>
                  </a:lnTo>
                  <a:lnTo>
                    <a:pt x="500151" y="89763"/>
                  </a:lnTo>
                  <a:lnTo>
                    <a:pt x="468147" y="89763"/>
                  </a:lnTo>
                  <a:lnTo>
                    <a:pt x="468147" y="82296"/>
                  </a:lnTo>
                  <a:lnTo>
                    <a:pt x="460527" y="82296"/>
                  </a:lnTo>
                  <a:lnTo>
                    <a:pt x="460527" y="89763"/>
                  </a:lnTo>
                  <a:lnTo>
                    <a:pt x="428523" y="89763"/>
                  </a:lnTo>
                  <a:lnTo>
                    <a:pt x="428523" y="82143"/>
                  </a:lnTo>
                  <a:lnTo>
                    <a:pt x="509397" y="82143"/>
                  </a:lnTo>
                  <a:lnTo>
                    <a:pt x="509397" y="76200"/>
                  </a:lnTo>
                  <a:lnTo>
                    <a:pt x="509397" y="75793"/>
                  </a:lnTo>
                  <a:lnTo>
                    <a:pt x="509397" y="67056"/>
                  </a:lnTo>
                  <a:lnTo>
                    <a:pt x="500151" y="67056"/>
                  </a:lnTo>
                  <a:lnTo>
                    <a:pt x="500151" y="75793"/>
                  </a:lnTo>
                  <a:lnTo>
                    <a:pt x="468147" y="75793"/>
                  </a:lnTo>
                  <a:lnTo>
                    <a:pt x="468147" y="67056"/>
                  </a:lnTo>
                  <a:lnTo>
                    <a:pt x="460527" y="67056"/>
                  </a:lnTo>
                  <a:lnTo>
                    <a:pt x="460527" y="75793"/>
                  </a:lnTo>
                  <a:lnTo>
                    <a:pt x="428523" y="75793"/>
                  </a:lnTo>
                  <a:lnTo>
                    <a:pt x="428523" y="66903"/>
                  </a:lnTo>
                  <a:lnTo>
                    <a:pt x="509397" y="66903"/>
                  </a:lnTo>
                  <a:lnTo>
                    <a:pt x="509397" y="60553"/>
                  </a:lnTo>
                  <a:close/>
                </a:path>
                <a:path w="929004" h="131445">
                  <a:moveTo>
                    <a:pt x="527685" y="47244"/>
                  </a:moveTo>
                  <a:lnTo>
                    <a:pt x="401091" y="47244"/>
                  </a:lnTo>
                  <a:lnTo>
                    <a:pt x="401091" y="54864"/>
                  </a:lnTo>
                  <a:lnTo>
                    <a:pt x="527685" y="54864"/>
                  </a:lnTo>
                  <a:lnTo>
                    <a:pt x="527685" y="47244"/>
                  </a:lnTo>
                  <a:close/>
                </a:path>
                <a:path w="929004" h="131445">
                  <a:moveTo>
                    <a:pt x="529209" y="118973"/>
                  </a:moveTo>
                  <a:lnTo>
                    <a:pt x="468147" y="118973"/>
                  </a:lnTo>
                  <a:lnTo>
                    <a:pt x="468147" y="111353"/>
                  </a:lnTo>
                  <a:lnTo>
                    <a:pt x="521589" y="111353"/>
                  </a:lnTo>
                  <a:lnTo>
                    <a:pt x="521589" y="105257"/>
                  </a:lnTo>
                  <a:lnTo>
                    <a:pt x="468147" y="105257"/>
                  </a:lnTo>
                  <a:lnTo>
                    <a:pt x="468147" y="97637"/>
                  </a:lnTo>
                  <a:lnTo>
                    <a:pt x="460527" y="97637"/>
                  </a:lnTo>
                  <a:lnTo>
                    <a:pt x="460527" y="105257"/>
                  </a:lnTo>
                  <a:lnTo>
                    <a:pt x="407187" y="105257"/>
                  </a:lnTo>
                  <a:lnTo>
                    <a:pt x="407187" y="111353"/>
                  </a:lnTo>
                  <a:lnTo>
                    <a:pt x="460527" y="111353"/>
                  </a:lnTo>
                  <a:lnTo>
                    <a:pt x="460527" y="118973"/>
                  </a:lnTo>
                  <a:lnTo>
                    <a:pt x="399567" y="118973"/>
                  </a:lnTo>
                  <a:lnTo>
                    <a:pt x="399567" y="126593"/>
                  </a:lnTo>
                  <a:lnTo>
                    <a:pt x="529209" y="126593"/>
                  </a:lnTo>
                  <a:lnTo>
                    <a:pt x="529209" y="118973"/>
                  </a:lnTo>
                  <a:close/>
                </a:path>
                <a:path w="929004" h="131445">
                  <a:moveTo>
                    <a:pt x="577977" y="6108"/>
                  </a:moveTo>
                  <a:lnTo>
                    <a:pt x="565785" y="3060"/>
                  </a:lnTo>
                  <a:lnTo>
                    <a:pt x="560120" y="19913"/>
                  </a:lnTo>
                  <a:lnTo>
                    <a:pt x="552450" y="36207"/>
                  </a:lnTo>
                  <a:lnTo>
                    <a:pt x="543064" y="51917"/>
                  </a:lnTo>
                  <a:lnTo>
                    <a:pt x="532257" y="67068"/>
                  </a:lnTo>
                  <a:lnTo>
                    <a:pt x="535305" y="70116"/>
                  </a:lnTo>
                  <a:lnTo>
                    <a:pt x="536829" y="74688"/>
                  </a:lnTo>
                  <a:lnTo>
                    <a:pt x="538353" y="77736"/>
                  </a:lnTo>
                  <a:lnTo>
                    <a:pt x="542023" y="72898"/>
                  </a:lnTo>
                  <a:lnTo>
                    <a:pt x="545973" y="67640"/>
                  </a:lnTo>
                  <a:lnTo>
                    <a:pt x="549922" y="62090"/>
                  </a:lnTo>
                  <a:lnTo>
                    <a:pt x="553593" y="56400"/>
                  </a:lnTo>
                  <a:lnTo>
                    <a:pt x="553593" y="129641"/>
                  </a:lnTo>
                  <a:lnTo>
                    <a:pt x="564261" y="129641"/>
                  </a:lnTo>
                  <a:lnTo>
                    <a:pt x="564261" y="56400"/>
                  </a:lnTo>
                  <a:lnTo>
                    <a:pt x="564261" y="36588"/>
                  </a:lnTo>
                  <a:lnTo>
                    <a:pt x="567690" y="29464"/>
                  </a:lnTo>
                  <a:lnTo>
                    <a:pt x="571119" y="21920"/>
                  </a:lnTo>
                  <a:lnTo>
                    <a:pt x="574548" y="14084"/>
                  </a:lnTo>
                  <a:lnTo>
                    <a:pt x="577977" y="6108"/>
                  </a:lnTo>
                  <a:close/>
                </a:path>
                <a:path w="929004" h="131445">
                  <a:moveTo>
                    <a:pt x="663422" y="90017"/>
                  </a:moveTo>
                  <a:lnTo>
                    <a:pt x="658850" y="90017"/>
                  </a:lnTo>
                  <a:lnTo>
                    <a:pt x="654278" y="88404"/>
                  </a:lnTo>
                  <a:lnTo>
                    <a:pt x="651230" y="86880"/>
                  </a:lnTo>
                  <a:lnTo>
                    <a:pt x="651230" y="94589"/>
                  </a:lnTo>
                  <a:lnTo>
                    <a:pt x="648182" y="106781"/>
                  </a:lnTo>
                  <a:lnTo>
                    <a:pt x="648182" y="112877"/>
                  </a:lnTo>
                  <a:lnTo>
                    <a:pt x="645033" y="115925"/>
                  </a:lnTo>
                  <a:lnTo>
                    <a:pt x="616077" y="115925"/>
                  </a:lnTo>
                  <a:lnTo>
                    <a:pt x="613029" y="112877"/>
                  </a:lnTo>
                  <a:lnTo>
                    <a:pt x="613029" y="77736"/>
                  </a:lnTo>
                  <a:lnTo>
                    <a:pt x="613029" y="70116"/>
                  </a:lnTo>
                  <a:lnTo>
                    <a:pt x="647573" y="38176"/>
                  </a:lnTo>
                  <a:lnTo>
                    <a:pt x="657326" y="25920"/>
                  </a:lnTo>
                  <a:lnTo>
                    <a:pt x="648182" y="18300"/>
                  </a:lnTo>
                  <a:lnTo>
                    <a:pt x="639864" y="29171"/>
                  </a:lnTo>
                  <a:lnTo>
                    <a:pt x="631139" y="39065"/>
                  </a:lnTo>
                  <a:lnTo>
                    <a:pt x="622147" y="48082"/>
                  </a:lnTo>
                  <a:lnTo>
                    <a:pt x="613029" y="56400"/>
                  </a:lnTo>
                  <a:lnTo>
                    <a:pt x="613029" y="4584"/>
                  </a:lnTo>
                  <a:lnTo>
                    <a:pt x="600837" y="4584"/>
                  </a:lnTo>
                  <a:lnTo>
                    <a:pt x="600837" y="64020"/>
                  </a:lnTo>
                  <a:lnTo>
                    <a:pt x="593699" y="69443"/>
                  </a:lnTo>
                  <a:lnTo>
                    <a:pt x="585978" y="74307"/>
                  </a:lnTo>
                  <a:lnTo>
                    <a:pt x="577697" y="78587"/>
                  </a:lnTo>
                  <a:lnTo>
                    <a:pt x="568833" y="82308"/>
                  </a:lnTo>
                  <a:lnTo>
                    <a:pt x="571881" y="85356"/>
                  </a:lnTo>
                  <a:lnTo>
                    <a:pt x="573405" y="88404"/>
                  </a:lnTo>
                  <a:lnTo>
                    <a:pt x="576453" y="91541"/>
                  </a:lnTo>
                  <a:lnTo>
                    <a:pt x="582409" y="88061"/>
                  </a:lnTo>
                  <a:lnTo>
                    <a:pt x="594880" y="81165"/>
                  </a:lnTo>
                  <a:lnTo>
                    <a:pt x="600837" y="77736"/>
                  </a:lnTo>
                  <a:lnTo>
                    <a:pt x="600837" y="118973"/>
                  </a:lnTo>
                  <a:lnTo>
                    <a:pt x="606933" y="125069"/>
                  </a:lnTo>
                  <a:lnTo>
                    <a:pt x="652754" y="125069"/>
                  </a:lnTo>
                  <a:lnTo>
                    <a:pt x="658850" y="120497"/>
                  </a:lnTo>
                  <a:lnTo>
                    <a:pt x="659498" y="115925"/>
                  </a:lnTo>
                  <a:lnTo>
                    <a:pt x="660374" y="109829"/>
                  </a:lnTo>
                  <a:lnTo>
                    <a:pt x="661898" y="103733"/>
                  </a:lnTo>
                  <a:lnTo>
                    <a:pt x="661898" y="97637"/>
                  </a:lnTo>
                  <a:lnTo>
                    <a:pt x="663422" y="90017"/>
                  </a:lnTo>
                  <a:close/>
                </a:path>
                <a:path w="929004" h="131445">
                  <a:moveTo>
                    <a:pt x="713714" y="68580"/>
                  </a:moveTo>
                  <a:lnTo>
                    <a:pt x="709142" y="64008"/>
                  </a:lnTo>
                  <a:lnTo>
                    <a:pt x="705713" y="59436"/>
                  </a:lnTo>
                  <a:lnTo>
                    <a:pt x="704570" y="57912"/>
                  </a:lnTo>
                  <a:lnTo>
                    <a:pt x="703046" y="56388"/>
                  </a:lnTo>
                  <a:lnTo>
                    <a:pt x="699998" y="53340"/>
                  </a:lnTo>
                  <a:lnTo>
                    <a:pt x="693902" y="56388"/>
                  </a:lnTo>
                  <a:lnTo>
                    <a:pt x="693902" y="39624"/>
                  </a:lnTo>
                  <a:lnTo>
                    <a:pt x="712190" y="39624"/>
                  </a:lnTo>
                  <a:lnTo>
                    <a:pt x="712190" y="32004"/>
                  </a:lnTo>
                  <a:lnTo>
                    <a:pt x="693902" y="32004"/>
                  </a:lnTo>
                  <a:lnTo>
                    <a:pt x="693902" y="3048"/>
                  </a:lnTo>
                  <a:lnTo>
                    <a:pt x="686282" y="3048"/>
                  </a:lnTo>
                  <a:lnTo>
                    <a:pt x="686282" y="32004"/>
                  </a:lnTo>
                  <a:lnTo>
                    <a:pt x="667994" y="32004"/>
                  </a:lnTo>
                  <a:lnTo>
                    <a:pt x="667994" y="39624"/>
                  </a:lnTo>
                  <a:lnTo>
                    <a:pt x="683234" y="39624"/>
                  </a:lnTo>
                  <a:lnTo>
                    <a:pt x="679754" y="51892"/>
                  </a:lnTo>
                  <a:lnTo>
                    <a:pt x="675995" y="63436"/>
                  </a:lnTo>
                  <a:lnTo>
                    <a:pt x="671652" y="74129"/>
                  </a:lnTo>
                  <a:lnTo>
                    <a:pt x="666470" y="83820"/>
                  </a:lnTo>
                  <a:lnTo>
                    <a:pt x="667994" y="86868"/>
                  </a:lnTo>
                  <a:lnTo>
                    <a:pt x="669518" y="91541"/>
                  </a:lnTo>
                  <a:lnTo>
                    <a:pt x="671042" y="94589"/>
                  </a:lnTo>
                  <a:lnTo>
                    <a:pt x="674484" y="87985"/>
                  </a:lnTo>
                  <a:lnTo>
                    <a:pt x="678091" y="79832"/>
                  </a:lnTo>
                  <a:lnTo>
                    <a:pt x="681964" y="70281"/>
                  </a:lnTo>
                  <a:lnTo>
                    <a:pt x="686282" y="59436"/>
                  </a:lnTo>
                  <a:lnTo>
                    <a:pt x="686282" y="129641"/>
                  </a:lnTo>
                  <a:lnTo>
                    <a:pt x="693902" y="129641"/>
                  </a:lnTo>
                  <a:lnTo>
                    <a:pt x="693902" y="59436"/>
                  </a:lnTo>
                  <a:lnTo>
                    <a:pt x="703046" y="68580"/>
                  </a:lnTo>
                  <a:lnTo>
                    <a:pt x="706094" y="74676"/>
                  </a:lnTo>
                  <a:lnTo>
                    <a:pt x="713714" y="68580"/>
                  </a:lnTo>
                  <a:close/>
                </a:path>
                <a:path w="929004" h="131445">
                  <a:moveTo>
                    <a:pt x="794575" y="15240"/>
                  </a:moveTo>
                  <a:lnTo>
                    <a:pt x="771626" y="15240"/>
                  </a:lnTo>
                  <a:lnTo>
                    <a:pt x="771626" y="3048"/>
                  </a:lnTo>
                  <a:lnTo>
                    <a:pt x="762482" y="3048"/>
                  </a:lnTo>
                  <a:lnTo>
                    <a:pt x="762482" y="15240"/>
                  </a:lnTo>
                  <a:lnTo>
                    <a:pt x="739622" y="15240"/>
                  </a:lnTo>
                  <a:lnTo>
                    <a:pt x="739622" y="3048"/>
                  </a:lnTo>
                  <a:lnTo>
                    <a:pt x="730478" y="3048"/>
                  </a:lnTo>
                  <a:lnTo>
                    <a:pt x="730478" y="15240"/>
                  </a:lnTo>
                  <a:lnTo>
                    <a:pt x="709142" y="15240"/>
                  </a:lnTo>
                  <a:lnTo>
                    <a:pt x="709142" y="22860"/>
                  </a:lnTo>
                  <a:lnTo>
                    <a:pt x="730478" y="22860"/>
                  </a:lnTo>
                  <a:lnTo>
                    <a:pt x="730478" y="33528"/>
                  </a:lnTo>
                  <a:lnTo>
                    <a:pt x="739622" y="33528"/>
                  </a:lnTo>
                  <a:lnTo>
                    <a:pt x="739622" y="22860"/>
                  </a:lnTo>
                  <a:lnTo>
                    <a:pt x="762482" y="22860"/>
                  </a:lnTo>
                  <a:lnTo>
                    <a:pt x="762482" y="33528"/>
                  </a:lnTo>
                  <a:lnTo>
                    <a:pt x="771626" y="33528"/>
                  </a:lnTo>
                  <a:lnTo>
                    <a:pt x="771626" y="22860"/>
                  </a:lnTo>
                  <a:lnTo>
                    <a:pt x="794575" y="22860"/>
                  </a:lnTo>
                  <a:lnTo>
                    <a:pt x="794575" y="15240"/>
                  </a:lnTo>
                  <a:close/>
                </a:path>
                <a:path w="929004" h="131445">
                  <a:moveTo>
                    <a:pt x="796099" y="120497"/>
                  </a:moveTo>
                  <a:lnTo>
                    <a:pt x="759434" y="100685"/>
                  </a:lnTo>
                  <a:lnTo>
                    <a:pt x="794575" y="100685"/>
                  </a:lnTo>
                  <a:lnTo>
                    <a:pt x="794575" y="93065"/>
                  </a:lnTo>
                  <a:lnTo>
                    <a:pt x="753338" y="93065"/>
                  </a:lnTo>
                  <a:lnTo>
                    <a:pt x="754862" y="90017"/>
                  </a:lnTo>
                  <a:lnTo>
                    <a:pt x="754862" y="80772"/>
                  </a:lnTo>
                  <a:lnTo>
                    <a:pt x="776198" y="80772"/>
                  </a:lnTo>
                  <a:lnTo>
                    <a:pt x="776198" y="83820"/>
                  </a:lnTo>
                  <a:lnTo>
                    <a:pt x="786866" y="83820"/>
                  </a:lnTo>
                  <a:lnTo>
                    <a:pt x="786866" y="36576"/>
                  </a:lnTo>
                  <a:lnTo>
                    <a:pt x="776198" y="36576"/>
                  </a:lnTo>
                  <a:lnTo>
                    <a:pt x="776198" y="45720"/>
                  </a:lnTo>
                  <a:lnTo>
                    <a:pt x="776198" y="54864"/>
                  </a:lnTo>
                  <a:lnTo>
                    <a:pt x="776198" y="62484"/>
                  </a:lnTo>
                  <a:lnTo>
                    <a:pt x="776198" y="73152"/>
                  </a:lnTo>
                  <a:lnTo>
                    <a:pt x="725906" y="73152"/>
                  </a:lnTo>
                  <a:lnTo>
                    <a:pt x="725906" y="62484"/>
                  </a:lnTo>
                  <a:lnTo>
                    <a:pt x="776198" y="62484"/>
                  </a:lnTo>
                  <a:lnTo>
                    <a:pt x="776198" y="54864"/>
                  </a:lnTo>
                  <a:lnTo>
                    <a:pt x="725906" y="54864"/>
                  </a:lnTo>
                  <a:lnTo>
                    <a:pt x="725906" y="45720"/>
                  </a:lnTo>
                  <a:lnTo>
                    <a:pt x="776198" y="45720"/>
                  </a:lnTo>
                  <a:lnTo>
                    <a:pt x="776198" y="36576"/>
                  </a:lnTo>
                  <a:lnTo>
                    <a:pt x="716762" y="36576"/>
                  </a:lnTo>
                  <a:lnTo>
                    <a:pt x="716762" y="83820"/>
                  </a:lnTo>
                  <a:lnTo>
                    <a:pt x="725906" y="83820"/>
                  </a:lnTo>
                  <a:lnTo>
                    <a:pt x="725906" y="80772"/>
                  </a:lnTo>
                  <a:lnTo>
                    <a:pt x="745718" y="80772"/>
                  </a:lnTo>
                  <a:lnTo>
                    <a:pt x="745718" y="93065"/>
                  </a:lnTo>
                  <a:lnTo>
                    <a:pt x="707618" y="93065"/>
                  </a:lnTo>
                  <a:lnTo>
                    <a:pt x="707618" y="100685"/>
                  </a:lnTo>
                  <a:lnTo>
                    <a:pt x="742670" y="100685"/>
                  </a:lnTo>
                  <a:lnTo>
                    <a:pt x="736688" y="107238"/>
                  </a:lnTo>
                  <a:lnTo>
                    <a:pt x="728002" y="113068"/>
                  </a:lnTo>
                  <a:lnTo>
                    <a:pt x="716737" y="118046"/>
                  </a:lnTo>
                  <a:lnTo>
                    <a:pt x="703046" y="122021"/>
                  </a:lnTo>
                  <a:lnTo>
                    <a:pt x="707618" y="131165"/>
                  </a:lnTo>
                  <a:lnTo>
                    <a:pt x="723061" y="126022"/>
                  </a:lnTo>
                  <a:lnTo>
                    <a:pt x="735241" y="119735"/>
                  </a:lnTo>
                  <a:lnTo>
                    <a:pt x="744270" y="112280"/>
                  </a:lnTo>
                  <a:lnTo>
                    <a:pt x="750290" y="103733"/>
                  </a:lnTo>
                  <a:lnTo>
                    <a:pt x="757974" y="112280"/>
                  </a:lnTo>
                  <a:lnTo>
                    <a:pt x="767245" y="119545"/>
                  </a:lnTo>
                  <a:lnTo>
                    <a:pt x="777976" y="125374"/>
                  </a:lnTo>
                  <a:lnTo>
                    <a:pt x="790003" y="129641"/>
                  </a:lnTo>
                  <a:lnTo>
                    <a:pt x="791527" y="126593"/>
                  </a:lnTo>
                  <a:lnTo>
                    <a:pt x="794575" y="123545"/>
                  </a:lnTo>
                  <a:lnTo>
                    <a:pt x="796099" y="120497"/>
                  </a:lnTo>
                  <a:close/>
                </a:path>
                <a:path w="929004" h="131445">
                  <a:moveTo>
                    <a:pt x="878395" y="39624"/>
                  </a:moveTo>
                  <a:lnTo>
                    <a:pt x="860107" y="39624"/>
                  </a:lnTo>
                  <a:lnTo>
                    <a:pt x="860107" y="18288"/>
                  </a:lnTo>
                  <a:lnTo>
                    <a:pt x="873823" y="18288"/>
                  </a:lnTo>
                  <a:lnTo>
                    <a:pt x="873823" y="9144"/>
                  </a:lnTo>
                  <a:lnTo>
                    <a:pt x="850963" y="9144"/>
                  </a:lnTo>
                  <a:lnTo>
                    <a:pt x="850963" y="18288"/>
                  </a:lnTo>
                  <a:lnTo>
                    <a:pt x="850963" y="39624"/>
                  </a:lnTo>
                  <a:lnTo>
                    <a:pt x="831151" y="39624"/>
                  </a:lnTo>
                  <a:lnTo>
                    <a:pt x="831151" y="18288"/>
                  </a:lnTo>
                  <a:lnTo>
                    <a:pt x="850963" y="18288"/>
                  </a:lnTo>
                  <a:lnTo>
                    <a:pt x="850963" y="9144"/>
                  </a:lnTo>
                  <a:lnTo>
                    <a:pt x="806767" y="9144"/>
                  </a:lnTo>
                  <a:lnTo>
                    <a:pt x="806767" y="18288"/>
                  </a:lnTo>
                  <a:lnTo>
                    <a:pt x="820483" y="18288"/>
                  </a:lnTo>
                  <a:lnTo>
                    <a:pt x="820483" y="39624"/>
                  </a:lnTo>
                  <a:lnTo>
                    <a:pt x="800671" y="39624"/>
                  </a:lnTo>
                  <a:lnTo>
                    <a:pt x="800671" y="48768"/>
                  </a:lnTo>
                  <a:lnTo>
                    <a:pt x="820483" y="48768"/>
                  </a:lnTo>
                  <a:lnTo>
                    <a:pt x="818718" y="55372"/>
                  </a:lnTo>
                  <a:lnTo>
                    <a:pt x="815530" y="61531"/>
                  </a:lnTo>
                  <a:lnTo>
                    <a:pt x="810628" y="67424"/>
                  </a:lnTo>
                  <a:lnTo>
                    <a:pt x="803719" y="73152"/>
                  </a:lnTo>
                  <a:lnTo>
                    <a:pt x="811339" y="80772"/>
                  </a:lnTo>
                  <a:lnTo>
                    <a:pt x="818476" y="73634"/>
                  </a:lnTo>
                  <a:lnTo>
                    <a:pt x="823912" y="65913"/>
                  </a:lnTo>
                  <a:lnTo>
                    <a:pt x="827620" y="57632"/>
                  </a:lnTo>
                  <a:lnTo>
                    <a:pt x="829627" y="48768"/>
                  </a:lnTo>
                  <a:lnTo>
                    <a:pt x="850963" y="48768"/>
                  </a:lnTo>
                  <a:lnTo>
                    <a:pt x="850963" y="76200"/>
                  </a:lnTo>
                  <a:lnTo>
                    <a:pt x="860107" y="76200"/>
                  </a:lnTo>
                  <a:lnTo>
                    <a:pt x="860107" y="48768"/>
                  </a:lnTo>
                  <a:lnTo>
                    <a:pt x="878395" y="48768"/>
                  </a:lnTo>
                  <a:lnTo>
                    <a:pt x="878395" y="39624"/>
                  </a:lnTo>
                  <a:close/>
                </a:path>
                <a:path w="929004" h="131445">
                  <a:moveTo>
                    <a:pt x="893635" y="12192"/>
                  </a:moveTo>
                  <a:lnTo>
                    <a:pt x="884491" y="12192"/>
                  </a:lnTo>
                  <a:lnTo>
                    <a:pt x="884491" y="56388"/>
                  </a:lnTo>
                  <a:lnTo>
                    <a:pt x="893635" y="56388"/>
                  </a:lnTo>
                  <a:lnTo>
                    <a:pt x="893635" y="12192"/>
                  </a:lnTo>
                  <a:close/>
                </a:path>
                <a:path w="929004" h="131445">
                  <a:moveTo>
                    <a:pt x="919543" y="4572"/>
                  </a:moveTo>
                  <a:lnTo>
                    <a:pt x="910399" y="4572"/>
                  </a:lnTo>
                  <a:lnTo>
                    <a:pt x="910399" y="65532"/>
                  </a:lnTo>
                  <a:lnTo>
                    <a:pt x="907351" y="68580"/>
                  </a:lnTo>
                  <a:lnTo>
                    <a:pt x="886015" y="68580"/>
                  </a:lnTo>
                  <a:lnTo>
                    <a:pt x="887539" y="71628"/>
                  </a:lnTo>
                  <a:lnTo>
                    <a:pt x="887539" y="77724"/>
                  </a:lnTo>
                  <a:lnTo>
                    <a:pt x="895159" y="79248"/>
                  </a:lnTo>
                  <a:lnTo>
                    <a:pt x="901255" y="79248"/>
                  </a:lnTo>
                  <a:lnTo>
                    <a:pt x="905827" y="77724"/>
                  </a:lnTo>
                  <a:lnTo>
                    <a:pt x="914971" y="77724"/>
                  </a:lnTo>
                  <a:lnTo>
                    <a:pt x="919543" y="73152"/>
                  </a:lnTo>
                  <a:lnTo>
                    <a:pt x="919543" y="4572"/>
                  </a:lnTo>
                  <a:close/>
                </a:path>
                <a:path w="929004" h="131445">
                  <a:moveTo>
                    <a:pt x="928687" y="115925"/>
                  </a:moveTo>
                  <a:lnTo>
                    <a:pt x="869251" y="115925"/>
                  </a:lnTo>
                  <a:lnTo>
                    <a:pt x="869251" y="97637"/>
                  </a:lnTo>
                  <a:lnTo>
                    <a:pt x="916495" y="97637"/>
                  </a:lnTo>
                  <a:lnTo>
                    <a:pt x="916495" y="88392"/>
                  </a:lnTo>
                  <a:lnTo>
                    <a:pt x="869251" y="88392"/>
                  </a:lnTo>
                  <a:lnTo>
                    <a:pt x="869251" y="77724"/>
                  </a:lnTo>
                  <a:lnTo>
                    <a:pt x="858583" y="77724"/>
                  </a:lnTo>
                  <a:lnTo>
                    <a:pt x="858583" y="88392"/>
                  </a:lnTo>
                  <a:lnTo>
                    <a:pt x="812863" y="88392"/>
                  </a:lnTo>
                  <a:lnTo>
                    <a:pt x="812863" y="97637"/>
                  </a:lnTo>
                  <a:lnTo>
                    <a:pt x="858583" y="97637"/>
                  </a:lnTo>
                  <a:lnTo>
                    <a:pt x="858583" y="115925"/>
                  </a:lnTo>
                  <a:lnTo>
                    <a:pt x="800671" y="115925"/>
                  </a:lnTo>
                  <a:lnTo>
                    <a:pt x="800671" y="123545"/>
                  </a:lnTo>
                  <a:lnTo>
                    <a:pt x="928687" y="123545"/>
                  </a:lnTo>
                  <a:lnTo>
                    <a:pt x="928687" y="115925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683466" y="4674012"/>
              <a:ext cx="381635" cy="229235"/>
            </a:xfrm>
            <a:custGeom>
              <a:avLst/>
              <a:gdLst/>
              <a:ahLst/>
              <a:cxnLst/>
              <a:rect l="l" t="t" r="r" b="b"/>
              <a:pathLst>
                <a:path w="381634" h="229235">
                  <a:moveTo>
                    <a:pt x="347757" y="228790"/>
                  </a:moveTo>
                  <a:lnTo>
                    <a:pt x="32099" y="228790"/>
                  </a:lnTo>
                  <a:lnTo>
                    <a:pt x="18288" y="224218"/>
                  </a:lnTo>
                  <a:lnTo>
                    <a:pt x="13716" y="221170"/>
                  </a:lnTo>
                  <a:lnTo>
                    <a:pt x="10668" y="218122"/>
                  </a:lnTo>
                  <a:lnTo>
                    <a:pt x="4572" y="208978"/>
                  </a:lnTo>
                  <a:lnTo>
                    <a:pt x="3048" y="204406"/>
                  </a:lnTo>
                  <a:lnTo>
                    <a:pt x="0" y="199834"/>
                  </a:lnTo>
                  <a:lnTo>
                    <a:pt x="0" y="190690"/>
                  </a:lnTo>
                  <a:lnTo>
                    <a:pt x="0" y="27432"/>
                  </a:lnTo>
                  <a:lnTo>
                    <a:pt x="3048" y="22859"/>
                  </a:lnTo>
                  <a:lnTo>
                    <a:pt x="4572" y="18287"/>
                  </a:lnTo>
                  <a:lnTo>
                    <a:pt x="7620" y="15239"/>
                  </a:lnTo>
                  <a:lnTo>
                    <a:pt x="10668" y="10667"/>
                  </a:lnTo>
                  <a:lnTo>
                    <a:pt x="13716" y="7620"/>
                  </a:lnTo>
                  <a:lnTo>
                    <a:pt x="18288" y="4571"/>
                  </a:lnTo>
                  <a:lnTo>
                    <a:pt x="32099" y="0"/>
                  </a:lnTo>
                  <a:lnTo>
                    <a:pt x="347757" y="0"/>
                  </a:lnTo>
                  <a:lnTo>
                    <a:pt x="379761" y="27432"/>
                  </a:lnTo>
                  <a:lnTo>
                    <a:pt x="381285" y="33527"/>
                  </a:lnTo>
                  <a:lnTo>
                    <a:pt x="381285" y="195262"/>
                  </a:lnTo>
                  <a:lnTo>
                    <a:pt x="376713" y="208978"/>
                  </a:lnTo>
                  <a:lnTo>
                    <a:pt x="373665" y="213550"/>
                  </a:lnTo>
                  <a:lnTo>
                    <a:pt x="366045" y="221170"/>
                  </a:lnTo>
                  <a:lnTo>
                    <a:pt x="361473" y="224218"/>
                  </a:lnTo>
                  <a:lnTo>
                    <a:pt x="347757" y="2287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761285" y="4732020"/>
              <a:ext cx="225647" cy="109823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10150602" y="7288720"/>
            <a:ext cx="226060" cy="74930"/>
            <a:chOff x="10150602" y="7288720"/>
            <a:chExt cx="226060" cy="74930"/>
          </a:xfrm>
        </p:grpSpPr>
        <p:sp>
          <p:nvSpPr>
            <p:cNvPr id="80" name="object 80"/>
            <p:cNvSpPr/>
            <p:nvPr/>
          </p:nvSpPr>
          <p:spPr>
            <a:xfrm>
              <a:off x="10150602" y="7288720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40" h="73659">
                  <a:moveTo>
                    <a:pt x="27431" y="73247"/>
                  </a:moveTo>
                  <a:lnTo>
                    <a:pt x="18287" y="73247"/>
                  </a:lnTo>
                  <a:lnTo>
                    <a:pt x="18287" y="16764"/>
                  </a:lnTo>
                  <a:lnTo>
                    <a:pt x="16763" y="18288"/>
                  </a:lnTo>
                  <a:lnTo>
                    <a:pt x="13715" y="19812"/>
                  </a:lnTo>
                  <a:lnTo>
                    <a:pt x="10667" y="22860"/>
                  </a:lnTo>
                  <a:lnTo>
                    <a:pt x="6095" y="24384"/>
                  </a:lnTo>
                  <a:lnTo>
                    <a:pt x="0" y="27432"/>
                  </a:lnTo>
                  <a:lnTo>
                    <a:pt x="0" y="18288"/>
                  </a:lnTo>
                  <a:lnTo>
                    <a:pt x="6095" y="16764"/>
                  </a:lnTo>
                  <a:lnTo>
                    <a:pt x="10667" y="13716"/>
                  </a:lnTo>
                  <a:lnTo>
                    <a:pt x="18287" y="6096"/>
                  </a:lnTo>
                  <a:lnTo>
                    <a:pt x="21335" y="0"/>
                  </a:lnTo>
                  <a:lnTo>
                    <a:pt x="27431" y="0"/>
                  </a:lnTo>
                  <a:lnTo>
                    <a:pt x="27431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200893" y="7288720"/>
              <a:ext cx="175355" cy="747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818" y="858774"/>
            <a:ext cx="1694306" cy="28070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751028" y="938117"/>
            <a:ext cx="140335" cy="104139"/>
            <a:chOff x="9751028" y="938117"/>
            <a:chExt cx="140335" cy="104139"/>
          </a:xfrm>
        </p:grpSpPr>
        <p:sp>
          <p:nvSpPr>
            <p:cNvPr id="7" name="object 7"/>
            <p:cNvSpPr/>
            <p:nvPr/>
          </p:nvSpPr>
          <p:spPr>
            <a:xfrm>
              <a:off x="9751028" y="938117"/>
              <a:ext cx="36830" cy="104139"/>
            </a:xfrm>
            <a:custGeom>
              <a:avLst/>
              <a:gdLst/>
              <a:ahLst/>
              <a:cxnLst/>
              <a:rect l="l" t="t" r="r" b="b"/>
              <a:pathLst>
                <a:path w="36829" h="104140">
                  <a:moveTo>
                    <a:pt x="36575" y="103727"/>
                  </a:moveTo>
                  <a:lnTo>
                    <a:pt x="22859" y="103727"/>
                  </a:lnTo>
                  <a:lnTo>
                    <a:pt x="22859" y="18288"/>
                  </a:lnTo>
                  <a:lnTo>
                    <a:pt x="21335" y="19812"/>
                  </a:lnTo>
                  <a:lnTo>
                    <a:pt x="18287" y="21336"/>
                  </a:lnTo>
                  <a:lnTo>
                    <a:pt x="13715" y="24384"/>
                  </a:lnTo>
                  <a:lnTo>
                    <a:pt x="4571" y="28956"/>
                  </a:lnTo>
                  <a:lnTo>
                    <a:pt x="0" y="28956"/>
                  </a:lnTo>
                  <a:lnTo>
                    <a:pt x="0" y="16764"/>
                  </a:lnTo>
                  <a:lnTo>
                    <a:pt x="4571" y="15240"/>
                  </a:lnTo>
                  <a:lnTo>
                    <a:pt x="10667" y="13716"/>
                  </a:lnTo>
                  <a:lnTo>
                    <a:pt x="16763" y="9144"/>
                  </a:lnTo>
                  <a:lnTo>
                    <a:pt x="22859" y="6096"/>
                  </a:lnTo>
                  <a:lnTo>
                    <a:pt x="27431" y="3048"/>
                  </a:lnTo>
                  <a:lnTo>
                    <a:pt x="30479" y="0"/>
                  </a:lnTo>
                  <a:lnTo>
                    <a:pt x="36575" y="0"/>
                  </a:lnTo>
                  <a:lnTo>
                    <a:pt x="36575" y="103727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16559" y="941165"/>
              <a:ext cx="74771" cy="10067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829722" y="1282827"/>
            <a:ext cx="2614295" cy="209550"/>
            <a:chOff x="829722" y="1282827"/>
            <a:chExt cx="2614295" cy="20955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722" y="1308734"/>
              <a:ext cx="253174" cy="1815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8805" y="1336262"/>
              <a:ext cx="77724" cy="1082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0913" y="1336262"/>
              <a:ext cx="86963" cy="1067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12163" y="1479804"/>
              <a:ext cx="86995" cy="12700"/>
            </a:xfrm>
            <a:custGeom>
              <a:avLst/>
              <a:gdLst/>
              <a:ahLst/>
              <a:cxnLst/>
              <a:rect l="l" t="t" r="r" b="b"/>
              <a:pathLst>
                <a:path w="86994" h="12700">
                  <a:moveTo>
                    <a:pt x="86868" y="12191"/>
                  </a:moveTo>
                  <a:lnTo>
                    <a:pt x="0" y="12191"/>
                  </a:lnTo>
                  <a:lnTo>
                    <a:pt x="0" y="0"/>
                  </a:lnTo>
                  <a:lnTo>
                    <a:pt x="86868" y="0"/>
                  </a:lnTo>
                  <a:lnTo>
                    <a:pt x="86868" y="12191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3795" y="1336262"/>
              <a:ext cx="147923" cy="10677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86103" y="1290447"/>
              <a:ext cx="216598" cy="15411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8609" y="1336262"/>
              <a:ext cx="89916" cy="108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43100" y="1282827"/>
              <a:ext cx="1500473" cy="207454"/>
            </a:xfrm>
            <a:prstGeom prst="rect">
              <a:avLst/>
            </a:prstGeom>
          </p:spPr>
        </p:pic>
      </p:grpSp>
      <p:grpSp>
        <p:nvGrpSpPr>
          <p:cNvPr id="110" name="object 110"/>
          <p:cNvGrpSpPr/>
          <p:nvPr/>
        </p:nvGrpSpPr>
        <p:grpSpPr>
          <a:xfrm>
            <a:off x="10150602" y="7288720"/>
            <a:ext cx="226060" cy="74930"/>
            <a:chOff x="10150602" y="7288720"/>
            <a:chExt cx="226060" cy="74930"/>
          </a:xfrm>
        </p:grpSpPr>
        <p:sp>
          <p:nvSpPr>
            <p:cNvPr id="111" name="object 111"/>
            <p:cNvSpPr/>
            <p:nvPr/>
          </p:nvSpPr>
          <p:spPr>
            <a:xfrm>
              <a:off x="10150602" y="7288720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40" h="73659">
                  <a:moveTo>
                    <a:pt x="27431" y="73247"/>
                  </a:moveTo>
                  <a:lnTo>
                    <a:pt x="18287" y="73247"/>
                  </a:lnTo>
                  <a:lnTo>
                    <a:pt x="18287" y="16764"/>
                  </a:lnTo>
                  <a:lnTo>
                    <a:pt x="16763" y="18288"/>
                  </a:lnTo>
                  <a:lnTo>
                    <a:pt x="13715" y="19812"/>
                  </a:lnTo>
                  <a:lnTo>
                    <a:pt x="10667" y="22860"/>
                  </a:lnTo>
                  <a:lnTo>
                    <a:pt x="6095" y="24384"/>
                  </a:lnTo>
                  <a:lnTo>
                    <a:pt x="0" y="27432"/>
                  </a:lnTo>
                  <a:lnTo>
                    <a:pt x="0" y="18288"/>
                  </a:lnTo>
                  <a:lnTo>
                    <a:pt x="6095" y="16764"/>
                  </a:lnTo>
                  <a:lnTo>
                    <a:pt x="10667" y="13716"/>
                  </a:lnTo>
                  <a:lnTo>
                    <a:pt x="18287" y="6096"/>
                  </a:lnTo>
                  <a:lnTo>
                    <a:pt x="21335" y="0"/>
                  </a:lnTo>
                  <a:lnTo>
                    <a:pt x="27431" y="0"/>
                  </a:lnTo>
                  <a:lnTo>
                    <a:pt x="27431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2" name="object 11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97751" y="7288720"/>
              <a:ext cx="178498" cy="74771"/>
            </a:xfrm>
            <a:prstGeom prst="rect">
              <a:avLst/>
            </a:prstGeom>
          </p:spPr>
        </p:pic>
      </p:grpSp>
      <p:pic>
        <p:nvPicPr>
          <p:cNvPr id="1865066782" name="图片 1" descr="文本&#10;&#10;AI 生成的内容可能不正确。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500" y="1723708"/>
            <a:ext cx="5274310" cy="4712335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6230620" y="1729105"/>
            <a:ext cx="429768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/>
              <a:t></a:t>
            </a:r>
            <a:r>
              <a:rPr lang="zh-CN" altLang="en-US" sz="1600"/>
              <a:t>输入维度：</a:t>
            </a:r>
            <a:r>
              <a:rPr lang="en-US" altLang="zh-CN" sz="1600"/>
              <a:t>[N, 3, T, 17]</a:t>
            </a:r>
          </a:p>
          <a:p>
            <a:r>
              <a:rPr lang="en-US" altLang="en-US" sz="1600"/>
              <a:t></a:t>
            </a:r>
            <a:r>
              <a:rPr lang="en-US" altLang="zh-CN" sz="1600"/>
              <a:t>N</a:t>
            </a:r>
            <a:r>
              <a:rPr lang="zh-CN" altLang="en-US" sz="1600"/>
              <a:t>：批次大小</a:t>
            </a:r>
          </a:p>
          <a:p>
            <a:r>
              <a:rPr lang="en-US" altLang="en-US" sz="1600"/>
              <a:t></a:t>
            </a:r>
            <a:r>
              <a:rPr lang="en-US" altLang="zh-CN" sz="1600"/>
              <a:t>3</a:t>
            </a:r>
            <a:r>
              <a:rPr lang="zh-CN" altLang="en-US" sz="1600"/>
              <a:t>：</a:t>
            </a:r>
            <a:r>
              <a:rPr lang="en-US" altLang="zh-CN" sz="1600"/>
              <a:t> </a:t>
            </a:r>
            <a:r>
              <a:rPr lang="zh-CN" altLang="en-US" sz="1600"/>
              <a:t>通道数（</a:t>
            </a:r>
            <a:r>
              <a:rPr lang="en-US" altLang="zh-CN" sz="1600"/>
              <a:t>x</a:t>
            </a:r>
            <a:r>
              <a:rPr lang="zh-CN" altLang="en-US" sz="1600"/>
              <a:t>坐标，</a:t>
            </a:r>
            <a:r>
              <a:rPr lang="en-US" altLang="zh-CN" sz="1600"/>
              <a:t> y</a:t>
            </a:r>
            <a:r>
              <a:rPr lang="zh-CN" altLang="en-US" sz="1600"/>
              <a:t>坐标，</a:t>
            </a:r>
            <a:r>
              <a:rPr lang="en-US" altLang="zh-CN" sz="1600"/>
              <a:t> </a:t>
            </a:r>
            <a:r>
              <a:rPr lang="zh-CN" altLang="en-US" sz="1600"/>
              <a:t>置信度）</a:t>
            </a:r>
          </a:p>
          <a:p>
            <a:r>
              <a:rPr lang="en-US" altLang="en-US" sz="1600"/>
              <a:t></a:t>
            </a:r>
            <a:r>
              <a:rPr lang="en-US" altLang="zh-CN" sz="1600"/>
              <a:t>T: </a:t>
            </a:r>
            <a:r>
              <a:rPr lang="zh-CN" altLang="en-US" sz="1600"/>
              <a:t>时间序列长度（</a:t>
            </a:r>
            <a:r>
              <a:rPr lang="en-US" altLang="zh-CN" sz="1600"/>
              <a:t>60</a:t>
            </a:r>
            <a:r>
              <a:rPr lang="zh-CN" altLang="en-US" sz="1600"/>
              <a:t>帧）</a:t>
            </a:r>
          </a:p>
          <a:p>
            <a:r>
              <a:rPr lang="en-US" altLang="en-US" sz="1600"/>
              <a:t></a:t>
            </a:r>
            <a:r>
              <a:rPr lang="en-US" altLang="zh-CN" sz="1600"/>
              <a:t>17</a:t>
            </a:r>
            <a:r>
              <a:rPr lang="zh-CN" altLang="en-US" sz="1600"/>
              <a:t>：</a:t>
            </a:r>
            <a:r>
              <a:rPr lang="en-US" altLang="zh-CN" sz="1600"/>
              <a:t> </a:t>
            </a:r>
            <a:r>
              <a:rPr lang="zh-CN" altLang="en-US" sz="1600"/>
              <a:t>人体关键点数量（</a:t>
            </a:r>
            <a:r>
              <a:rPr lang="en-US" altLang="zh-CN" sz="1600"/>
              <a:t>COCO</a:t>
            </a:r>
            <a:r>
              <a:rPr lang="zh-CN" altLang="en-US" sz="1600"/>
              <a:t>格式）</a:t>
            </a:r>
          </a:p>
          <a:p>
            <a:r>
              <a:rPr lang="en-US" altLang="en-US" sz="1600"/>
              <a:t></a:t>
            </a:r>
            <a:r>
              <a:rPr lang="zh-CN" altLang="en-US" sz="1600"/>
              <a:t>网络主干：</a:t>
            </a:r>
          </a:p>
          <a:p>
            <a:r>
              <a:rPr lang="en-US" altLang="en-US" sz="1600"/>
              <a:t></a:t>
            </a:r>
            <a:r>
              <a:rPr lang="zh-CN" altLang="en-US" sz="1600"/>
              <a:t>数据归一化</a:t>
            </a:r>
            <a:r>
              <a:rPr lang="en-US" altLang="zh-CN" sz="1600"/>
              <a:t> </a:t>
            </a:r>
            <a:r>
              <a:rPr lang="zh-CN" altLang="en-US" sz="1600"/>
              <a:t>（</a:t>
            </a:r>
            <a:r>
              <a:rPr lang="en-US" altLang="zh-CN" sz="1600"/>
              <a:t>BatchNorm1d</a:t>
            </a:r>
            <a:r>
              <a:rPr lang="zh-CN" altLang="en-US" sz="1600"/>
              <a:t>）：对输入数据进行标准化，加速收敛。</a:t>
            </a:r>
          </a:p>
          <a:p>
            <a:r>
              <a:rPr lang="en-US" altLang="en-US" sz="1600"/>
              <a:t></a:t>
            </a:r>
            <a:r>
              <a:rPr lang="zh-CN" altLang="en-US" sz="1600"/>
              <a:t>特征映射</a:t>
            </a:r>
            <a:r>
              <a:rPr lang="en-US" altLang="zh-CN" sz="1600"/>
              <a:t> </a:t>
            </a:r>
            <a:r>
              <a:rPr lang="zh-CN" altLang="en-US" sz="1600"/>
              <a:t>（</a:t>
            </a:r>
            <a:r>
              <a:rPr lang="en-US" altLang="zh-CN" sz="1600"/>
              <a:t>Conv1</a:t>
            </a:r>
            <a:r>
              <a:rPr lang="zh-CN" altLang="en-US" sz="1600"/>
              <a:t>）：使用</a:t>
            </a:r>
            <a:r>
              <a:rPr lang="en-US" altLang="zh-CN" sz="1600"/>
              <a:t> </a:t>
            </a:r>
            <a:r>
              <a:rPr lang="zh-CN" altLang="en-US" sz="1600"/>
              <a:t>将输入通道从</a:t>
            </a:r>
            <a:r>
              <a:rPr lang="en-US" altLang="zh-CN" sz="1600"/>
              <a:t>3</a:t>
            </a:r>
            <a:r>
              <a:rPr lang="zh-CN" altLang="en-US" sz="1600"/>
              <a:t>维映射到</a:t>
            </a:r>
            <a:r>
              <a:rPr lang="en-US" altLang="zh-CN" sz="1600"/>
              <a:t>64</a:t>
            </a:r>
            <a:r>
              <a:rPr lang="zh-CN" altLang="en-US" sz="1600"/>
              <a:t>维，提取每个节点的初步特征。</a:t>
            </a:r>
          </a:p>
          <a:p>
            <a:r>
              <a:rPr lang="en-US" altLang="en-US" sz="1600"/>
              <a:t></a:t>
            </a:r>
            <a:r>
              <a:rPr lang="zh-CN" altLang="en-US" sz="1600"/>
              <a:t>特征增强</a:t>
            </a:r>
            <a:r>
              <a:rPr lang="en-US" altLang="zh-CN" sz="1600"/>
              <a:t> </a:t>
            </a:r>
            <a:r>
              <a:rPr lang="zh-CN" altLang="en-US" sz="1600"/>
              <a:t>（</a:t>
            </a:r>
            <a:r>
              <a:rPr lang="en-US" altLang="zh-CN" sz="1600"/>
              <a:t>Conv2</a:t>
            </a:r>
            <a:r>
              <a:rPr lang="zh-CN" altLang="en-US" sz="1600"/>
              <a:t>）：使用</a:t>
            </a:r>
            <a:r>
              <a:rPr lang="en-US" altLang="zh-CN" sz="1600"/>
              <a:t> </a:t>
            </a:r>
            <a:r>
              <a:rPr lang="zh-CN" altLang="en-US" sz="1600"/>
              <a:t>将通道数扩展到</a:t>
            </a:r>
            <a:r>
              <a:rPr lang="en-US" altLang="zh-CN" sz="1600"/>
              <a:t>128</a:t>
            </a:r>
            <a:r>
              <a:rPr lang="zh-CN" altLang="en-US" sz="1600"/>
              <a:t>维，进一步提取高维语义特征。</a:t>
            </a:r>
          </a:p>
          <a:p>
            <a:r>
              <a:rPr lang="en-US" altLang="en-US" sz="1600"/>
              <a:t></a:t>
            </a:r>
            <a:r>
              <a:rPr lang="zh-CN" altLang="en-US" sz="1600"/>
              <a:t>时空聚合</a:t>
            </a:r>
            <a:r>
              <a:rPr lang="en-US" altLang="zh-CN" sz="1600"/>
              <a:t> </a:t>
            </a:r>
            <a:r>
              <a:rPr lang="zh-CN" altLang="en-US" sz="1600"/>
              <a:t>（</a:t>
            </a:r>
            <a:r>
              <a:rPr lang="en-US" altLang="zh-CN" sz="1600"/>
              <a:t>AdaptiveAvgPool2d</a:t>
            </a:r>
            <a:r>
              <a:rPr lang="zh-CN" altLang="en-US" sz="1600"/>
              <a:t>）：使用全局平均池化层，将时间维度</a:t>
            </a:r>
            <a:r>
              <a:rPr lang="en-US" altLang="zh-CN" sz="1600"/>
              <a:t> </a:t>
            </a:r>
            <a:r>
              <a:rPr lang="zh-CN" altLang="en-US" sz="1600"/>
              <a:t>和空间维度的信息聚合，输出每个样本的全局特征向量。</a:t>
            </a:r>
          </a:p>
          <a:p>
            <a:r>
              <a:rPr lang="en-US" altLang="en-US" sz="1600"/>
              <a:t></a:t>
            </a:r>
            <a:r>
              <a:rPr lang="zh-CN" altLang="en-US" sz="1600"/>
              <a:t>分类头</a:t>
            </a:r>
            <a:r>
              <a:rPr lang="en-US" altLang="zh-CN" sz="1600"/>
              <a:t> </a:t>
            </a:r>
            <a:r>
              <a:rPr lang="zh-CN" altLang="en-US" sz="1600"/>
              <a:t>（</a:t>
            </a:r>
            <a:r>
              <a:rPr lang="en-US" altLang="zh-CN" sz="1600"/>
              <a:t>Linear</a:t>
            </a:r>
            <a:r>
              <a:rPr lang="zh-CN" altLang="en-US" sz="1600"/>
              <a:t>）：全连接层将</a:t>
            </a:r>
            <a:r>
              <a:rPr lang="en-US" altLang="zh-CN" sz="1600"/>
              <a:t>128</a:t>
            </a:r>
            <a:r>
              <a:rPr lang="zh-CN" altLang="en-US" sz="1600"/>
              <a:t>维特征映射到类别空间。</a:t>
            </a:r>
          </a:p>
          <a:p>
            <a:r>
              <a:rPr lang="zh-CN" altLang="en-US" sz="1600"/>
              <a:t>该结构避免了复杂的图邻接矩阵计算，利用</a:t>
            </a:r>
            <a:r>
              <a:rPr lang="en-US" altLang="zh-CN" sz="1600"/>
              <a:t>1x1</a:t>
            </a:r>
            <a:r>
              <a:rPr lang="zh-CN" altLang="en-US" sz="1600"/>
              <a:t>卷积作为点感知（</a:t>
            </a:r>
            <a:r>
              <a:rPr lang="en-US" altLang="zh-CN" sz="1600"/>
              <a:t>Point-wise</a:t>
            </a:r>
            <a:r>
              <a:rPr lang="zh-CN" altLang="en-US" sz="1600"/>
              <a:t>）</a:t>
            </a:r>
            <a:r>
              <a:rPr lang="en-US" altLang="zh-CN" sz="1600"/>
              <a:t>MLP</a:t>
            </a:r>
            <a:r>
              <a:rPr lang="zh-CN" altLang="en-US" sz="1600"/>
              <a:t>，极大地降低了参数量和计算复杂度，实现了极高的推理速度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144" y="860297"/>
            <a:ext cx="1990725" cy="278130"/>
          </a:xfrm>
          <a:custGeom>
            <a:avLst/>
            <a:gdLst/>
            <a:ahLst/>
            <a:cxnLst/>
            <a:rect l="l" t="t" r="r" b="b"/>
            <a:pathLst>
              <a:path w="1990725" h="278130">
                <a:moveTo>
                  <a:pt x="111340" y="35052"/>
                </a:moveTo>
                <a:lnTo>
                  <a:pt x="59436" y="35052"/>
                </a:lnTo>
                <a:lnTo>
                  <a:pt x="67056" y="3048"/>
                </a:lnTo>
                <a:lnTo>
                  <a:pt x="32004" y="1524"/>
                </a:lnTo>
                <a:lnTo>
                  <a:pt x="24384" y="35052"/>
                </a:lnTo>
                <a:lnTo>
                  <a:pt x="0" y="35052"/>
                </a:lnTo>
                <a:lnTo>
                  <a:pt x="0" y="68681"/>
                </a:lnTo>
                <a:lnTo>
                  <a:pt x="16764" y="68681"/>
                </a:lnTo>
                <a:lnTo>
                  <a:pt x="12458" y="87845"/>
                </a:lnTo>
                <a:lnTo>
                  <a:pt x="8572" y="104305"/>
                </a:lnTo>
                <a:lnTo>
                  <a:pt x="4978" y="118186"/>
                </a:lnTo>
                <a:lnTo>
                  <a:pt x="1524" y="129641"/>
                </a:lnTo>
                <a:lnTo>
                  <a:pt x="1524" y="167830"/>
                </a:lnTo>
                <a:lnTo>
                  <a:pt x="50292" y="167830"/>
                </a:lnTo>
                <a:lnTo>
                  <a:pt x="50292" y="193738"/>
                </a:lnTo>
                <a:lnTo>
                  <a:pt x="0" y="196786"/>
                </a:lnTo>
                <a:lnTo>
                  <a:pt x="0" y="231838"/>
                </a:lnTo>
                <a:lnTo>
                  <a:pt x="50292" y="227266"/>
                </a:lnTo>
                <a:lnTo>
                  <a:pt x="50292" y="276136"/>
                </a:lnTo>
                <a:lnTo>
                  <a:pt x="83820" y="276136"/>
                </a:lnTo>
                <a:lnTo>
                  <a:pt x="83820" y="227266"/>
                </a:lnTo>
                <a:lnTo>
                  <a:pt x="83820" y="225742"/>
                </a:lnTo>
                <a:lnTo>
                  <a:pt x="111340" y="224218"/>
                </a:lnTo>
                <a:lnTo>
                  <a:pt x="111340" y="192214"/>
                </a:lnTo>
                <a:lnTo>
                  <a:pt x="111340" y="190690"/>
                </a:lnTo>
                <a:lnTo>
                  <a:pt x="83820" y="192214"/>
                </a:lnTo>
                <a:lnTo>
                  <a:pt x="83820" y="167830"/>
                </a:lnTo>
                <a:lnTo>
                  <a:pt x="108204" y="167830"/>
                </a:lnTo>
                <a:lnTo>
                  <a:pt x="108204" y="135737"/>
                </a:lnTo>
                <a:lnTo>
                  <a:pt x="83820" y="135737"/>
                </a:lnTo>
                <a:lnTo>
                  <a:pt x="83820" y="83921"/>
                </a:lnTo>
                <a:lnTo>
                  <a:pt x="50292" y="83921"/>
                </a:lnTo>
                <a:lnTo>
                  <a:pt x="50292" y="135737"/>
                </a:lnTo>
                <a:lnTo>
                  <a:pt x="35052" y="135737"/>
                </a:lnTo>
                <a:lnTo>
                  <a:pt x="38747" y="120332"/>
                </a:lnTo>
                <a:lnTo>
                  <a:pt x="42240" y="106426"/>
                </a:lnTo>
                <a:lnTo>
                  <a:pt x="47269" y="86664"/>
                </a:lnTo>
                <a:lnTo>
                  <a:pt x="51816" y="68681"/>
                </a:lnTo>
                <a:lnTo>
                  <a:pt x="111340" y="68681"/>
                </a:lnTo>
                <a:lnTo>
                  <a:pt x="111340" y="35052"/>
                </a:lnTo>
                <a:close/>
              </a:path>
              <a:path w="1990725" h="278130">
                <a:moveTo>
                  <a:pt x="276034" y="234886"/>
                </a:moveTo>
                <a:lnTo>
                  <a:pt x="210400" y="234886"/>
                </a:lnTo>
                <a:lnTo>
                  <a:pt x="210400" y="184594"/>
                </a:lnTo>
                <a:lnTo>
                  <a:pt x="263842" y="184594"/>
                </a:lnTo>
                <a:lnTo>
                  <a:pt x="263842" y="150977"/>
                </a:lnTo>
                <a:lnTo>
                  <a:pt x="118960" y="150977"/>
                </a:lnTo>
                <a:lnTo>
                  <a:pt x="118960" y="184594"/>
                </a:lnTo>
                <a:lnTo>
                  <a:pt x="170776" y="184594"/>
                </a:lnTo>
                <a:lnTo>
                  <a:pt x="170776" y="234886"/>
                </a:lnTo>
                <a:lnTo>
                  <a:pt x="105156" y="234886"/>
                </a:lnTo>
                <a:lnTo>
                  <a:pt x="105156" y="268516"/>
                </a:lnTo>
                <a:lnTo>
                  <a:pt x="276034" y="268516"/>
                </a:lnTo>
                <a:lnTo>
                  <a:pt x="276034" y="234886"/>
                </a:lnTo>
                <a:close/>
              </a:path>
              <a:path w="1990725" h="278130">
                <a:moveTo>
                  <a:pt x="277558" y="114401"/>
                </a:moveTo>
                <a:lnTo>
                  <a:pt x="263601" y="106781"/>
                </a:lnTo>
                <a:lnTo>
                  <a:pt x="234835" y="91046"/>
                </a:lnTo>
                <a:lnTo>
                  <a:pt x="221068" y="83921"/>
                </a:lnTo>
                <a:lnTo>
                  <a:pt x="230809" y="74498"/>
                </a:lnTo>
                <a:lnTo>
                  <a:pt x="239547" y="64630"/>
                </a:lnTo>
                <a:lnTo>
                  <a:pt x="247434" y="54483"/>
                </a:lnTo>
                <a:lnTo>
                  <a:pt x="254596" y="44196"/>
                </a:lnTo>
                <a:lnTo>
                  <a:pt x="254596" y="13716"/>
                </a:lnTo>
                <a:lnTo>
                  <a:pt x="117436" y="13716"/>
                </a:lnTo>
                <a:lnTo>
                  <a:pt x="117436" y="47244"/>
                </a:lnTo>
                <a:lnTo>
                  <a:pt x="207352" y="47244"/>
                </a:lnTo>
                <a:lnTo>
                  <a:pt x="187045" y="66763"/>
                </a:lnTo>
                <a:lnTo>
                  <a:pt x="162585" y="84099"/>
                </a:lnTo>
                <a:lnTo>
                  <a:pt x="133807" y="99428"/>
                </a:lnTo>
                <a:lnTo>
                  <a:pt x="100584" y="112877"/>
                </a:lnTo>
                <a:lnTo>
                  <a:pt x="106286" y="121119"/>
                </a:lnTo>
                <a:lnTo>
                  <a:pt x="111874" y="129641"/>
                </a:lnTo>
                <a:lnTo>
                  <a:pt x="117170" y="138163"/>
                </a:lnTo>
                <a:lnTo>
                  <a:pt x="122008" y="146405"/>
                </a:lnTo>
                <a:lnTo>
                  <a:pt x="141998" y="137858"/>
                </a:lnTo>
                <a:lnTo>
                  <a:pt x="160680" y="128308"/>
                </a:lnTo>
                <a:lnTo>
                  <a:pt x="177952" y="117906"/>
                </a:lnTo>
                <a:lnTo>
                  <a:pt x="193636" y="106781"/>
                </a:lnTo>
                <a:lnTo>
                  <a:pt x="209410" y="116192"/>
                </a:lnTo>
                <a:lnTo>
                  <a:pt x="224891" y="126022"/>
                </a:lnTo>
                <a:lnTo>
                  <a:pt x="256222" y="146405"/>
                </a:lnTo>
                <a:lnTo>
                  <a:pt x="277558" y="114401"/>
                </a:lnTo>
                <a:close/>
              </a:path>
              <a:path w="1990725" h="278130">
                <a:moveTo>
                  <a:pt x="533679" y="10668"/>
                </a:moveTo>
                <a:lnTo>
                  <a:pt x="312610" y="10668"/>
                </a:lnTo>
                <a:lnTo>
                  <a:pt x="312610" y="30988"/>
                </a:lnTo>
                <a:lnTo>
                  <a:pt x="312610" y="39878"/>
                </a:lnTo>
                <a:lnTo>
                  <a:pt x="312610" y="56388"/>
                </a:lnTo>
                <a:lnTo>
                  <a:pt x="312610" y="66548"/>
                </a:lnTo>
                <a:lnTo>
                  <a:pt x="312610" y="86868"/>
                </a:lnTo>
                <a:lnTo>
                  <a:pt x="533679" y="86868"/>
                </a:lnTo>
                <a:lnTo>
                  <a:pt x="533679" y="67157"/>
                </a:lnTo>
                <a:lnTo>
                  <a:pt x="533679" y="66548"/>
                </a:lnTo>
                <a:lnTo>
                  <a:pt x="533679" y="56388"/>
                </a:lnTo>
                <a:lnTo>
                  <a:pt x="533679" y="39878"/>
                </a:lnTo>
                <a:lnTo>
                  <a:pt x="495579" y="39878"/>
                </a:lnTo>
                <a:lnTo>
                  <a:pt x="495579" y="56388"/>
                </a:lnTo>
                <a:lnTo>
                  <a:pt x="495579" y="66548"/>
                </a:lnTo>
                <a:lnTo>
                  <a:pt x="350710" y="66548"/>
                </a:lnTo>
                <a:lnTo>
                  <a:pt x="350710" y="56388"/>
                </a:lnTo>
                <a:lnTo>
                  <a:pt x="495579" y="56388"/>
                </a:lnTo>
                <a:lnTo>
                  <a:pt x="495579" y="39878"/>
                </a:lnTo>
                <a:lnTo>
                  <a:pt x="350710" y="39878"/>
                </a:lnTo>
                <a:lnTo>
                  <a:pt x="350710" y="30988"/>
                </a:lnTo>
                <a:lnTo>
                  <a:pt x="495579" y="30988"/>
                </a:lnTo>
                <a:lnTo>
                  <a:pt x="495579" y="39624"/>
                </a:lnTo>
                <a:lnTo>
                  <a:pt x="533679" y="39624"/>
                </a:lnTo>
                <a:lnTo>
                  <a:pt x="533679" y="30988"/>
                </a:lnTo>
                <a:lnTo>
                  <a:pt x="533679" y="30480"/>
                </a:lnTo>
                <a:lnTo>
                  <a:pt x="533679" y="10668"/>
                </a:lnTo>
                <a:close/>
              </a:path>
              <a:path w="1990725" h="278130">
                <a:moveTo>
                  <a:pt x="561213" y="96113"/>
                </a:moveTo>
                <a:lnTo>
                  <a:pt x="286702" y="96113"/>
                </a:lnTo>
                <a:lnTo>
                  <a:pt x="286702" y="115925"/>
                </a:lnTo>
                <a:lnTo>
                  <a:pt x="561213" y="115925"/>
                </a:lnTo>
                <a:lnTo>
                  <a:pt x="561213" y="96113"/>
                </a:lnTo>
                <a:close/>
              </a:path>
              <a:path w="1990725" h="278130">
                <a:moveTo>
                  <a:pt x="562737" y="247078"/>
                </a:moveTo>
                <a:lnTo>
                  <a:pt x="442239" y="247078"/>
                </a:lnTo>
                <a:lnTo>
                  <a:pt x="442239" y="236410"/>
                </a:lnTo>
                <a:lnTo>
                  <a:pt x="545973" y="236410"/>
                </a:lnTo>
                <a:lnTo>
                  <a:pt x="545973" y="216598"/>
                </a:lnTo>
                <a:lnTo>
                  <a:pt x="442239" y="216598"/>
                </a:lnTo>
                <a:lnTo>
                  <a:pt x="442239" y="207518"/>
                </a:lnTo>
                <a:lnTo>
                  <a:pt x="533679" y="207518"/>
                </a:lnTo>
                <a:lnTo>
                  <a:pt x="533679" y="187642"/>
                </a:lnTo>
                <a:lnTo>
                  <a:pt x="533679" y="124968"/>
                </a:lnTo>
                <a:lnTo>
                  <a:pt x="498627" y="124968"/>
                </a:lnTo>
                <a:lnTo>
                  <a:pt x="498627" y="145288"/>
                </a:lnTo>
                <a:lnTo>
                  <a:pt x="498627" y="156718"/>
                </a:lnTo>
                <a:lnTo>
                  <a:pt x="498627" y="175768"/>
                </a:lnTo>
                <a:lnTo>
                  <a:pt x="498627" y="187198"/>
                </a:lnTo>
                <a:lnTo>
                  <a:pt x="442239" y="187198"/>
                </a:lnTo>
                <a:lnTo>
                  <a:pt x="442239" y="175768"/>
                </a:lnTo>
                <a:lnTo>
                  <a:pt x="498627" y="175768"/>
                </a:lnTo>
                <a:lnTo>
                  <a:pt x="498627" y="156718"/>
                </a:lnTo>
                <a:lnTo>
                  <a:pt x="442239" y="156718"/>
                </a:lnTo>
                <a:lnTo>
                  <a:pt x="442239" y="145288"/>
                </a:lnTo>
                <a:lnTo>
                  <a:pt x="498627" y="145288"/>
                </a:lnTo>
                <a:lnTo>
                  <a:pt x="498627" y="124968"/>
                </a:lnTo>
                <a:lnTo>
                  <a:pt x="404139" y="124968"/>
                </a:lnTo>
                <a:lnTo>
                  <a:pt x="404139" y="145288"/>
                </a:lnTo>
                <a:lnTo>
                  <a:pt x="404139" y="156718"/>
                </a:lnTo>
                <a:lnTo>
                  <a:pt x="404139" y="175768"/>
                </a:lnTo>
                <a:lnTo>
                  <a:pt x="404139" y="187198"/>
                </a:lnTo>
                <a:lnTo>
                  <a:pt x="347662" y="187198"/>
                </a:lnTo>
                <a:lnTo>
                  <a:pt x="347662" y="175768"/>
                </a:lnTo>
                <a:lnTo>
                  <a:pt x="404139" y="175768"/>
                </a:lnTo>
                <a:lnTo>
                  <a:pt x="404139" y="156718"/>
                </a:lnTo>
                <a:lnTo>
                  <a:pt x="347662" y="156718"/>
                </a:lnTo>
                <a:lnTo>
                  <a:pt x="347662" y="145288"/>
                </a:lnTo>
                <a:lnTo>
                  <a:pt x="404139" y="145288"/>
                </a:lnTo>
                <a:lnTo>
                  <a:pt x="404139" y="124968"/>
                </a:lnTo>
                <a:lnTo>
                  <a:pt x="312610" y="124968"/>
                </a:lnTo>
                <a:lnTo>
                  <a:pt x="312610" y="145288"/>
                </a:lnTo>
                <a:lnTo>
                  <a:pt x="312610" y="156718"/>
                </a:lnTo>
                <a:lnTo>
                  <a:pt x="312610" y="175768"/>
                </a:lnTo>
                <a:lnTo>
                  <a:pt x="312610" y="187198"/>
                </a:lnTo>
                <a:lnTo>
                  <a:pt x="312610" y="207518"/>
                </a:lnTo>
                <a:lnTo>
                  <a:pt x="404139" y="207518"/>
                </a:lnTo>
                <a:lnTo>
                  <a:pt x="404139" y="216598"/>
                </a:lnTo>
                <a:lnTo>
                  <a:pt x="303466" y="216598"/>
                </a:lnTo>
                <a:lnTo>
                  <a:pt x="303466" y="236410"/>
                </a:lnTo>
                <a:lnTo>
                  <a:pt x="404139" y="236410"/>
                </a:lnTo>
                <a:lnTo>
                  <a:pt x="404139" y="247078"/>
                </a:lnTo>
                <a:lnTo>
                  <a:pt x="285178" y="247078"/>
                </a:lnTo>
                <a:lnTo>
                  <a:pt x="285178" y="268516"/>
                </a:lnTo>
                <a:lnTo>
                  <a:pt x="562737" y="268516"/>
                </a:lnTo>
                <a:lnTo>
                  <a:pt x="562737" y="247078"/>
                </a:lnTo>
                <a:close/>
              </a:path>
              <a:path w="1990725" h="278130">
                <a:moveTo>
                  <a:pt x="678561" y="15240"/>
                </a:moveTo>
                <a:lnTo>
                  <a:pt x="638937" y="1524"/>
                </a:lnTo>
                <a:lnTo>
                  <a:pt x="625221" y="35864"/>
                </a:lnTo>
                <a:lnTo>
                  <a:pt x="609219" y="68059"/>
                </a:lnTo>
                <a:lnTo>
                  <a:pt x="590931" y="98259"/>
                </a:lnTo>
                <a:lnTo>
                  <a:pt x="570357" y="126593"/>
                </a:lnTo>
                <a:lnTo>
                  <a:pt x="573519" y="138315"/>
                </a:lnTo>
                <a:lnTo>
                  <a:pt x="576300" y="150799"/>
                </a:lnTo>
                <a:lnTo>
                  <a:pt x="578713" y="163499"/>
                </a:lnTo>
                <a:lnTo>
                  <a:pt x="581025" y="176974"/>
                </a:lnTo>
                <a:lnTo>
                  <a:pt x="588124" y="168033"/>
                </a:lnTo>
                <a:lnTo>
                  <a:pt x="595503" y="159219"/>
                </a:lnTo>
                <a:lnTo>
                  <a:pt x="602881" y="150114"/>
                </a:lnTo>
                <a:lnTo>
                  <a:pt x="609981" y="140309"/>
                </a:lnTo>
                <a:lnTo>
                  <a:pt x="609981" y="274612"/>
                </a:lnTo>
                <a:lnTo>
                  <a:pt x="649605" y="274612"/>
                </a:lnTo>
                <a:lnTo>
                  <a:pt x="649605" y="167830"/>
                </a:lnTo>
                <a:lnTo>
                  <a:pt x="649605" y="140309"/>
                </a:lnTo>
                <a:lnTo>
                  <a:pt x="649605" y="76301"/>
                </a:lnTo>
                <a:lnTo>
                  <a:pt x="657339" y="61366"/>
                </a:lnTo>
                <a:lnTo>
                  <a:pt x="664654" y="46304"/>
                </a:lnTo>
                <a:lnTo>
                  <a:pt x="671677" y="30988"/>
                </a:lnTo>
                <a:lnTo>
                  <a:pt x="678561" y="15240"/>
                </a:lnTo>
                <a:close/>
              </a:path>
              <a:path w="1990725" h="278130">
                <a:moveTo>
                  <a:pt x="847915" y="180022"/>
                </a:moveTo>
                <a:lnTo>
                  <a:pt x="838238" y="177482"/>
                </a:lnTo>
                <a:lnTo>
                  <a:pt x="827671" y="174498"/>
                </a:lnTo>
                <a:lnTo>
                  <a:pt x="805154" y="167830"/>
                </a:lnTo>
                <a:lnTo>
                  <a:pt x="805129" y="168033"/>
                </a:lnTo>
                <a:lnTo>
                  <a:pt x="800430" y="215836"/>
                </a:lnTo>
                <a:lnTo>
                  <a:pt x="789914" y="231838"/>
                </a:lnTo>
                <a:lnTo>
                  <a:pt x="768578" y="231838"/>
                </a:lnTo>
                <a:lnTo>
                  <a:pt x="760577" y="230657"/>
                </a:lnTo>
                <a:lnTo>
                  <a:pt x="754862" y="226885"/>
                </a:lnTo>
                <a:lnTo>
                  <a:pt x="751433" y="220268"/>
                </a:lnTo>
                <a:lnTo>
                  <a:pt x="750290" y="210502"/>
                </a:lnTo>
                <a:lnTo>
                  <a:pt x="750290" y="183070"/>
                </a:lnTo>
                <a:lnTo>
                  <a:pt x="750290" y="154025"/>
                </a:lnTo>
                <a:lnTo>
                  <a:pt x="800392" y="111734"/>
                </a:lnTo>
                <a:lnTo>
                  <a:pt x="844867" y="67157"/>
                </a:lnTo>
                <a:lnTo>
                  <a:pt x="809726" y="39624"/>
                </a:lnTo>
                <a:lnTo>
                  <a:pt x="795718" y="56248"/>
                </a:lnTo>
                <a:lnTo>
                  <a:pt x="781151" y="71869"/>
                </a:lnTo>
                <a:lnTo>
                  <a:pt x="766000" y="86639"/>
                </a:lnTo>
                <a:lnTo>
                  <a:pt x="750290" y="100685"/>
                </a:lnTo>
                <a:lnTo>
                  <a:pt x="750290" y="3048"/>
                </a:lnTo>
                <a:lnTo>
                  <a:pt x="707618" y="3048"/>
                </a:lnTo>
                <a:lnTo>
                  <a:pt x="707618" y="132689"/>
                </a:lnTo>
                <a:lnTo>
                  <a:pt x="693839" y="141808"/>
                </a:lnTo>
                <a:lnTo>
                  <a:pt x="679754" y="150799"/>
                </a:lnTo>
                <a:lnTo>
                  <a:pt x="665099" y="159524"/>
                </a:lnTo>
                <a:lnTo>
                  <a:pt x="649605" y="167830"/>
                </a:lnTo>
                <a:lnTo>
                  <a:pt x="657301" y="178689"/>
                </a:lnTo>
                <a:lnTo>
                  <a:pt x="670394" y="196977"/>
                </a:lnTo>
                <a:lnTo>
                  <a:pt x="675513" y="204406"/>
                </a:lnTo>
                <a:lnTo>
                  <a:pt x="683526" y="199580"/>
                </a:lnTo>
                <a:lnTo>
                  <a:pt x="691565" y="194310"/>
                </a:lnTo>
                <a:lnTo>
                  <a:pt x="699592" y="188772"/>
                </a:lnTo>
                <a:lnTo>
                  <a:pt x="707618" y="183070"/>
                </a:lnTo>
                <a:lnTo>
                  <a:pt x="707618" y="222694"/>
                </a:lnTo>
                <a:lnTo>
                  <a:pt x="710755" y="243840"/>
                </a:lnTo>
                <a:lnTo>
                  <a:pt x="720191" y="259130"/>
                </a:lnTo>
                <a:lnTo>
                  <a:pt x="735901" y="268427"/>
                </a:lnTo>
                <a:lnTo>
                  <a:pt x="757910" y="271564"/>
                </a:lnTo>
                <a:lnTo>
                  <a:pt x="782294" y="271564"/>
                </a:lnTo>
                <a:lnTo>
                  <a:pt x="821918" y="262420"/>
                </a:lnTo>
                <a:lnTo>
                  <a:pt x="840117" y="231838"/>
                </a:lnTo>
                <a:lnTo>
                  <a:pt x="841057" y="227609"/>
                </a:lnTo>
                <a:lnTo>
                  <a:pt x="841184" y="226885"/>
                </a:lnTo>
                <a:lnTo>
                  <a:pt x="843343" y="214693"/>
                </a:lnTo>
                <a:lnTo>
                  <a:pt x="845629" y="198932"/>
                </a:lnTo>
                <a:lnTo>
                  <a:pt x="847915" y="180022"/>
                </a:lnTo>
                <a:close/>
              </a:path>
              <a:path w="1990725" h="278130">
                <a:moveTo>
                  <a:pt x="940879" y="50292"/>
                </a:moveTo>
                <a:lnTo>
                  <a:pt x="932332" y="38582"/>
                </a:lnTo>
                <a:lnTo>
                  <a:pt x="922782" y="26289"/>
                </a:lnTo>
                <a:lnTo>
                  <a:pt x="912380" y="13436"/>
                </a:lnTo>
                <a:lnTo>
                  <a:pt x="901255" y="0"/>
                </a:lnTo>
                <a:lnTo>
                  <a:pt x="870775" y="21336"/>
                </a:lnTo>
                <a:lnTo>
                  <a:pt x="879055" y="31584"/>
                </a:lnTo>
                <a:lnTo>
                  <a:pt x="887920" y="43827"/>
                </a:lnTo>
                <a:lnTo>
                  <a:pt x="897343" y="57810"/>
                </a:lnTo>
                <a:lnTo>
                  <a:pt x="907351" y="73253"/>
                </a:lnTo>
                <a:lnTo>
                  <a:pt x="940879" y="50292"/>
                </a:lnTo>
                <a:close/>
              </a:path>
              <a:path w="1990725" h="278130">
                <a:moveTo>
                  <a:pt x="956119" y="212026"/>
                </a:moveTo>
                <a:lnTo>
                  <a:pt x="952982" y="201510"/>
                </a:lnTo>
                <a:lnTo>
                  <a:pt x="951496" y="195262"/>
                </a:lnTo>
                <a:lnTo>
                  <a:pt x="950404" y="190690"/>
                </a:lnTo>
                <a:lnTo>
                  <a:pt x="948410" y="179882"/>
                </a:lnTo>
                <a:lnTo>
                  <a:pt x="946975" y="169354"/>
                </a:lnTo>
                <a:lnTo>
                  <a:pt x="938644" y="177914"/>
                </a:lnTo>
                <a:lnTo>
                  <a:pt x="931735" y="185166"/>
                </a:lnTo>
                <a:lnTo>
                  <a:pt x="925969" y="191008"/>
                </a:lnTo>
                <a:lnTo>
                  <a:pt x="921067" y="195262"/>
                </a:lnTo>
                <a:lnTo>
                  <a:pt x="921067" y="94589"/>
                </a:lnTo>
                <a:lnTo>
                  <a:pt x="857059" y="94589"/>
                </a:lnTo>
                <a:lnTo>
                  <a:pt x="857059" y="132689"/>
                </a:lnTo>
                <a:lnTo>
                  <a:pt x="884491" y="132689"/>
                </a:lnTo>
                <a:lnTo>
                  <a:pt x="884491" y="216598"/>
                </a:lnTo>
                <a:lnTo>
                  <a:pt x="882967" y="225742"/>
                </a:lnTo>
                <a:lnTo>
                  <a:pt x="881443" y="231838"/>
                </a:lnTo>
                <a:lnTo>
                  <a:pt x="876871" y="237934"/>
                </a:lnTo>
                <a:lnTo>
                  <a:pt x="898207" y="266992"/>
                </a:lnTo>
                <a:lnTo>
                  <a:pt x="908545" y="255790"/>
                </a:lnTo>
                <a:lnTo>
                  <a:pt x="921448" y="242900"/>
                </a:lnTo>
                <a:lnTo>
                  <a:pt x="937209" y="228320"/>
                </a:lnTo>
                <a:lnTo>
                  <a:pt x="956119" y="212026"/>
                </a:lnTo>
                <a:close/>
              </a:path>
              <a:path w="1990725" h="278130">
                <a:moveTo>
                  <a:pt x="1134618" y="236410"/>
                </a:moveTo>
                <a:lnTo>
                  <a:pt x="1115682" y="232651"/>
                </a:lnTo>
                <a:lnTo>
                  <a:pt x="1097762" y="228028"/>
                </a:lnTo>
                <a:lnTo>
                  <a:pt x="1080731" y="222275"/>
                </a:lnTo>
                <a:lnTo>
                  <a:pt x="1064412" y="215074"/>
                </a:lnTo>
                <a:lnTo>
                  <a:pt x="1078471" y="200558"/>
                </a:lnTo>
                <a:lnTo>
                  <a:pt x="1082649" y="195262"/>
                </a:lnTo>
                <a:lnTo>
                  <a:pt x="1091082" y="184594"/>
                </a:lnTo>
                <a:lnTo>
                  <a:pt x="1102563" y="167462"/>
                </a:lnTo>
                <a:lnTo>
                  <a:pt x="1113193" y="149453"/>
                </a:lnTo>
                <a:lnTo>
                  <a:pt x="1113193" y="115925"/>
                </a:lnTo>
                <a:lnTo>
                  <a:pt x="1068997" y="115925"/>
                </a:lnTo>
                <a:lnTo>
                  <a:pt x="1068997" y="150977"/>
                </a:lnTo>
                <a:lnTo>
                  <a:pt x="1061542" y="163296"/>
                </a:lnTo>
                <a:lnTo>
                  <a:pt x="1052804" y="174879"/>
                </a:lnTo>
                <a:lnTo>
                  <a:pt x="1042631" y="185572"/>
                </a:lnTo>
                <a:lnTo>
                  <a:pt x="1030897" y="195262"/>
                </a:lnTo>
                <a:lnTo>
                  <a:pt x="1018870" y="185572"/>
                </a:lnTo>
                <a:lnTo>
                  <a:pt x="1007846" y="174879"/>
                </a:lnTo>
                <a:lnTo>
                  <a:pt x="997673" y="163296"/>
                </a:lnTo>
                <a:lnTo>
                  <a:pt x="988225" y="150977"/>
                </a:lnTo>
                <a:lnTo>
                  <a:pt x="1068997" y="150977"/>
                </a:lnTo>
                <a:lnTo>
                  <a:pt x="1068997" y="115925"/>
                </a:lnTo>
                <a:lnTo>
                  <a:pt x="971359" y="115925"/>
                </a:lnTo>
                <a:lnTo>
                  <a:pt x="987437" y="99593"/>
                </a:lnTo>
                <a:lnTo>
                  <a:pt x="999070" y="82384"/>
                </a:lnTo>
                <a:lnTo>
                  <a:pt x="1006386" y="64020"/>
                </a:lnTo>
                <a:lnTo>
                  <a:pt x="1009561" y="44196"/>
                </a:lnTo>
                <a:lnTo>
                  <a:pt x="1056805" y="44196"/>
                </a:lnTo>
                <a:lnTo>
                  <a:pt x="1056805" y="73253"/>
                </a:lnTo>
                <a:lnTo>
                  <a:pt x="1058799" y="86131"/>
                </a:lnTo>
                <a:lnTo>
                  <a:pt x="1064806" y="95161"/>
                </a:lnTo>
                <a:lnTo>
                  <a:pt x="1074801" y="100469"/>
                </a:lnTo>
                <a:lnTo>
                  <a:pt x="1088809" y="102209"/>
                </a:lnTo>
                <a:lnTo>
                  <a:pt x="1125474" y="102209"/>
                </a:lnTo>
                <a:lnTo>
                  <a:pt x="1125512" y="102019"/>
                </a:lnTo>
                <a:lnTo>
                  <a:pt x="1126998" y="95161"/>
                </a:lnTo>
                <a:lnTo>
                  <a:pt x="1128839" y="86969"/>
                </a:lnTo>
                <a:lnTo>
                  <a:pt x="1130833" y="77990"/>
                </a:lnTo>
                <a:lnTo>
                  <a:pt x="1132852" y="68300"/>
                </a:lnTo>
                <a:lnTo>
                  <a:pt x="1132916" y="68008"/>
                </a:lnTo>
                <a:lnTo>
                  <a:pt x="1133094" y="67157"/>
                </a:lnTo>
                <a:lnTo>
                  <a:pt x="1121613" y="68008"/>
                </a:lnTo>
                <a:lnTo>
                  <a:pt x="1112431" y="68300"/>
                </a:lnTo>
                <a:lnTo>
                  <a:pt x="1105573" y="68008"/>
                </a:lnTo>
                <a:lnTo>
                  <a:pt x="1100988" y="67157"/>
                </a:lnTo>
                <a:lnTo>
                  <a:pt x="1096429" y="67157"/>
                </a:lnTo>
                <a:lnTo>
                  <a:pt x="1094905" y="62484"/>
                </a:lnTo>
                <a:lnTo>
                  <a:pt x="1094905" y="44196"/>
                </a:lnTo>
                <a:lnTo>
                  <a:pt x="1094905" y="10668"/>
                </a:lnTo>
                <a:lnTo>
                  <a:pt x="969835" y="10668"/>
                </a:lnTo>
                <a:lnTo>
                  <a:pt x="969835" y="28956"/>
                </a:lnTo>
                <a:lnTo>
                  <a:pt x="968095" y="46164"/>
                </a:lnTo>
                <a:lnTo>
                  <a:pt x="962787" y="61391"/>
                </a:lnTo>
                <a:lnTo>
                  <a:pt x="953757" y="74904"/>
                </a:lnTo>
                <a:lnTo>
                  <a:pt x="940879" y="86969"/>
                </a:lnTo>
                <a:lnTo>
                  <a:pt x="956310" y="102019"/>
                </a:lnTo>
                <a:lnTo>
                  <a:pt x="962952" y="109042"/>
                </a:lnTo>
                <a:lnTo>
                  <a:pt x="968311" y="115925"/>
                </a:lnTo>
                <a:lnTo>
                  <a:pt x="950023" y="115925"/>
                </a:lnTo>
                <a:lnTo>
                  <a:pt x="950023" y="150977"/>
                </a:lnTo>
                <a:lnTo>
                  <a:pt x="980605" y="150977"/>
                </a:lnTo>
                <a:lnTo>
                  <a:pt x="956119" y="166306"/>
                </a:lnTo>
                <a:lnTo>
                  <a:pt x="965568" y="180594"/>
                </a:lnTo>
                <a:lnTo>
                  <a:pt x="975601" y="193738"/>
                </a:lnTo>
                <a:lnTo>
                  <a:pt x="986205" y="205740"/>
                </a:lnTo>
                <a:lnTo>
                  <a:pt x="997369" y="216598"/>
                </a:lnTo>
                <a:lnTo>
                  <a:pt x="981684" y="224053"/>
                </a:lnTo>
                <a:lnTo>
                  <a:pt x="964552" y="230505"/>
                </a:lnTo>
                <a:lnTo>
                  <a:pt x="946277" y="236105"/>
                </a:lnTo>
                <a:lnTo>
                  <a:pt x="927163" y="240982"/>
                </a:lnTo>
                <a:lnTo>
                  <a:pt x="933716" y="250151"/>
                </a:lnTo>
                <a:lnTo>
                  <a:pt x="939546" y="259321"/>
                </a:lnTo>
                <a:lnTo>
                  <a:pt x="944524" y="268503"/>
                </a:lnTo>
                <a:lnTo>
                  <a:pt x="948499" y="277660"/>
                </a:lnTo>
                <a:lnTo>
                  <a:pt x="971054" y="271106"/>
                </a:lnTo>
                <a:lnTo>
                  <a:pt x="992593" y="262978"/>
                </a:lnTo>
                <a:lnTo>
                  <a:pt x="1012672" y="253403"/>
                </a:lnTo>
                <a:lnTo>
                  <a:pt x="1030897" y="242506"/>
                </a:lnTo>
                <a:lnTo>
                  <a:pt x="1049756" y="253136"/>
                </a:lnTo>
                <a:lnTo>
                  <a:pt x="1069759" y="262026"/>
                </a:lnTo>
                <a:lnTo>
                  <a:pt x="1090904" y="269176"/>
                </a:lnTo>
                <a:lnTo>
                  <a:pt x="1113193" y="274612"/>
                </a:lnTo>
                <a:lnTo>
                  <a:pt x="1118031" y="264363"/>
                </a:lnTo>
                <a:lnTo>
                  <a:pt x="1123327" y="254368"/>
                </a:lnTo>
                <a:lnTo>
                  <a:pt x="1128915" y="244957"/>
                </a:lnTo>
                <a:lnTo>
                  <a:pt x="1130541" y="242506"/>
                </a:lnTo>
                <a:lnTo>
                  <a:pt x="1134618" y="236410"/>
                </a:lnTo>
                <a:close/>
              </a:path>
              <a:path w="1990725" h="278130">
                <a:moveTo>
                  <a:pt x="1229106" y="51816"/>
                </a:moveTo>
                <a:lnTo>
                  <a:pt x="1220800" y="40728"/>
                </a:lnTo>
                <a:lnTo>
                  <a:pt x="1201889" y="14528"/>
                </a:lnTo>
                <a:lnTo>
                  <a:pt x="1191006" y="0"/>
                </a:lnTo>
                <a:lnTo>
                  <a:pt x="1159002" y="19812"/>
                </a:lnTo>
                <a:lnTo>
                  <a:pt x="1168742" y="34391"/>
                </a:lnTo>
                <a:lnTo>
                  <a:pt x="1177480" y="48399"/>
                </a:lnTo>
                <a:lnTo>
                  <a:pt x="1185367" y="61861"/>
                </a:lnTo>
                <a:lnTo>
                  <a:pt x="1192530" y="74777"/>
                </a:lnTo>
                <a:lnTo>
                  <a:pt x="1229106" y="51816"/>
                </a:lnTo>
                <a:close/>
              </a:path>
              <a:path w="1990725" h="278130">
                <a:moveTo>
                  <a:pt x="1253490" y="219646"/>
                </a:moveTo>
                <a:lnTo>
                  <a:pt x="1248918" y="178498"/>
                </a:lnTo>
                <a:lnTo>
                  <a:pt x="1236078" y="187693"/>
                </a:lnTo>
                <a:lnTo>
                  <a:pt x="1225105" y="194881"/>
                </a:lnTo>
                <a:lnTo>
                  <a:pt x="1216126" y="200367"/>
                </a:lnTo>
                <a:lnTo>
                  <a:pt x="1209294" y="204406"/>
                </a:lnTo>
                <a:lnTo>
                  <a:pt x="1209294" y="94589"/>
                </a:lnTo>
                <a:lnTo>
                  <a:pt x="1143762" y="94589"/>
                </a:lnTo>
                <a:lnTo>
                  <a:pt x="1143762" y="131165"/>
                </a:lnTo>
                <a:lnTo>
                  <a:pt x="1172718" y="131165"/>
                </a:lnTo>
                <a:lnTo>
                  <a:pt x="1172718" y="219646"/>
                </a:lnTo>
                <a:lnTo>
                  <a:pt x="1172171" y="227101"/>
                </a:lnTo>
                <a:lnTo>
                  <a:pt x="1170622" y="233553"/>
                </a:lnTo>
                <a:lnTo>
                  <a:pt x="1168222" y="239153"/>
                </a:lnTo>
                <a:lnTo>
                  <a:pt x="1165098" y="244030"/>
                </a:lnTo>
                <a:lnTo>
                  <a:pt x="1186434" y="271564"/>
                </a:lnTo>
                <a:lnTo>
                  <a:pt x="1195844" y="262382"/>
                </a:lnTo>
                <a:lnTo>
                  <a:pt x="1210246" y="250748"/>
                </a:lnTo>
                <a:lnTo>
                  <a:pt x="1229512" y="236550"/>
                </a:lnTo>
                <a:lnTo>
                  <a:pt x="1253490" y="219646"/>
                </a:lnTo>
                <a:close/>
              </a:path>
              <a:path w="1990725" h="278130">
                <a:moveTo>
                  <a:pt x="1419796" y="85445"/>
                </a:moveTo>
                <a:lnTo>
                  <a:pt x="1348066" y="85445"/>
                </a:lnTo>
                <a:lnTo>
                  <a:pt x="1348066" y="1524"/>
                </a:lnTo>
                <a:lnTo>
                  <a:pt x="1306918" y="1524"/>
                </a:lnTo>
                <a:lnTo>
                  <a:pt x="1306918" y="85445"/>
                </a:lnTo>
                <a:lnTo>
                  <a:pt x="1235202" y="85445"/>
                </a:lnTo>
                <a:lnTo>
                  <a:pt x="1235202" y="123545"/>
                </a:lnTo>
                <a:lnTo>
                  <a:pt x="1306918" y="123545"/>
                </a:lnTo>
                <a:lnTo>
                  <a:pt x="1306918" y="276136"/>
                </a:lnTo>
                <a:lnTo>
                  <a:pt x="1348066" y="276136"/>
                </a:lnTo>
                <a:lnTo>
                  <a:pt x="1348066" y="123545"/>
                </a:lnTo>
                <a:lnTo>
                  <a:pt x="1419796" y="123545"/>
                </a:lnTo>
                <a:lnTo>
                  <a:pt x="1419796" y="85445"/>
                </a:lnTo>
                <a:close/>
              </a:path>
              <a:path w="1990725" h="278130">
                <a:moveTo>
                  <a:pt x="1521904" y="215074"/>
                </a:moveTo>
                <a:lnTo>
                  <a:pt x="1475422" y="221742"/>
                </a:lnTo>
                <a:lnTo>
                  <a:pt x="1452041" y="224726"/>
                </a:lnTo>
                <a:lnTo>
                  <a:pt x="1428940" y="227266"/>
                </a:lnTo>
                <a:lnTo>
                  <a:pt x="1435036" y="263944"/>
                </a:lnTo>
                <a:lnTo>
                  <a:pt x="1518856" y="250126"/>
                </a:lnTo>
                <a:lnTo>
                  <a:pt x="1519123" y="242722"/>
                </a:lnTo>
                <a:lnTo>
                  <a:pt x="1519809" y="234315"/>
                </a:lnTo>
                <a:lnTo>
                  <a:pt x="1520875" y="224218"/>
                </a:lnTo>
                <a:lnTo>
                  <a:pt x="1521904" y="215074"/>
                </a:lnTo>
                <a:close/>
              </a:path>
              <a:path w="1990725" h="278130">
                <a:moveTo>
                  <a:pt x="1694205" y="13716"/>
                </a:moveTo>
                <a:lnTo>
                  <a:pt x="1659153" y="13716"/>
                </a:lnTo>
                <a:lnTo>
                  <a:pt x="1659153" y="47244"/>
                </a:lnTo>
                <a:lnTo>
                  <a:pt x="1659153" y="117449"/>
                </a:lnTo>
                <a:lnTo>
                  <a:pt x="1659153" y="150977"/>
                </a:lnTo>
                <a:lnTo>
                  <a:pt x="1659153" y="224218"/>
                </a:lnTo>
                <a:lnTo>
                  <a:pt x="1628673" y="224218"/>
                </a:lnTo>
                <a:lnTo>
                  <a:pt x="1628673" y="150977"/>
                </a:lnTo>
                <a:lnTo>
                  <a:pt x="1659153" y="150977"/>
                </a:lnTo>
                <a:lnTo>
                  <a:pt x="1659153" y="117449"/>
                </a:lnTo>
                <a:lnTo>
                  <a:pt x="1628673" y="117449"/>
                </a:lnTo>
                <a:lnTo>
                  <a:pt x="1628673" y="47244"/>
                </a:lnTo>
                <a:lnTo>
                  <a:pt x="1659153" y="47244"/>
                </a:lnTo>
                <a:lnTo>
                  <a:pt x="1659153" y="13716"/>
                </a:lnTo>
                <a:lnTo>
                  <a:pt x="1592097" y="13716"/>
                </a:lnTo>
                <a:lnTo>
                  <a:pt x="1592097" y="47244"/>
                </a:lnTo>
                <a:lnTo>
                  <a:pt x="1592097" y="117449"/>
                </a:lnTo>
                <a:lnTo>
                  <a:pt x="1592097" y="150977"/>
                </a:lnTo>
                <a:lnTo>
                  <a:pt x="1592097" y="224218"/>
                </a:lnTo>
                <a:lnTo>
                  <a:pt x="1561617" y="224218"/>
                </a:lnTo>
                <a:lnTo>
                  <a:pt x="1561617" y="150977"/>
                </a:lnTo>
                <a:lnTo>
                  <a:pt x="1592097" y="150977"/>
                </a:lnTo>
                <a:lnTo>
                  <a:pt x="1592097" y="117449"/>
                </a:lnTo>
                <a:lnTo>
                  <a:pt x="1561617" y="117449"/>
                </a:lnTo>
                <a:lnTo>
                  <a:pt x="1561617" y="82397"/>
                </a:lnTo>
                <a:lnTo>
                  <a:pt x="1561617" y="70205"/>
                </a:lnTo>
                <a:lnTo>
                  <a:pt x="1561617" y="47244"/>
                </a:lnTo>
                <a:lnTo>
                  <a:pt x="1592097" y="47244"/>
                </a:lnTo>
                <a:lnTo>
                  <a:pt x="1592097" y="13716"/>
                </a:lnTo>
                <a:lnTo>
                  <a:pt x="1526476" y="13716"/>
                </a:lnTo>
                <a:lnTo>
                  <a:pt x="1526476" y="70205"/>
                </a:lnTo>
                <a:lnTo>
                  <a:pt x="1502092" y="57912"/>
                </a:lnTo>
                <a:lnTo>
                  <a:pt x="1498663" y="65049"/>
                </a:lnTo>
                <a:lnTo>
                  <a:pt x="1495234" y="72288"/>
                </a:lnTo>
                <a:lnTo>
                  <a:pt x="1491805" y="79235"/>
                </a:lnTo>
                <a:lnTo>
                  <a:pt x="1488376" y="85445"/>
                </a:lnTo>
                <a:lnTo>
                  <a:pt x="1468564" y="86969"/>
                </a:lnTo>
                <a:lnTo>
                  <a:pt x="1474546" y="76377"/>
                </a:lnTo>
                <a:lnTo>
                  <a:pt x="1483233" y="60629"/>
                </a:lnTo>
                <a:lnTo>
                  <a:pt x="1494497" y="39738"/>
                </a:lnTo>
                <a:lnTo>
                  <a:pt x="1508188" y="13716"/>
                </a:lnTo>
                <a:lnTo>
                  <a:pt x="1476184" y="0"/>
                </a:lnTo>
                <a:lnTo>
                  <a:pt x="1461922" y="32905"/>
                </a:lnTo>
                <a:lnTo>
                  <a:pt x="1448943" y="58534"/>
                </a:lnTo>
                <a:lnTo>
                  <a:pt x="1437398" y="77025"/>
                </a:lnTo>
                <a:lnTo>
                  <a:pt x="1427416" y="88493"/>
                </a:lnTo>
                <a:lnTo>
                  <a:pt x="1438084" y="120497"/>
                </a:lnTo>
                <a:lnTo>
                  <a:pt x="1441792" y="119380"/>
                </a:lnTo>
                <a:lnTo>
                  <a:pt x="1448371" y="118402"/>
                </a:lnTo>
                <a:lnTo>
                  <a:pt x="1457794" y="117716"/>
                </a:lnTo>
                <a:lnTo>
                  <a:pt x="1470088" y="117449"/>
                </a:lnTo>
                <a:lnTo>
                  <a:pt x="1458988" y="135166"/>
                </a:lnTo>
                <a:lnTo>
                  <a:pt x="1448752" y="149466"/>
                </a:lnTo>
                <a:lnTo>
                  <a:pt x="1439659" y="160350"/>
                </a:lnTo>
                <a:lnTo>
                  <a:pt x="1431988" y="167830"/>
                </a:lnTo>
                <a:lnTo>
                  <a:pt x="1444180" y="201358"/>
                </a:lnTo>
                <a:lnTo>
                  <a:pt x="1453896" y="199059"/>
                </a:lnTo>
                <a:lnTo>
                  <a:pt x="1469326" y="196596"/>
                </a:lnTo>
                <a:lnTo>
                  <a:pt x="1490472" y="193865"/>
                </a:lnTo>
                <a:lnTo>
                  <a:pt x="1517332" y="190690"/>
                </a:lnTo>
                <a:lnTo>
                  <a:pt x="1517599" y="183527"/>
                </a:lnTo>
                <a:lnTo>
                  <a:pt x="1518285" y="175641"/>
                </a:lnTo>
                <a:lnTo>
                  <a:pt x="1519847" y="161734"/>
                </a:lnTo>
                <a:lnTo>
                  <a:pt x="1519885" y="161442"/>
                </a:lnTo>
                <a:lnTo>
                  <a:pt x="1519999" y="160350"/>
                </a:lnTo>
                <a:lnTo>
                  <a:pt x="1520380" y="157073"/>
                </a:lnTo>
                <a:lnTo>
                  <a:pt x="1505800" y="159092"/>
                </a:lnTo>
                <a:lnTo>
                  <a:pt x="1494091" y="160553"/>
                </a:lnTo>
                <a:lnTo>
                  <a:pt x="1485226" y="161442"/>
                </a:lnTo>
                <a:lnTo>
                  <a:pt x="1479232" y="161734"/>
                </a:lnTo>
                <a:lnTo>
                  <a:pt x="1488973" y="146519"/>
                </a:lnTo>
                <a:lnTo>
                  <a:pt x="1499997" y="128320"/>
                </a:lnTo>
                <a:lnTo>
                  <a:pt x="1506347" y="117449"/>
                </a:lnTo>
                <a:lnTo>
                  <a:pt x="1512455" y="106997"/>
                </a:lnTo>
                <a:lnTo>
                  <a:pt x="1523873" y="86969"/>
                </a:lnTo>
                <a:lnTo>
                  <a:pt x="1526476" y="82397"/>
                </a:lnTo>
                <a:lnTo>
                  <a:pt x="1526476" y="274612"/>
                </a:lnTo>
                <a:lnTo>
                  <a:pt x="1561617" y="274612"/>
                </a:lnTo>
                <a:lnTo>
                  <a:pt x="1561617" y="257848"/>
                </a:lnTo>
                <a:lnTo>
                  <a:pt x="1659153" y="257848"/>
                </a:lnTo>
                <a:lnTo>
                  <a:pt x="1659153" y="274612"/>
                </a:lnTo>
                <a:lnTo>
                  <a:pt x="1694205" y="274612"/>
                </a:lnTo>
                <a:lnTo>
                  <a:pt x="1694205" y="47244"/>
                </a:lnTo>
                <a:lnTo>
                  <a:pt x="1694205" y="13716"/>
                </a:lnTo>
                <a:close/>
              </a:path>
              <a:path w="1990725" h="278130">
                <a:moveTo>
                  <a:pt x="1968728" y="106781"/>
                </a:moveTo>
                <a:lnTo>
                  <a:pt x="1729359" y="106781"/>
                </a:lnTo>
                <a:lnTo>
                  <a:pt x="1729359" y="141833"/>
                </a:lnTo>
                <a:lnTo>
                  <a:pt x="1790319" y="141833"/>
                </a:lnTo>
                <a:lnTo>
                  <a:pt x="1790319" y="277660"/>
                </a:lnTo>
                <a:lnTo>
                  <a:pt x="1834515" y="277660"/>
                </a:lnTo>
                <a:lnTo>
                  <a:pt x="1834515" y="141833"/>
                </a:lnTo>
                <a:lnTo>
                  <a:pt x="1924532" y="141833"/>
                </a:lnTo>
                <a:lnTo>
                  <a:pt x="1924291" y="158457"/>
                </a:lnTo>
                <a:lnTo>
                  <a:pt x="1923770" y="171640"/>
                </a:lnTo>
                <a:lnTo>
                  <a:pt x="1923237" y="181356"/>
                </a:lnTo>
                <a:lnTo>
                  <a:pt x="1923008" y="187642"/>
                </a:lnTo>
                <a:lnTo>
                  <a:pt x="1921484" y="193738"/>
                </a:lnTo>
                <a:lnTo>
                  <a:pt x="1919960" y="198310"/>
                </a:lnTo>
                <a:lnTo>
                  <a:pt x="1910816" y="204406"/>
                </a:lnTo>
                <a:lnTo>
                  <a:pt x="1906244" y="205930"/>
                </a:lnTo>
                <a:lnTo>
                  <a:pt x="1898611" y="205930"/>
                </a:lnTo>
                <a:lnTo>
                  <a:pt x="1888883" y="205676"/>
                </a:lnTo>
                <a:lnTo>
                  <a:pt x="1877860" y="204978"/>
                </a:lnTo>
                <a:lnTo>
                  <a:pt x="1851380" y="202882"/>
                </a:lnTo>
                <a:lnTo>
                  <a:pt x="1854517" y="214249"/>
                </a:lnTo>
                <a:lnTo>
                  <a:pt x="1857095" y="225171"/>
                </a:lnTo>
                <a:lnTo>
                  <a:pt x="1857197" y="225742"/>
                </a:lnTo>
                <a:lnTo>
                  <a:pt x="1859089" y="235254"/>
                </a:lnTo>
                <a:lnTo>
                  <a:pt x="1860511" y="243992"/>
                </a:lnTo>
                <a:lnTo>
                  <a:pt x="1888261" y="243992"/>
                </a:lnTo>
                <a:lnTo>
                  <a:pt x="1935187" y="240982"/>
                </a:lnTo>
                <a:lnTo>
                  <a:pt x="1954999" y="225742"/>
                </a:lnTo>
                <a:lnTo>
                  <a:pt x="1959013" y="220599"/>
                </a:lnTo>
                <a:lnTo>
                  <a:pt x="1961883" y="214249"/>
                </a:lnTo>
                <a:lnTo>
                  <a:pt x="1963585" y="206883"/>
                </a:lnTo>
                <a:lnTo>
                  <a:pt x="1963648" y="205930"/>
                </a:lnTo>
                <a:lnTo>
                  <a:pt x="1963750" y="204406"/>
                </a:lnTo>
                <a:lnTo>
                  <a:pt x="1963851" y="202882"/>
                </a:lnTo>
                <a:lnTo>
                  <a:pt x="1964156" y="198310"/>
                </a:lnTo>
                <a:lnTo>
                  <a:pt x="1965299" y="186372"/>
                </a:lnTo>
                <a:lnTo>
                  <a:pt x="1966442" y="166839"/>
                </a:lnTo>
                <a:lnTo>
                  <a:pt x="1967585" y="140157"/>
                </a:lnTo>
                <a:lnTo>
                  <a:pt x="1968728" y="106781"/>
                </a:lnTo>
                <a:close/>
              </a:path>
              <a:path w="1990725" h="278130">
                <a:moveTo>
                  <a:pt x="1990153" y="30480"/>
                </a:moveTo>
                <a:lnTo>
                  <a:pt x="1923008" y="30480"/>
                </a:lnTo>
                <a:lnTo>
                  <a:pt x="1923008" y="1524"/>
                </a:lnTo>
                <a:lnTo>
                  <a:pt x="1881860" y="1524"/>
                </a:lnTo>
                <a:lnTo>
                  <a:pt x="1881860" y="30480"/>
                </a:lnTo>
                <a:lnTo>
                  <a:pt x="1825371" y="30480"/>
                </a:lnTo>
                <a:lnTo>
                  <a:pt x="1825371" y="1524"/>
                </a:lnTo>
                <a:lnTo>
                  <a:pt x="1782699" y="1524"/>
                </a:lnTo>
                <a:lnTo>
                  <a:pt x="1782699" y="30480"/>
                </a:lnTo>
                <a:lnTo>
                  <a:pt x="1715643" y="30480"/>
                </a:lnTo>
                <a:lnTo>
                  <a:pt x="1715643" y="67157"/>
                </a:lnTo>
                <a:lnTo>
                  <a:pt x="1782699" y="67157"/>
                </a:lnTo>
                <a:lnTo>
                  <a:pt x="1782699" y="90017"/>
                </a:lnTo>
                <a:lnTo>
                  <a:pt x="1825371" y="90017"/>
                </a:lnTo>
                <a:lnTo>
                  <a:pt x="1825371" y="67157"/>
                </a:lnTo>
                <a:lnTo>
                  <a:pt x="1881860" y="67157"/>
                </a:lnTo>
                <a:lnTo>
                  <a:pt x="1881860" y="90017"/>
                </a:lnTo>
                <a:lnTo>
                  <a:pt x="1923008" y="90017"/>
                </a:lnTo>
                <a:lnTo>
                  <a:pt x="1923008" y="67157"/>
                </a:lnTo>
                <a:lnTo>
                  <a:pt x="1990153" y="67157"/>
                </a:lnTo>
                <a:lnTo>
                  <a:pt x="1990153" y="30480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751022" y="938123"/>
            <a:ext cx="132715" cy="105410"/>
          </a:xfrm>
          <a:custGeom>
            <a:avLst/>
            <a:gdLst/>
            <a:ahLst/>
            <a:cxnLst/>
            <a:rect l="l" t="t" r="r" b="b"/>
            <a:pathLst>
              <a:path w="132715" h="105409">
                <a:moveTo>
                  <a:pt x="36576" y="0"/>
                </a:moveTo>
                <a:lnTo>
                  <a:pt x="30480" y="0"/>
                </a:lnTo>
                <a:lnTo>
                  <a:pt x="27432" y="3048"/>
                </a:lnTo>
                <a:lnTo>
                  <a:pt x="22860" y="6096"/>
                </a:lnTo>
                <a:lnTo>
                  <a:pt x="16764" y="9144"/>
                </a:lnTo>
                <a:lnTo>
                  <a:pt x="10668" y="13716"/>
                </a:lnTo>
                <a:lnTo>
                  <a:pt x="4572" y="15240"/>
                </a:lnTo>
                <a:lnTo>
                  <a:pt x="0" y="16764"/>
                </a:lnTo>
                <a:lnTo>
                  <a:pt x="0" y="28956"/>
                </a:lnTo>
                <a:lnTo>
                  <a:pt x="4572" y="28956"/>
                </a:lnTo>
                <a:lnTo>
                  <a:pt x="13716" y="24384"/>
                </a:lnTo>
                <a:lnTo>
                  <a:pt x="18288" y="21336"/>
                </a:lnTo>
                <a:lnTo>
                  <a:pt x="21336" y="19812"/>
                </a:lnTo>
                <a:lnTo>
                  <a:pt x="22860" y="18288"/>
                </a:lnTo>
                <a:lnTo>
                  <a:pt x="22860" y="103720"/>
                </a:lnTo>
                <a:lnTo>
                  <a:pt x="36576" y="103720"/>
                </a:lnTo>
                <a:lnTo>
                  <a:pt x="36576" y="0"/>
                </a:lnTo>
                <a:close/>
              </a:path>
              <a:path w="132715" h="105409">
                <a:moveTo>
                  <a:pt x="132689" y="62484"/>
                </a:moveTo>
                <a:lnTo>
                  <a:pt x="99060" y="42672"/>
                </a:lnTo>
                <a:lnTo>
                  <a:pt x="89916" y="42672"/>
                </a:lnTo>
                <a:lnTo>
                  <a:pt x="91440" y="13716"/>
                </a:lnTo>
                <a:lnTo>
                  <a:pt x="128117" y="13716"/>
                </a:lnTo>
                <a:lnTo>
                  <a:pt x="128117" y="3048"/>
                </a:lnTo>
                <a:lnTo>
                  <a:pt x="80772" y="3048"/>
                </a:lnTo>
                <a:lnTo>
                  <a:pt x="77724" y="54864"/>
                </a:lnTo>
                <a:lnTo>
                  <a:pt x="82296" y="53340"/>
                </a:lnTo>
                <a:lnTo>
                  <a:pt x="102108" y="53340"/>
                </a:lnTo>
                <a:lnTo>
                  <a:pt x="108204" y="54864"/>
                </a:lnTo>
                <a:lnTo>
                  <a:pt x="112776" y="57912"/>
                </a:lnTo>
                <a:lnTo>
                  <a:pt x="117449" y="62484"/>
                </a:lnTo>
                <a:lnTo>
                  <a:pt x="120497" y="67056"/>
                </a:lnTo>
                <a:lnTo>
                  <a:pt x="120497" y="80772"/>
                </a:lnTo>
                <a:lnTo>
                  <a:pt x="117449" y="85432"/>
                </a:lnTo>
                <a:lnTo>
                  <a:pt x="112776" y="88480"/>
                </a:lnTo>
                <a:lnTo>
                  <a:pt x="109728" y="93052"/>
                </a:lnTo>
                <a:lnTo>
                  <a:pt x="103632" y="94576"/>
                </a:lnTo>
                <a:lnTo>
                  <a:pt x="89916" y="94576"/>
                </a:lnTo>
                <a:lnTo>
                  <a:pt x="82296" y="93052"/>
                </a:lnTo>
                <a:lnTo>
                  <a:pt x="76200" y="88480"/>
                </a:lnTo>
                <a:lnTo>
                  <a:pt x="76200" y="100672"/>
                </a:lnTo>
                <a:lnTo>
                  <a:pt x="80772" y="103720"/>
                </a:lnTo>
                <a:lnTo>
                  <a:pt x="86868" y="105244"/>
                </a:lnTo>
                <a:lnTo>
                  <a:pt x="96012" y="105244"/>
                </a:lnTo>
                <a:lnTo>
                  <a:pt x="132689" y="82296"/>
                </a:lnTo>
                <a:lnTo>
                  <a:pt x="132689" y="73152"/>
                </a:lnTo>
                <a:lnTo>
                  <a:pt x="132689" y="62484"/>
                </a:lnTo>
                <a:close/>
              </a:path>
            </a:pathLst>
          </a:custGeom>
          <a:solidFill>
            <a:srgbClr val="23262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38866" y="1291970"/>
            <a:ext cx="910590" cy="153035"/>
            <a:chOff x="838866" y="1291970"/>
            <a:chExt cx="910590" cy="15303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866" y="1298066"/>
              <a:ext cx="201263" cy="1464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64514" y="1291970"/>
              <a:ext cx="23495" cy="151130"/>
            </a:xfrm>
            <a:custGeom>
              <a:avLst/>
              <a:gdLst/>
              <a:ahLst/>
              <a:cxnLst/>
              <a:rect l="l" t="t" r="r" b="b"/>
              <a:pathLst>
                <a:path w="23494" h="151130">
                  <a:moveTo>
                    <a:pt x="13716" y="22955"/>
                  </a:moveTo>
                  <a:lnTo>
                    <a:pt x="7620" y="22955"/>
                  </a:lnTo>
                  <a:lnTo>
                    <a:pt x="4572" y="21431"/>
                  </a:lnTo>
                  <a:lnTo>
                    <a:pt x="3048" y="19812"/>
                  </a:lnTo>
                  <a:lnTo>
                    <a:pt x="0" y="16764"/>
                  </a:lnTo>
                  <a:lnTo>
                    <a:pt x="0" y="4572"/>
                  </a:lnTo>
                  <a:lnTo>
                    <a:pt x="3048" y="3048"/>
                  </a:lnTo>
                  <a:lnTo>
                    <a:pt x="4572" y="0"/>
                  </a:lnTo>
                  <a:lnTo>
                    <a:pt x="16859" y="0"/>
                  </a:lnTo>
                  <a:lnTo>
                    <a:pt x="21431" y="4572"/>
                  </a:lnTo>
                  <a:lnTo>
                    <a:pt x="22955" y="7620"/>
                  </a:lnTo>
                  <a:lnTo>
                    <a:pt x="22955" y="13716"/>
                  </a:lnTo>
                  <a:lnTo>
                    <a:pt x="19907" y="19812"/>
                  </a:lnTo>
                  <a:lnTo>
                    <a:pt x="16859" y="21431"/>
                  </a:lnTo>
                  <a:lnTo>
                    <a:pt x="13716" y="22955"/>
                  </a:lnTo>
                  <a:close/>
                </a:path>
                <a:path w="23494" h="151130">
                  <a:moveTo>
                    <a:pt x="19907" y="151066"/>
                  </a:moveTo>
                  <a:lnTo>
                    <a:pt x="1524" y="151066"/>
                  </a:lnTo>
                  <a:lnTo>
                    <a:pt x="1524" y="47339"/>
                  </a:lnTo>
                  <a:lnTo>
                    <a:pt x="19907" y="47339"/>
                  </a:lnTo>
                  <a:lnTo>
                    <a:pt x="19907" y="151066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6425" y="1291970"/>
              <a:ext cx="431672" cy="1525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2387" y="1336262"/>
              <a:ext cx="176879" cy="10829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831657" y="1297939"/>
            <a:ext cx="375285" cy="145415"/>
            <a:chOff x="1831657" y="1297939"/>
            <a:chExt cx="375285" cy="14541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31657" y="1298066"/>
              <a:ext cx="149447" cy="14497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019198" y="1297939"/>
              <a:ext cx="74930" cy="144780"/>
            </a:xfrm>
            <a:custGeom>
              <a:avLst/>
              <a:gdLst/>
              <a:ahLst/>
              <a:cxnLst/>
              <a:rect l="l" t="t" r="r" b="b"/>
              <a:pathLst>
                <a:path w="74930" h="144780">
                  <a:moveTo>
                    <a:pt x="74764" y="128270"/>
                  </a:moveTo>
                  <a:lnTo>
                    <a:pt x="18288" y="128270"/>
                  </a:lnTo>
                  <a:lnTo>
                    <a:pt x="18288" y="0"/>
                  </a:lnTo>
                  <a:lnTo>
                    <a:pt x="0" y="0"/>
                  </a:lnTo>
                  <a:lnTo>
                    <a:pt x="0" y="128270"/>
                  </a:lnTo>
                  <a:lnTo>
                    <a:pt x="0" y="144780"/>
                  </a:lnTo>
                  <a:lnTo>
                    <a:pt x="74764" y="144780"/>
                  </a:lnTo>
                  <a:lnTo>
                    <a:pt x="74764" y="128270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16836" y="1298066"/>
              <a:ext cx="89916" cy="144970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2281516" y="1282826"/>
            <a:ext cx="546100" cy="186690"/>
          </a:xfrm>
          <a:custGeom>
            <a:avLst/>
            <a:gdLst/>
            <a:ahLst/>
            <a:cxnLst/>
            <a:rect l="l" t="t" r="r" b="b"/>
            <a:pathLst>
              <a:path w="546100" h="186690">
                <a:moveTo>
                  <a:pt x="71628" y="32105"/>
                </a:moveTo>
                <a:lnTo>
                  <a:pt x="56388" y="32105"/>
                </a:lnTo>
                <a:lnTo>
                  <a:pt x="56388" y="45821"/>
                </a:lnTo>
                <a:lnTo>
                  <a:pt x="56388" y="91541"/>
                </a:lnTo>
                <a:lnTo>
                  <a:pt x="56388" y="103733"/>
                </a:lnTo>
                <a:lnTo>
                  <a:pt x="56388" y="151066"/>
                </a:lnTo>
                <a:lnTo>
                  <a:pt x="13716" y="151066"/>
                </a:lnTo>
                <a:lnTo>
                  <a:pt x="13716" y="103733"/>
                </a:lnTo>
                <a:lnTo>
                  <a:pt x="56388" y="103733"/>
                </a:lnTo>
                <a:lnTo>
                  <a:pt x="56388" y="91541"/>
                </a:lnTo>
                <a:lnTo>
                  <a:pt x="13716" y="91541"/>
                </a:lnTo>
                <a:lnTo>
                  <a:pt x="13716" y="45821"/>
                </a:lnTo>
                <a:lnTo>
                  <a:pt x="56388" y="45821"/>
                </a:lnTo>
                <a:lnTo>
                  <a:pt x="56388" y="32105"/>
                </a:lnTo>
                <a:lnTo>
                  <a:pt x="33528" y="32105"/>
                </a:lnTo>
                <a:lnTo>
                  <a:pt x="36715" y="26073"/>
                </a:lnTo>
                <a:lnTo>
                  <a:pt x="39624" y="19634"/>
                </a:lnTo>
                <a:lnTo>
                  <a:pt x="42532" y="12941"/>
                </a:lnTo>
                <a:lnTo>
                  <a:pt x="45720" y="6096"/>
                </a:lnTo>
                <a:lnTo>
                  <a:pt x="28956" y="1524"/>
                </a:lnTo>
                <a:lnTo>
                  <a:pt x="27292" y="8648"/>
                </a:lnTo>
                <a:lnTo>
                  <a:pt x="24765" y="16205"/>
                </a:lnTo>
                <a:lnTo>
                  <a:pt x="21666" y="24079"/>
                </a:lnTo>
                <a:lnTo>
                  <a:pt x="18288" y="32105"/>
                </a:lnTo>
                <a:lnTo>
                  <a:pt x="0" y="32105"/>
                </a:lnTo>
                <a:lnTo>
                  <a:pt x="0" y="181546"/>
                </a:lnTo>
                <a:lnTo>
                  <a:pt x="13716" y="181546"/>
                </a:lnTo>
                <a:lnTo>
                  <a:pt x="13716" y="166306"/>
                </a:lnTo>
                <a:lnTo>
                  <a:pt x="56388" y="166306"/>
                </a:lnTo>
                <a:lnTo>
                  <a:pt x="56388" y="180022"/>
                </a:lnTo>
                <a:lnTo>
                  <a:pt x="71628" y="180022"/>
                </a:lnTo>
                <a:lnTo>
                  <a:pt x="71628" y="166306"/>
                </a:lnTo>
                <a:lnTo>
                  <a:pt x="71628" y="151066"/>
                </a:lnTo>
                <a:lnTo>
                  <a:pt x="71628" y="103733"/>
                </a:lnTo>
                <a:lnTo>
                  <a:pt x="71628" y="91541"/>
                </a:lnTo>
                <a:lnTo>
                  <a:pt x="71628" y="45821"/>
                </a:lnTo>
                <a:lnTo>
                  <a:pt x="71628" y="32105"/>
                </a:lnTo>
                <a:close/>
              </a:path>
              <a:path w="546100" h="186690">
                <a:moveTo>
                  <a:pt x="134200" y="115925"/>
                </a:moveTo>
                <a:lnTo>
                  <a:pt x="127914" y="107137"/>
                </a:lnTo>
                <a:lnTo>
                  <a:pt x="120484" y="97066"/>
                </a:lnTo>
                <a:lnTo>
                  <a:pt x="111912" y="86131"/>
                </a:lnTo>
                <a:lnTo>
                  <a:pt x="102196" y="74777"/>
                </a:lnTo>
                <a:lnTo>
                  <a:pt x="89916" y="82397"/>
                </a:lnTo>
                <a:lnTo>
                  <a:pt x="98806" y="93586"/>
                </a:lnTo>
                <a:lnTo>
                  <a:pt x="106959" y="104508"/>
                </a:lnTo>
                <a:lnTo>
                  <a:pt x="114223" y="115443"/>
                </a:lnTo>
                <a:lnTo>
                  <a:pt x="120484" y="126682"/>
                </a:lnTo>
                <a:lnTo>
                  <a:pt x="134200" y="115925"/>
                </a:lnTo>
                <a:close/>
              </a:path>
              <a:path w="546100" h="186690">
                <a:moveTo>
                  <a:pt x="169252" y="32105"/>
                </a:moveTo>
                <a:lnTo>
                  <a:pt x="109816" y="32105"/>
                </a:lnTo>
                <a:lnTo>
                  <a:pt x="118960" y="4572"/>
                </a:lnTo>
                <a:lnTo>
                  <a:pt x="103720" y="1524"/>
                </a:lnTo>
                <a:lnTo>
                  <a:pt x="97472" y="21259"/>
                </a:lnTo>
                <a:lnTo>
                  <a:pt x="90347" y="39293"/>
                </a:lnTo>
                <a:lnTo>
                  <a:pt x="82638" y="55613"/>
                </a:lnTo>
                <a:lnTo>
                  <a:pt x="74676" y="70205"/>
                </a:lnTo>
                <a:lnTo>
                  <a:pt x="79248" y="71729"/>
                </a:lnTo>
                <a:lnTo>
                  <a:pt x="83820" y="74777"/>
                </a:lnTo>
                <a:lnTo>
                  <a:pt x="86868" y="76301"/>
                </a:lnTo>
                <a:lnTo>
                  <a:pt x="91211" y="69392"/>
                </a:lnTo>
                <a:lnTo>
                  <a:pt x="95300" y="62204"/>
                </a:lnTo>
                <a:lnTo>
                  <a:pt x="99377" y="54444"/>
                </a:lnTo>
                <a:lnTo>
                  <a:pt x="103720" y="45821"/>
                </a:lnTo>
                <a:lnTo>
                  <a:pt x="154012" y="45821"/>
                </a:lnTo>
                <a:lnTo>
                  <a:pt x="153060" y="82397"/>
                </a:lnTo>
                <a:lnTo>
                  <a:pt x="152971" y="86131"/>
                </a:lnTo>
                <a:lnTo>
                  <a:pt x="152463" y="109308"/>
                </a:lnTo>
                <a:lnTo>
                  <a:pt x="151879" y="131203"/>
                </a:lnTo>
                <a:lnTo>
                  <a:pt x="132676" y="166306"/>
                </a:lnTo>
                <a:lnTo>
                  <a:pt x="124637" y="166052"/>
                </a:lnTo>
                <a:lnTo>
                  <a:pt x="116293" y="165354"/>
                </a:lnTo>
                <a:lnTo>
                  <a:pt x="97624" y="163258"/>
                </a:lnTo>
                <a:lnTo>
                  <a:pt x="99148" y="167830"/>
                </a:lnTo>
                <a:lnTo>
                  <a:pt x="99148" y="173926"/>
                </a:lnTo>
                <a:lnTo>
                  <a:pt x="100672" y="180022"/>
                </a:lnTo>
                <a:lnTo>
                  <a:pt x="109588" y="180263"/>
                </a:lnTo>
                <a:lnTo>
                  <a:pt x="126822" y="181317"/>
                </a:lnTo>
                <a:lnTo>
                  <a:pt x="135724" y="181546"/>
                </a:lnTo>
                <a:lnTo>
                  <a:pt x="147993" y="179578"/>
                </a:lnTo>
                <a:lnTo>
                  <a:pt x="157251" y="173736"/>
                </a:lnTo>
                <a:lnTo>
                  <a:pt x="162013" y="166306"/>
                </a:lnTo>
                <a:lnTo>
                  <a:pt x="163372" y="164198"/>
                </a:lnTo>
                <a:lnTo>
                  <a:pt x="166217" y="151066"/>
                </a:lnTo>
                <a:lnTo>
                  <a:pt x="166255" y="148018"/>
                </a:lnTo>
                <a:lnTo>
                  <a:pt x="166471" y="134835"/>
                </a:lnTo>
                <a:lnTo>
                  <a:pt x="166573" y="131203"/>
                </a:lnTo>
                <a:lnTo>
                  <a:pt x="166687" y="126682"/>
                </a:lnTo>
                <a:lnTo>
                  <a:pt x="168287" y="69392"/>
                </a:lnTo>
                <a:lnTo>
                  <a:pt x="168897" y="45821"/>
                </a:lnTo>
                <a:lnTo>
                  <a:pt x="169252" y="32105"/>
                </a:lnTo>
                <a:close/>
              </a:path>
              <a:path w="546100" h="186690">
                <a:moveTo>
                  <a:pt x="263842" y="138874"/>
                </a:moveTo>
                <a:lnTo>
                  <a:pt x="258127" y="118579"/>
                </a:lnTo>
                <a:lnTo>
                  <a:pt x="252412" y="99174"/>
                </a:lnTo>
                <a:lnTo>
                  <a:pt x="246697" y="80924"/>
                </a:lnTo>
                <a:lnTo>
                  <a:pt x="240982" y="64109"/>
                </a:lnTo>
                <a:lnTo>
                  <a:pt x="227164" y="68681"/>
                </a:lnTo>
                <a:lnTo>
                  <a:pt x="232879" y="88087"/>
                </a:lnTo>
                <a:lnTo>
                  <a:pt x="238455" y="107365"/>
                </a:lnTo>
                <a:lnTo>
                  <a:pt x="243751" y="126377"/>
                </a:lnTo>
                <a:lnTo>
                  <a:pt x="248602" y="144970"/>
                </a:lnTo>
                <a:lnTo>
                  <a:pt x="263842" y="138874"/>
                </a:lnTo>
                <a:close/>
              </a:path>
              <a:path w="546100" h="186690">
                <a:moveTo>
                  <a:pt x="303466" y="129730"/>
                </a:moveTo>
                <a:lnTo>
                  <a:pt x="299770" y="109651"/>
                </a:lnTo>
                <a:lnTo>
                  <a:pt x="295656" y="90601"/>
                </a:lnTo>
                <a:lnTo>
                  <a:pt x="291249" y="72415"/>
                </a:lnTo>
                <a:lnTo>
                  <a:pt x="286702" y="54965"/>
                </a:lnTo>
                <a:lnTo>
                  <a:pt x="271462" y="59537"/>
                </a:lnTo>
                <a:lnTo>
                  <a:pt x="276631" y="78066"/>
                </a:lnTo>
                <a:lnTo>
                  <a:pt x="280797" y="96888"/>
                </a:lnTo>
                <a:lnTo>
                  <a:pt x="284137" y="115976"/>
                </a:lnTo>
                <a:lnTo>
                  <a:pt x="286702" y="134302"/>
                </a:lnTo>
                <a:lnTo>
                  <a:pt x="303466" y="129730"/>
                </a:lnTo>
                <a:close/>
              </a:path>
              <a:path w="546100" h="186690">
                <a:moveTo>
                  <a:pt x="362902" y="25908"/>
                </a:moveTo>
                <a:lnTo>
                  <a:pt x="288226" y="25908"/>
                </a:lnTo>
                <a:lnTo>
                  <a:pt x="297370" y="21336"/>
                </a:lnTo>
                <a:lnTo>
                  <a:pt x="293065" y="15646"/>
                </a:lnTo>
                <a:lnTo>
                  <a:pt x="289179" y="10096"/>
                </a:lnTo>
                <a:lnTo>
                  <a:pt x="285584" y="4838"/>
                </a:lnTo>
                <a:lnTo>
                  <a:pt x="282130" y="0"/>
                </a:lnTo>
                <a:lnTo>
                  <a:pt x="268414" y="6096"/>
                </a:lnTo>
                <a:lnTo>
                  <a:pt x="272986" y="13716"/>
                </a:lnTo>
                <a:lnTo>
                  <a:pt x="282130" y="25908"/>
                </a:lnTo>
                <a:lnTo>
                  <a:pt x="202780" y="25908"/>
                </a:lnTo>
                <a:lnTo>
                  <a:pt x="202704" y="88557"/>
                </a:lnTo>
                <a:lnTo>
                  <a:pt x="202603" y="90601"/>
                </a:lnTo>
                <a:lnTo>
                  <a:pt x="202539" y="91770"/>
                </a:lnTo>
                <a:lnTo>
                  <a:pt x="201358" y="114719"/>
                </a:lnTo>
                <a:lnTo>
                  <a:pt x="197065" y="138303"/>
                </a:lnTo>
                <a:lnTo>
                  <a:pt x="189928" y="157568"/>
                </a:lnTo>
                <a:lnTo>
                  <a:pt x="179920" y="172402"/>
                </a:lnTo>
                <a:lnTo>
                  <a:pt x="184492" y="176974"/>
                </a:lnTo>
                <a:lnTo>
                  <a:pt x="187540" y="181546"/>
                </a:lnTo>
                <a:lnTo>
                  <a:pt x="190588" y="184594"/>
                </a:lnTo>
                <a:lnTo>
                  <a:pt x="202590" y="166357"/>
                </a:lnTo>
                <a:lnTo>
                  <a:pt x="211162" y="143827"/>
                </a:lnTo>
                <a:lnTo>
                  <a:pt x="216306" y="117271"/>
                </a:lnTo>
                <a:lnTo>
                  <a:pt x="216382" y="115976"/>
                </a:lnTo>
                <a:lnTo>
                  <a:pt x="216458" y="114719"/>
                </a:lnTo>
                <a:lnTo>
                  <a:pt x="217932" y="88557"/>
                </a:lnTo>
                <a:lnTo>
                  <a:pt x="218020" y="41249"/>
                </a:lnTo>
                <a:lnTo>
                  <a:pt x="362902" y="41249"/>
                </a:lnTo>
                <a:lnTo>
                  <a:pt x="362902" y="25908"/>
                </a:lnTo>
                <a:close/>
              </a:path>
              <a:path w="546100" h="186690">
                <a:moveTo>
                  <a:pt x="365950" y="160210"/>
                </a:moveTo>
                <a:lnTo>
                  <a:pt x="318706" y="160210"/>
                </a:lnTo>
                <a:lnTo>
                  <a:pt x="325843" y="140462"/>
                </a:lnTo>
                <a:lnTo>
                  <a:pt x="333565" y="117690"/>
                </a:lnTo>
                <a:lnTo>
                  <a:pt x="341845" y="91770"/>
                </a:lnTo>
                <a:lnTo>
                  <a:pt x="350710" y="62585"/>
                </a:lnTo>
                <a:lnTo>
                  <a:pt x="333946" y="58013"/>
                </a:lnTo>
                <a:lnTo>
                  <a:pt x="325970" y="88557"/>
                </a:lnTo>
                <a:lnTo>
                  <a:pt x="318135" y="115976"/>
                </a:lnTo>
                <a:lnTo>
                  <a:pt x="310591" y="139966"/>
                </a:lnTo>
                <a:lnTo>
                  <a:pt x="303466" y="160210"/>
                </a:lnTo>
                <a:lnTo>
                  <a:pt x="216496" y="160210"/>
                </a:lnTo>
                <a:lnTo>
                  <a:pt x="216496" y="173926"/>
                </a:lnTo>
                <a:lnTo>
                  <a:pt x="365950" y="173926"/>
                </a:lnTo>
                <a:lnTo>
                  <a:pt x="365950" y="160210"/>
                </a:lnTo>
                <a:close/>
              </a:path>
              <a:path w="546100" h="186690">
                <a:moveTo>
                  <a:pt x="545973" y="12192"/>
                </a:moveTo>
                <a:lnTo>
                  <a:pt x="532257" y="12192"/>
                </a:lnTo>
                <a:lnTo>
                  <a:pt x="532257" y="25908"/>
                </a:lnTo>
                <a:lnTo>
                  <a:pt x="532257" y="61061"/>
                </a:lnTo>
                <a:lnTo>
                  <a:pt x="532257" y="73253"/>
                </a:lnTo>
                <a:lnTo>
                  <a:pt x="532257" y="108305"/>
                </a:lnTo>
                <a:lnTo>
                  <a:pt x="477304" y="108305"/>
                </a:lnTo>
                <a:lnTo>
                  <a:pt x="477304" y="73253"/>
                </a:lnTo>
                <a:lnTo>
                  <a:pt x="532257" y="73253"/>
                </a:lnTo>
                <a:lnTo>
                  <a:pt x="532257" y="61061"/>
                </a:lnTo>
                <a:lnTo>
                  <a:pt x="477304" y="61061"/>
                </a:lnTo>
                <a:lnTo>
                  <a:pt x="477304" y="25908"/>
                </a:lnTo>
                <a:lnTo>
                  <a:pt x="532257" y="25908"/>
                </a:lnTo>
                <a:lnTo>
                  <a:pt x="532257" y="12192"/>
                </a:lnTo>
                <a:lnTo>
                  <a:pt x="462064" y="12192"/>
                </a:lnTo>
                <a:lnTo>
                  <a:pt x="462064" y="25908"/>
                </a:lnTo>
                <a:lnTo>
                  <a:pt x="462064" y="61061"/>
                </a:lnTo>
                <a:lnTo>
                  <a:pt x="462064" y="73253"/>
                </a:lnTo>
                <a:lnTo>
                  <a:pt x="462064" y="108305"/>
                </a:lnTo>
                <a:lnTo>
                  <a:pt x="408724" y="108305"/>
                </a:lnTo>
                <a:lnTo>
                  <a:pt x="409600" y="100037"/>
                </a:lnTo>
                <a:lnTo>
                  <a:pt x="410057" y="91351"/>
                </a:lnTo>
                <a:lnTo>
                  <a:pt x="410222" y="82372"/>
                </a:lnTo>
                <a:lnTo>
                  <a:pt x="410248" y="73253"/>
                </a:lnTo>
                <a:lnTo>
                  <a:pt x="462064" y="73253"/>
                </a:lnTo>
                <a:lnTo>
                  <a:pt x="462064" y="61061"/>
                </a:lnTo>
                <a:lnTo>
                  <a:pt x="410248" y="61061"/>
                </a:lnTo>
                <a:lnTo>
                  <a:pt x="410248" y="25908"/>
                </a:lnTo>
                <a:lnTo>
                  <a:pt x="462064" y="25908"/>
                </a:lnTo>
                <a:lnTo>
                  <a:pt x="462064" y="12192"/>
                </a:lnTo>
                <a:lnTo>
                  <a:pt x="395008" y="12192"/>
                </a:lnTo>
                <a:lnTo>
                  <a:pt x="394957" y="82372"/>
                </a:lnTo>
                <a:lnTo>
                  <a:pt x="394716" y="96520"/>
                </a:lnTo>
                <a:lnTo>
                  <a:pt x="390436" y="135826"/>
                </a:lnTo>
                <a:lnTo>
                  <a:pt x="375094" y="173926"/>
                </a:lnTo>
                <a:lnTo>
                  <a:pt x="378142" y="178498"/>
                </a:lnTo>
                <a:lnTo>
                  <a:pt x="382714" y="183070"/>
                </a:lnTo>
                <a:lnTo>
                  <a:pt x="385864" y="186118"/>
                </a:lnTo>
                <a:lnTo>
                  <a:pt x="394144" y="172694"/>
                </a:lnTo>
                <a:lnTo>
                  <a:pt x="394271" y="172402"/>
                </a:lnTo>
                <a:lnTo>
                  <a:pt x="400723" y="157543"/>
                </a:lnTo>
                <a:lnTo>
                  <a:pt x="405574" y="140652"/>
                </a:lnTo>
                <a:lnTo>
                  <a:pt x="408724" y="122021"/>
                </a:lnTo>
                <a:lnTo>
                  <a:pt x="462064" y="122021"/>
                </a:lnTo>
                <a:lnTo>
                  <a:pt x="462064" y="181546"/>
                </a:lnTo>
                <a:lnTo>
                  <a:pt x="477304" y="181546"/>
                </a:lnTo>
                <a:lnTo>
                  <a:pt x="477304" y="122021"/>
                </a:lnTo>
                <a:lnTo>
                  <a:pt x="532257" y="122021"/>
                </a:lnTo>
                <a:lnTo>
                  <a:pt x="532257" y="163258"/>
                </a:lnTo>
                <a:lnTo>
                  <a:pt x="527608" y="167817"/>
                </a:lnTo>
                <a:lnTo>
                  <a:pt x="514845" y="167817"/>
                </a:lnTo>
                <a:lnTo>
                  <a:pt x="508736" y="167640"/>
                </a:lnTo>
                <a:lnTo>
                  <a:pt x="501751" y="167195"/>
                </a:lnTo>
                <a:lnTo>
                  <a:pt x="494068" y="166306"/>
                </a:lnTo>
                <a:lnTo>
                  <a:pt x="495592" y="172402"/>
                </a:lnTo>
                <a:lnTo>
                  <a:pt x="495719" y="177355"/>
                </a:lnTo>
                <a:lnTo>
                  <a:pt x="497116" y="181546"/>
                </a:lnTo>
                <a:lnTo>
                  <a:pt x="504850" y="181787"/>
                </a:lnTo>
                <a:lnTo>
                  <a:pt x="519188" y="182841"/>
                </a:lnTo>
                <a:lnTo>
                  <a:pt x="526072" y="183070"/>
                </a:lnTo>
                <a:lnTo>
                  <a:pt x="535597" y="181546"/>
                </a:lnTo>
                <a:lnTo>
                  <a:pt x="535139" y="181546"/>
                </a:lnTo>
                <a:lnTo>
                  <a:pt x="541197" y="177355"/>
                </a:lnTo>
                <a:lnTo>
                  <a:pt x="544804" y="170218"/>
                </a:lnTo>
                <a:lnTo>
                  <a:pt x="545084" y="167817"/>
                </a:lnTo>
                <a:lnTo>
                  <a:pt x="545160" y="167195"/>
                </a:lnTo>
                <a:lnTo>
                  <a:pt x="545261" y="166306"/>
                </a:lnTo>
                <a:lnTo>
                  <a:pt x="545973" y="160210"/>
                </a:lnTo>
                <a:lnTo>
                  <a:pt x="545973" y="122021"/>
                </a:lnTo>
                <a:lnTo>
                  <a:pt x="545973" y="108305"/>
                </a:lnTo>
                <a:lnTo>
                  <a:pt x="545973" y="73253"/>
                </a:lnTo>
                <a:lnTo>
                  <a:pt x="545973" y="61061"/>
                </a:lnTo>
                <a:lnTo>
                  <a:pt x="545973" y="25908"/>
                </a:lnTo>
                <a:lnTo>
                  <a:pt x="545973" y="12192"/>
                </a:lnTo>
                <a:close/>
              </a:path>
            </a:pathLst>
          </a:custGeom>
          <a:solidFill>
            <a:srgbClr val="4B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792479" y="3128772"/>
            <a:ext cx="4438015" cy="2466340"/>
            <a:chOff x="792479" y="3128772"/>
            <a:chExt cx="4438015" cy="2466340"/>
          </a:xfrm>
        </p:grpSpPr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2479" y="3128772"/>
              <a:ext cx="4437887" cy="246581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9811" y="3147722"/>
              <a:ext cx="4384366" cy="2422502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5509160" y="2842636"/>
            <a:ext cx="4384675" cy="3032760"/>
            <a:chOff x="5509160" y="2842636"/>
            <a:chExt cx="4384675" cy="3032760"/>
          </a:xfrm>
        </p:grpSpPr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09160" y="2842636"/>
              <a:ext cx="4384462" cy="303267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30796" y="4550664"/>
              <a:ext cx="379475" cy="3794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94219" y="4535423"/>
              <a:ext cx="452627" cy="44957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167658" y="4568761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152495" y="305085"/>
                  </a:moveTo>
                  <a:lnTo>
                    <a:pt x="108251" y="298608"/>
                  </a:lnTo>
                  <a:lnTo>
                    <a:pt x="94487" y="292893"/>
                  </a:lnTo>
                  <a:lnTo>
                    <a:pt x="87630" y="290321"/>
                  </a:lnTo>
                  <a:lnTo>
                    <a:pt x="44196" y="260889"/>
                  </a:lnTo>
                  <a:lnTo>
                    <a:pt x="17906" y="224218"/>
                  </a:lnTo>
                  <a:lnTo>
                    <a:pt x="12191" y="210502"/>
                  </a:lnTo>
                  <a:lnTo>
                    <a:pt x="9048" y="203644"/>
                  </a:lnTo>
                  <a:lnTo>
                    <a:pt x="261" y="160353"/>
                  </a:lnTo>
                  <a:lnTo>
                    <a:pt x="0" y="152590"/>
                  </a:lnTo>
                  <a:lnTo>
                    <a:pt x="261" y="145439"/>
                  </a:lnTo>
                  <a:lnTo>
                    <a:pt x="9048" y="101465"/>
                  </a:lnTo>
                  <a:lnTo>
                    <a:pt x="12191" y="94583"/>
                  </a:lnTo>
                  <a:lnTo>
                    <a:pt x="14763" y="87749"/>
                  </a:lnTo>
                  <a:lnTo>
                    <a:pt x="39624" y="49989"/>
                  </a:lnTo>
                  <a:lnTo>
                    <a:pt x="73914" y="21621"/>
                  </a:lnTo>
                  <a:lnTo>
                    <a:pt x="94487" y="12191"/>
                  </a:lnTo>
                  <a:lnTo>
                    <a:pt x="101360" y="9048"/>
                  </a:lnTo>
                  <a:lnTo>
                    <a:pt x="144732" y="261"/>
                  </a:lnTo>
                  <a:lnTo>
                    <a:pt x="152495" y="0"/>
                  </a:lnTo>
                  <a:lnTo>
                    <a:pt x="160258" y="261"/>
                  </a:lnTo>
                  <a:lnTo>
                    <a:pt x="203549" y="9048"/>
                  </a:lnTo>
                  <a:lnTo>
                    <a:pt x="210407" y="12191"/>
                  </a:lnTo>
                  <a:lnTo>
                    <a:pt x="217265" y="14763"/>
                  </a:lnTo>
                  <a:lnTo>
                    <a:pt x="260794" y="44195"/>
                  </a:lnTo>
                  <a:lnTo>
                    <a:pt x="287083" y="81057"/>
                  </a:lnTo>
                  <a:lnTo>
                    <a:pt x="292798" y="94583"/>
                  </a:lnTo>
                  <a:lnTo>
                    <a:pt x="295941" y="101465"/>
                  </a:lnTo>
                  <a:lnTo>
                    <a:pt x="304728" y="145439"/>
                  </a:lnTo>
                  <a:lnTo>
                    <a:pt x="304990" y="152590"/>
                  </a:lnTo>
                  <a:lnTo>
                    <a:pt x="304728" y="160353"/>
                  </a:lnTo>
                  <a:lnTo>
                    <a:pt x="295941" y="203644"/>
                  </a:lnTo>
                  <a:lnTo>
                    <a:pt x="292798" y="210502"/>
                  </a:lnTo>
                  <a:lnTo>
                    <a:pt x="290226" y="217360"/>
                  </a:lnTo>
                  <a:lnTo>
                    <a:pt x="260794" y="260889"/>
                  </a:lnTo>
                  <a:lnTo>
                    <a:pt x="224123" y="287178"/>
                  </a:lnTo>
                  <a:lnTo>
                    <a:pt x="210407" y="292893"/>
                  </a:lnTo>
                  <a:lnTo>
                    <a:pt x="203549" y="296036"/>
                  </a:lnTo>
                  <a:lnTo>
                    <a:pt x="160258" y="304823"/>
                  </a:lnTo>
                  <a:lnTo>
                    <a:pt x="152495" y="305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66717" y="4670964"/>
              <a:ext cx="112871" cy="9001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511796" y="4550664"/>
              <a:ext cx="381000" cy="3794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75220" y="4535423"/>
              <a:ext cx="454151" cy="44957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48943" y="4568761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152495" y="305085"/>
                  </a:moveTo>
                  <a:lnTo>
                    <a:pt x="108251" y="298608"/>
                  </a:lnTo>
                  <a:lnTo>
                    <a:pt x="94487" y="292893"/>
                  </a:lnTo>
                  <a:lnTo>
                    <a:pt x="87630" y="290321"/>
                  </a:lnTo>
                  <a:lnTo>
                    <a:pt x="44196" y="260889"/>
                  </a:lnTo>
                  <a:lnTo>
                    <a:pt x="17906" y="224218"/>
                  </a:lnTo>
                  <a:lnTo>
                    <a:pt x="12191" y="210502"/>
                  </a:lnTo>
                  <a:lnTo>
                    <a:pt x="9048" y="203644"/>
                  </a:lnTo>
                  <a:lnTo>
                    <a:pt x="261" y="160353"/>
                  </a:lnTo>
                  <a:lnTo>
                    <a:pt x="0" y="152590"/>
                  </a:lnTo>
                  <a:lnTo>
                    <a:pt x="261" y="145439"/>
                  </a:lnTo>
                  <a:lnTo>
                    <a:pt x="9048" y="101465"/>
                  </a:lnTo>
                  <a:lnTo>
                    <a:pt x="12191" y="94583"/>
                  </a:lnTo>
                  <a:lnTo>
                    <a:pt x="14763" y="87749"/>
                  </a:lnTo>
                  <a:lnTo>
                    <a:pt x="39624" y="49989"/>
                  </a:lnTo>
                  <a:lnTo>
                    <a:pt x="73914" y="21621"/>
                  </a:lnTo>
                  <a:lnTo>
                    <a:pt x="94487" y="12191"/>
                  </a:lnTo>
                  <a:lnTo>
                    <a:pt x="101360" y="9048"/>
                  </a:lnTo>
                  <a:lnTo>
                    <a:pt x="144732" y="261"/>
                  </a:lnTo>
                  <a:lnTo>
                    <a:pt x="152495" y="0"/>
                  </a:lnTo>
                  <a:lnTo>
                    <a:pt x="160258" y="261"/>
                  </a:lnTo>
                  <a:lnTo>
                    <a:pt x="203549" y="9048"/>
                  </a:lnTo>
                  <a:lnTo>
                    <a:pt x="210407" y="12191"/>
                  </a:lnTo>
                  <a:lnTo>
                    <a:pt x="217265" y="14763"/>
                  </a:lnTo>
                  <a:lnTo>
                    <a:pt x="260794" y="44195"/>
                  </a:lnTo>
                  <a:lnTo>
                    <a:pt x="287083" y="81057"/>
                  </a:lnTo>
                  <a:lnTo>
                    <a:pt x="292798" y="94583"/>
                  </a:lnTo>
                  <a:lnTo>
                    <a:pt x="295941" y="101465"/>
                  </a:lnTo>
                  <a:lnTo>
                    <a:pt x="304728" y="145439"/>
                  </a:lnTo>
                  <a:lnTo>
                    <a:pt x="304990" y="152590"/>
                  </a:lnTo>
                  <a:lnTo>
                    <a:pt x="304728" y="160353"/>
                  </a:lnTo>
                  <a:lnTo>
                    <a:pt x="295941" y="203644"/>
                  </a:lnTo>
                  <a:lnTo>
                    <a:pt x="292798" y="210502"/>
                  </a:lnTo>
                  <a:lnTo>
                    <a:pt x="290226" y="217360"/>
                  </a:lnTo>
                  <a:lnTo>
                    <a:pt x="260794" y="260889"/>
                  </a:lnTo>
                  <a:lnTo>
                    <a:pt x="224123" y="287178"/>
                  </a:lnTo>
                  <a:lnTo>
                    <a:pt x="210407" y="292893"/>
                  </a:lnTo>
                  <a:lnTo>
                    <a:pt x="203549" y="296036"/>
                  </a:lnTo>
                  <a:lnTo>
                    <a:pt x="160258" y="304823"/>
                  </a:lnTo>
                  <a:lnTo>
                    <a:pt x="152495" y="305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47908" y="4670964"/>
              <a:ext cx="93154" cy="8848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94320" y="4550664"/>
              <a:ext cx="379475" cy="3794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57744" y="4535423"/>
              <a:ext cx="452627" cy="44957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930134" y="4568761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152495" y="305085"/>
                  </a:moveTo>
                  <a:lnTo>
                    <a:pt x="108251" y="298608"/>
                  </a:lnTo>
                  <a:lnTo>
                    <a:pt x="94487" y="292893"/>
                  </a:lnTo>
                  <a:lnTo>
                    <a:pt x="87630" y="290321"/>
                  </a:lnTo>
                  <a:lnTo>
                    <a:pt x="44196" y="260889"/>
                  </a:lnTo>
                  <a:lnTo>
                    <a:pt x="17906" y="224218"/>
                  </a:lnTo>
                  <a:lnTo>
                    <a:pt x="12191" y="210502"/>
                  </a:lnTo>
                  <a:lnTo>
                    <a:pt x="9048" y="203644"/>
                  </a:lnTo>
                  <a:lnTo>
                    <a:pt x="261" y="160353"/>
                  </a:lnTo>
                  <a:lnTo>
                    <a:pt x="0" y="152590"/>
                  </a:lnTo>
                  <a:lnTo>
                    <a:pt x="261" y="145439"/>
                  </a:lnTo>
                  <a:lnTo>
                    <a:pt x="9048" y="101465"/>
                  </a:lnTo>
                  <a:lnTo>
                    <a:pt x="12191" y="94583"/>
                  </a:lnTo>
                  <a:lnTo>
                    <a:pt x="14763" y="87749"/>
                  </a:lnTo>
                  <a:lnTo>
                    <a:pt x="39624" y="49989"/>
                  </a:lnTo>
                  <a:lnTo>
                    <a:pt x="73914" y="21621"/>
                  </a:lnTo>
                  <a:lnTo>
                    <a:pt x="94487" y="12191"/>
                  </a:lnTo>
                  <a:lnTo>
                    <a:pt x="101360" y="9048"/>
                  </a:lnTo>
                  <a:lnTo>
                    <a:pt x="144732" y="261"/>
                  </a:lnTo>
                  <a:lnTo>
                    <a:pt x="152495" y="0"/>
                  </a:lnTo>
                  <a:lnTo>
                    <a:pt x="160258" y="261"/>
                  </a:lnTo>
                  <a:lnTo>
                    <a:pt x="203549" y="9048"/>
                  </a:lnTo>
                  <a:lnTo>
                    <a:pt x="210407" y="12191"/>
                  </a:lnTo>
                  <a:lnTo>
                    <a:pt x="217265" y="14763"/>
                  </a:lnTo>
                  <a:lnTo>
                    <a:pt x="260794" y="44195"/>
                  </a:lnTo>
                  <a:lnTo>
                    <a:pt x="287083" y="81057"/>
                  </a:lnTo>
                  <a:lnTo>
                    <a:pt x="292798" y="94583"/>
                  </a:lnTo>
                  <a:lnTo>
                    <a:pt x="295941" y="101465"/>
                  </a:lnTo>
                  <a:lnTo>
                    <a:pt x="304728" y="145439"/>
                  </a:lnTo>
                  <a:lnTo>
                    <a:pt x="304990" y="152590"/>
                  </a:lnTo>
                  <a:lnTo>
                    <a:pt x="304728" y="160353"/>
                  </a:lnTo>
                  <a:lnTo>
                    <a:pt x="295941" y="203644"/>
                  </a:lnTo>
                  <a:lnTo>
                    <a:pt x="292798" y="210502"/>
                  </a:lnTo>
                  <a:lnTo>
                    <a:pt x="290226" y="217360"/>
                  </a:lnTo>
                  <a:lnTo>
                    <a:pt x="260794" y="260889"/>
                  </a:lnTo>
                  <a:lnTo>
                    <a:pt x="224123" y="287178"/>
                  </a:lnTo>
                  <a:lnTo>
                    <a:pt x="210407" y="292893"/>
                  </a:lnTo>
                  <a:lnTo>
                    <a:pt x="203549" y="296036"/>
                  </a:lnTo>
                  <a:lnTo>
                    <a:pt x="160258" y="304823"/>
                  </a:lnTo>
                  <a:lnTo>
                    <a:pt x="152495" y="305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29194" y="4670964"/>
              <a:ext cx="111442" cy="884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30796" y="4931664"/>
              <a:ext cx="379475" cy="3794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94219" y="4916423"/>
              <a:ext cx="452627" cy="44958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167658" y="4950047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152495" y="305085"/>
                  </a:moveTo>
                  <a:lnTo>
                    <a:pt x="108251" y="298608"/>
                  </a:lnTo>
                  <a:lnTo>
                    <a:pt x="94487" y="292893"/>
                  </a:lnTo>
                  <a:lnTo>
                    <a:pt x="87630" y="290321"/>
                  </a:lnTo>
                  <a:lnTo>
                    <a:pt x="44196" y="260889"/>
                  </a:lnTo>
                  <a:lnTo>
                    <a:pt x="17906" y="224218"/>
                  </a:lnTo>
                  <a:lnTo>
                    <a:pt x="12191" y="210502"/>
                  </a:lnTo>
                  <a:lnTo>
                    <a:pt x="9048" y="203644"/>
                  </a:lnTo>
                  <a:lnTo>
                    <a:pt x="261" y="160353"/>
                  </a:lnTo>
                  <a:lnTo>
                    <a:pt x="0" y="152590"/>
                  </a:lnTo>
                  <a:lnTo>
                    <a:pt x="261" y="145439"/>
                  </a:lnTo>
                  <a:lnTo>
                    <a:pt x="9048" y="101465"/>
                  </a:lnTo>
                  <a:lnTo>
                    <a:pt x="12191" y="94583"/>
                  </a:lnTo>
                  <a:lnTo>
                    <a:pt x="14763" y="87749"/>
                  </a:lnTo>
                  <a:lnTo>
                    <a:pt x="39624" y="49989"/>
                  </a:lnTo>
                  <a:lnTo>
                    <a:pt x="73914" y="21621"/>
                  </a:lnTo>
                  <a:lnTo>
                    <a:pt x="94487" y="12191"/>
                  </a:lnTo>
                  <a:lnTo>
                    <a:pt x="101360" y="9048"/>
                  </a:lnTo>
                  <a:lnTo>
                    <a:pt x="144732" y="261"/>
                  </a:lnTo>
                  <a:lnTo>
                    <a:pt x="152495" y="0"/>
                  </a:lnTo>
                  <a:lnTo>
                    <a:pt x="160258" y="261"/>
                  </a:lnTo>
                  <a:lnTo>
                    <a:pt x="203549" y="9048"/>
                  </a:lnTo>
                  <a:lnTo>
                    <a:pt x="210407" y="12191"/>
                  </a:lnTo>
                  <a:lnTo>
                    <a:pt x="217265" y="14763"/>
                  </a:lnTo>
                  <a:lnTo>
                    <a:pt x="260794" y="44195"/>
                  </a:lnTo>
                  <a:lnTo>
                    <a:pt x="287083" y="81057"/>
                  </a:lnTo>
                  <a:lnTo>
                    <a:pt x="292798" y="94583"/>
                  </a:lnTo>
                  <a:lnTo>
                    <a:pt x="295941" y="101465"/>
                  </a:lnTo>
                  <a:lnTo>
                    <a:pt x="304728" y="145439"/>
                  </a:lnTo>
                  <a:lnTo>
                    <a:pt x="304990" y="152590"/>
                  </a:lnTo>
                  <a:lnTo>
                    <a:pt x="304728" y="160353"/>
                  </a:lnTo>
                  <a:lnTo>
                    <a:pt x="295941" y="203644"/>
                  </a:lnTo>
                  <a:lnTo>
                    <a:pt x="292798" y="210502"/>
                  </a:lnTo>
                  <a:lnTo>
                    <a:pt x="290226" y="217360"/>
                  </a:lnTo>
                  <a:lnTo>
                    <a:pt x="260794" y="260889"/>
                  </a:lnTo>
                  <a:lnTo>
                    <a:pt x="224123" y="287178"/>
                  </a:lnTo>
                  <a:lnTo>
                    <a:pt x="210407" y="292893"/>
                  </a:lnTo>
                  <a:lnTo>
                    <a:pt x="203549" y="296036"/>
                  </a:lnTo>
                  <a:lnTo>
                    <a:pt x="160258" y="304823"/>
                  </a:lnTo>
                  <a:lnTo>
                    <a:pt x="152495" y="305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266717" y="5052345"/>
              <a:ext cx="108299" cy="9001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11796" y="4931664"/>
              <a:ext cx="381000" cy="3794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75220" y="4916423"/>
              <a:ext cx="454151" cy="44958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548943" y="4950047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152495" y="305085"/>
                  </a:moveTo>
                  <a:lnTo>
                    <a:pt x="108251" y="298608"/>
                  </a:lnTo>
                  <a:lnTo>
                    <a:pt x="94487" y="292893"/>
                  </a:lnTo>
                  <a:lnTo>
                    <a:pt x="87630" y="290321"/>
                  </a:lnTo>
                  <a:lnTo>
                    <a:pt x="44196" y="260889"/>
                  </a:lnTo>
                  <a:lnTo>
                    <a:pt x="17906" y="224218"/>
                  </a:lnTo>
                  <a:lnTo>
                    <a:pt x="12191" y="210502"/>
                  </a:lnTo>
                  <a:lnTo>
                    <a:pt x="9048" y="203644"/>
                  </a:lnTo>
                  <a:lnTo>
                    <a:pt x="261" y="160353"/>
                  </a:lnTo>
                  <a:lnTo>
                    <a:pt x="0" y="152590"/>
                  </a:lnTo>
                  <a:lnTo>
                    <a:pt x="261" y="145439"/>
                  </a:lnTo>
                  <a:lnTo>
                    <a:pt x="9048" y="101465"/>
                  </a:lnTo>
                  <a:lnTo>
                    <a:pt x="12191" y="94583"/>
                  </a:lnTo>
                  <a:lnTo>
                    <a:pt x="14763" y="87749"/>
                  </a:lnTo>
                  <a:lnTo>
                    <a:pt x="39624" y="49989"/>
                  </a:lnTo>
                  <a:lnTo>
                    <a:pt x="73914" y="21621"/>
                  </a:lnTo>
                  <a:lnTo>
                    <a:pt x="94487" y="12191"/>
                  </a:lnTo>
                  <a:lnTo>
                    <a:pt x="101360" y="9048"/>
                  </a:lnTo>
                  <a:lnTo>
                    <a:pt x="144732" y="261"/>
                  </a:lnTo>
                  <a:lnTo>
                    <a:pt x="152495" y="0"/>
                  </a:lnTo>
                  <a:lnTo>
                    <a:pt x="160258" y="261"/>
                  </a:lnTo>
                  <a:lnTo>
                    <a:pt x="203549" y="9048"/>
                  </a:lnTo>
                  <a:lnTo>
                    <a:pt x="210407" y="12191"/>
                  </a:lnTo>
                  <a:lnTo>
                    <a:pt x="217265" y="14763"/>
                  </a:lnTo>
                  <a:lnTo>
                    <a:pt x="260794" y="44195"/>
                  </a:lnTo>
                  <a:lnTo>
                    <a:pt x="287083" y="81057"/>
                  </a:lnTo>
                  <a:lnTo>
                    <a:pt x="292798" y="94583"/>
                  </a:lnTo>
                  <a:lnTo>
                    <a:pt x="295941" y="101465"/>
                  </a:lnTo>
                  <a:lnTo>
                    <a:pt x="304728" y="145439"/>
                  </a:lnTo>
                  <a:lnTo>
                    <a:pt x="304990" y="152590"/>
                  </a:lnTo>
                  <a:lnTo>
                    <a:pt x="304728" y="160353"/>
                  </a:lnTo>
                  <a:lnTo>
                    <a:pt x="295941" y="203644"/>
                  </a:lnTo>
                  <a:lnTo>
                    <a:pt x="292798" y="210502"/>
                  </a:lnTo>
                  <a:lnTo>
                    <a:pt x="290226" y="217360"/>
                  </a:lnTo>
                  <a:lnTo>
                    <a:pt x="260794" y="260889"/>
                  </a:lnTo>
                  <a:lnTo>
                    <a:pt x="224123" y="287178"/>
                  </a:lnTo>
                  <a:lnTo>
                    <a:pt x="210407" y="292893"/>
                  </a:lnTo>
                  <a:lnTo>
                    <a:pt x="203549" y="296036"/>
                  </a:lnTo>
                  <a:lnTo>
                    <a:pt x="160258" y="304823"/>
                  </a:lnTo>
                  <a:lnTo>
                    <a:pt x="152495" y="305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647908" y="5053869"/>
              <a:ext cx="114490" cy="8696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894320" y="4931664"/>
              <a:ext cx="379475" cy="3794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857744" y="4916423"/>
              <a:ext cx="452627" cy="449580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930134" y="4950047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152495" y="305085"/>
                  </a:moveTo>
                  <a:lnTo>
                    <a:pt x="108251" y="298608"/>
                  </a:lnTo>
                  <a:lnTo>
                    <a:pt x="94487" y="292893"/>
                  </a:lnTo>
                  <a:lnTo>
                    <a:pt x="87630" y="290321"/>
                  </a:lnTo>
                  <a:lnTo>
                    <a:pt x="44196" y="260889"/>
                  </a:lnTo>
                  <a:lnTo>
                    <a:pt x="17906" y="224218"/>
                  </a:lnTo>
                  <a:lnTo>
                    <a:pt x="12191" y="210502"/>
                  </a:lnTo>
                  <a:lnTo>
                    <a:pt x="9048" y="203644"/>
                  </a:lnTo>
                  <a:lnTo>
                    <a:pt x="261" y="160353"/>
                  </a:lnTo>
                  <a:lnTo>
                    <a:pt x="0" y="152590"/>
                  </a:lnTo>
                  <a:lnTo>
                    <a:pt x="261" y="145439"/>
                  </a:lnTo>
                  <a:lnTo>
                    <a:pt x="9048" y="101465"/>
                  </a:lnTo>
                  <a:lnTo>
                    <a:pt x="12191" y="94583"/>
                  </a:lnTo>
                  <a:lnTo>
                    <a:pt x="14763" y="87749"/>
                  </a:lnTo>
                  <a:lnTo>
                    <a:pt x="39624" y="49989"/>
                  </a:lnTo>
                  <a:lnTo>
                    <a:pt x="73914" y="21621"/>
                  </a:lnTo>
                  <a:lnTo>
                    <a:pt x="94487" y="12191"/>
                  </a:lnTo>
                  <a:lnTo>
                    <a:pt x="101360" y="9048"/>
                  </a:lnTo>
                  <a:lnTo>
                    <a:pt x="144732" y="261"/>
                  </a:lnTo>
                  <a:lnTo>
                    <a:pt x="152495" y="0"/>
                  </a:lnTo>
                  <a:lnTo>
                    <a:pt x="160258" y="261"/>
                  </a:lnTo>
                  <a:lnTo>
                    <a:pt x="203549" y="9048"/>
                  </a:lnTo>
                  <a:lnTo>
                    <a:pt x="210407" y="12191"/>
                  </a:lnTo>
                  <a:lnTo>
                    <a:pt x="217265" y="14763"/>
                  </a:lnTo>
                  <a:lnTo>
                    <a:pt x="260794" y="44195"/>
                  </a:lnTo>
                  <a:lnTo>
                    <a:pt x="287083" y="81057"/>
                  </a:lnTo>
                  <a:lnTo>
                    <a:pt x="292798" y="94583"/>
                  </a:lnTo>
                  <a:lnTo>
                    <a:pt x="295941" y="101465"/>
                  </a:lnTo>
                  <a:lnTo>
                    <a:pt x="304728" y="145439"/>
                  </a:lnTo>
                  <a:lnTo>
                    <a:pt x="304990" y="152590"/>
                  </a:lnTo>
                  <a:lnTo>
                    <a:pt x="304728" y="160353"/>
                  </a:lnTo>
                  <a:lnTo>
                    <a:pt x="295941" y="203644"/>
                  </a:lnTo>
                  <a:lnTo>
                    <a:pt x="292798" y="210502"/>
                  </a:lnTo>
                  <a:lnTo>
                    <a:pt x="290226" y="217360"/>
                  </a:lnTo>
                  <a:lnTo>
                    <a:pt x="260794" y="260889"/>
                  </a:lnTo>
                  <a:lnTo>
                    <a:pt x="224123" y="287178"/>
                  </a:lnTo>
                  <a:lnTo>
                    <a:pt x="210407" y="292893"/>
                  </a:lnTo>
                  <a:lnTo>
                    <a:pt x="203549" y="296036"/>
                  </a:lnTo>
                  <a:lnTo>
                    <a:pt x="160258" y="304823"/>
                  </a:lnTo>
                  <a:lnTo>
                    <a:pt x="152495" y="305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29194" y="5053869"/>
              <a:ext cx="108299" cy="8848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30796" y="5312664"/>
              <a:ext cx="379475" cy="3810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094219" y="5297423"/>
              <a:ext cx="452627" cy="45110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167658" y="5331428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152495" y="305085"/>
                  </a:moveTo>
                  <a:lnTo>
                    <a:pt x="108251" y="298608"/>
                  </a:lnTo>
                  <a:lnTo>
                    <a:pt x="94487" y="292893"/>
                  </a:lnTo>
                  <a:lnTo>
                    <a:pt x="87630" y="290321"/>
                  </a:lnTo>
                  <a:lnTo>
                    <a:pt x="44196" y="260889"/>
                  </a:lnTo>
                  <a:lnTo>
                    <a:pt x="17906" y="224218"/>
                  </a:lnTo>
                  <a:lnTo>
                    <a:pt x="12191" y="210502"/>
                  </a:lnTo>
                  <a:lnTo>
                    <a:pt x="9048" y="203644"/>
                  </a:lnTo>
                  <a:lnTo>
                    <a:pt x="261" y="160353"/>
                  </a:lnTo>
                  <a:lnTo>
                    <a:pt x="0" y="152590"/>
                  </a:lnTo>
                  <a:lnTo>
                    <a:pt x="261" y="145439"/>
                  </a:lnTo>
                  <a:lnTo>
                    <a:pt x="9048" y="101465"/>
                  </a:lnTo>
                  <a:lnTo>
                    <a:pt x="12191" y="94583"/>
                  </a:lnTo>
                  <a:lnTo>
                    <a:pt x="14763" y="87749"/>
                  </a:lnTo>
                  <a:lnTo>
                    <a:pt x="39624" y="49989"/>
                  </a:lnTo>
                  <a:lnTo>
                    <a:pt x="73914" y="21621"/>
                  </a:lnTo>
                  <a:lnTo>
                    <a:pt x="94487" y="12191"/>
                  </a:lnTo>
                  <a:lnTo>
                    <a:pt x="101360" y="9048"/>
                  </a:lnTo>
                  <a:lnTo>
                    <a:pt x="144732" y="261"/>
                  </a:lnTo>
                  <a:lnTo>
                    <a:pt x="152495" y="0"/>
                  </a:lnTo>
                  <a:lnTo>
                    <a:pt x="160258" y="261"/>
                  </a:lnTo>
                  <a:lnTo>
                    <a:pt x="203549" y="9048"/>
                  </a:lnTo>
                  <a:lnTo>
                    <a:pt x="210407" y="12191"/>
                  </a:lnTo>
                  <a:lnTo>
                    <a:pt x="217265" y="14763"/>
                  </a:lnTo>
                  <a:lnTo>
                    <a:pt x="260794" y="44195"/>
                  </a:lnTo>
                  <a:lnTo>
                    <a:pt x="287083" y="81057"/>
                  </a:lnTo>
                  <a:lnTo>
                    <a:pt x="292798" y="94583"/>
                  </a:lnTo>
                  <a:lnTo>
                    <a:pt x="295941" y="101465"/>
                  </a:lnTo>
                  <a:lnTo>
                    <a:pt x="304728" y="145439"/>
                  </a:lnTo>
                  <a:lnTo>
                    <a:pt x="304990" y="152590"/>
                  </a:lnTo>
                  <a:lnTo>
                    <a:pt x="304728" y="160353"/>
                  </a:lnTo>
                  <a:lnTo>
                    <a:pt x="295941" y="203644"/>
                  </a:lnTo>
                  <a:lnTo>
                    <a:pt x="292798" y="210502"/>
                  </a:lnTo>
                  <a:lnTo>
                    <a:pt x="290226" y="217360"/>
                  </a:lnTo>
                  <a:lnTo>
                    <a:pt x="260794" y="260889"/>
                  </a:lnTo>
                  <a:lnTo>
                    <a:pt x="224123" y="287178"/>
                  </a:lnTo>
                  <a:lnTo>
                    <a:pt x="210407" y="292893"/>
                  </a:lnTo>
                  <a:lnTo>
                    <a:pt x="203549" y="296036"/>
                  </a:lnTo>
                  <a:lnTo>
                    <a:pt x="160258" y="304823"/>
                  </a:lnTo>
                  <a:lnTo>
                    <a:pt x="152495" y="305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266717" y="5433726"/>
              <a:ext cx="112871" cy="9001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511796" y="5312664"/>
              <a:ext cx="381000" cy="3810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475220" y="5297423"/>
              <a:ext cx="454151" cy="45110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548943" y="5331428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152495" y="305085"/>
                  </a:moveTo>
                  <a:lnTo>
                    <a:pt x="108251" y="298608"/>
                  </a:lnTo>
                  <a:lnTo>
                    <a:pt x="94487" y="292893"/>
                  </a:lnTo>
                  <a:lnTo>
                    <a:pt x="87630" y="290321"/>
                  </a:lnTo>
                  <a:lnTo>
                    <a:pt x="44196" y="260889"/>
                  </a:lnTo>
                  <a:lnTo>
                    <a:pt x="17906" y="224218"/>
                  </a:lnTo>
                  <a:lnTo>
                    <a:pt x="12191" y="210502"/>
                  </a:lnTo>
                  <a:lnTo>
                    <a:pt x="9048" y="203644"/>
                  </a:lnTo>
                  <a:lnTo>
                    <a:pt x="261" y="160353"/>
                  </a:lnTo>
                  <a:lnTo>
                    <a:pt x="0" y="152590"/>
                  </a:lnTo>
                  <a:lnTo>
                    <a:pt x="261" y="145439"/>
                  </a:lnTo>
                  <a:lnTo>
                    <a:pt x="9048" y="101465"/>
                  </a:lnTo>
                  <a:lnTo>
                    <a:pt x="12191" y="94583"/>
                  </a:lnTo>
                  <a:lnTo>
                    <a:pt x="14763" y="87749"/>
                  </a:lnTo>
                  <a:lnTo>
                    <a:pt x="39624" y="49989"/>
                  </a:lnTo>
                  <a:lnTo>
                    <a:pt x="73914" y="21621"/>
                  </a:lnTo>
                  <a:lnTo>
                    <a:pt x="94487" y="12191"/>
                  </a:lnTo>
                  <a:lnTo>
                    <a:pt x="101360" y="9048"/>
                  </a:lnTo>
                  <a:lnTo>
                    <a:pt x="144732" y="261"/>
                  </a:lnTo>
                  <a:lnTo>
                    <a:pt x="152495" y="0"/>
                  </a:lnTo>
                  <a:lnTo>
                    <a:pt x="160258" y="261"/>
                  </a:lnTo>
                  <a:lnTo>
                    <a:pt x="203549" y="9048"/>
                  </a:lnTo>
                  <a:lnTo>
                    <a:pt x="210407" y="12191"/>
                  </a:lnTo>
                  <a:lnTo>
                    <a:pt x="217265" y="14763"/>
                  </a:lnTo>
                  <a:lnTo>
                    <a:pt x="260794" y="44195"/>
                  </a:lnTo>
                  <a:lnTo>
                    <a:pt x="287083" y="81057"/>
                  </a:lnTo>
                  <a:lnTo>
                    <a:pt x="292798" y="94583"/>
                  </a:lnTo>
                  <a:lnTo>
                    <a:pt x="295941" y="101465"/>
                  </a:lnTo>
                  <a:lnTo>
                    <a:pt x="304728" y="145439"/>
                  </a:lnTo>
                  <a:lnTo>
                    <a:pt x="304990" y="152590"/>
                  </a:lnTo>
                  <a:lnTo>
                    <a:pt x="304728" y="160353"/>
                  </a:lnTo>
                  <a:lnTo>
                    <a:pt x="295941" y="203644"/>
                  </a:lnTo>
                  <a:lnTo>
                    <a:pt x="292798" y="210502"/>
                  </a:lnTo>
                  <a:lnTo>
                    <a:pt x="290226" y="217360"/>
                  </a:lnTo>
                  <a:lnTo>
                    <a:pt x="260794" y="260889"/>
                  </a:lnTo>
                  <a:lnTo>
                    <a:pt x="224123" y="287178"/>
                  </a:lnTo>
                  <a:lnTo>
                    <a:pt x="210407" y="292893"/>
                  </a:lnTo>
                  <a:lnTo>
                    <a:pt x="203549" y="296036"/>
                  </a:lnTo>
                  <a:lnTo>
                    <a:pt x="160258" y="304823"/>
                  </a:lnTo>
                  <a:lnTo>
                    <a:pt x="152495" y="305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47908" y="5435250"/>
              <a:ext cx="111442" cy="86963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894320" y="5312664"/>
              <a:ext cx="379475" cy="3810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857744" y="5297423"/>
              <a:ext cx="452627" cy="45110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930134" y="5331428"/>
              <a:ext cx="305435" cy="305435"/>
            </a:xfrm>
            <a:custGeom>
              <a:avLst/>
              <a:gdLst/>
              <a:ahLst/>
              <a:cxnLst/>
              <a:rect l="l" t="t" r="r" b="b"/>
              <a:pathLst>
                <a:path w="305434" h="305435">
                  <a:moveTo>
                    <a:pt x="152495" y="305085"/>
                  </a:moveTo>
                  <a:lnTo>
                    <a:pt x="108251" y="298608"/>
                  </a:lnTo>
                  <a:lnTo>
                    <a:pt x="94487" y="292893"/>
                  </a:lnTo>
                  <a:lnTo>
                    <a:pt x="87630" y="290321"/>
                  </a:lnTo>
                  <a:lnTo>
                    <a:pt x="44196" y="260889"/>
                  </a:lnTo>
                  <a:lnTo>
                    <a:pt x="17906" y="224218"/>
                  </a:lnTo>
                  <a:lnTo>
                    <a:pt x="12191" y="210502"/>
                  </a:lnTo>
                  <a:lnTo>
                    <a:pt x="9048" y="203644"/>
                  </a:lnTo>
                  <a:lnTo>
                    <a:pt x="261" y="160353"/>
                  </a:lnTo>
                  <a:lnTo>
                    <a:pt x="0" y="152590"/>
                  </a:lnTo>
                  <a:lnTo>
                    <a:pt x="261" y="145439"/>
                  </a:lnTo>
                  <a:lnTo>
                    <a:pt x="9048" y="101465"/>
                  </a:lnTo>
                  <a:lnTo>
                    <a:pt x="12191" y="94583"/>
                  </a:lnTo>
                  <a:lnTo>
                    <a:pt x="14763" y="87749"/>
                  </a:lnTo>
                  <a:lnTo>
                    <a:pt x="39624" y="49989"/>
                  </a:lnTo>
                  <a:lnTo>
                    <a:pt x="73914" y="21621"/>
                  </a:lnTo>
                  <a:lnTo>
                    <a:pt x="94487" y="12191"/>
                  </a:lnTo>
                  <a:lnTo>
                    <a:pt x="101360" y="9048"/>
                  </a:lnTo>
                  <a:lnTo>
                    <a:pt x="144732" y="261"/>
                  </a:lnTo>
                  <a:lnTo>
                    <a:pt x="152495" y="0"/>
                  </a:lnTo>
                  <a:lnTo>
                    <a:pt x="160258" y="261"/>
                  </a:lnTo>
                  <a:lnTo>
                    <a:pt x="203549" y="9048"/>
                  </a:lnTo>
                  <a:lnTo>
                    <a:pt x="210407" y="12191"/>
                  </a:lnTo>
                  <a:lnTo>
                    <a:pt x="217265" y="14763"/>
                  </a:lnTo>
                  <a:lnTo>
                    <a:pt x="260794" y="44195"/>
                  </a:lnTo>
                  <a:lnTo>
                    <a:pt x="287083" y="81057"/>
                  </a:lnTo>
                  <a:lnTo>
                    <a:pt x="292798" y="94583"/>
                  </a:lnTo>
                  <a:lnTo>
                    <a:pt x="295941" y="101465"/>
                  </a:lnTo>
                  <a:lnTo>
                    <a:pt x="304728" y="145439"/>
                  </a:lnTo>
                  <a:lnTo>
                    <a:pt x="304990" y="152590"/>
                  </a:lnTo>
                  <a:lnTo>
                    <a:pt x="304728" y="160353"/>
                  </a:lnTo>
                  <a:lnTo>
                    <a:pt x="295941" y="203644"/>
                  </a:lnTo>
                  <a:lnTo>
                    <a:pt x="292798" y="210502"/>
                  </a:lnTo>
                  <a:lnTo>
                    <a:pt x="290226" y="217360"/>
                  </a:lnTo>
                  <a:lnTo>
                    <a:pt x="260794" y="260889"/>
                  </a:lnTo>
                  <a:lnTo>
                    <a:pt x="224123" y="287178"/>
                  </a:lnTo>
                  <a:lnTo>
                    <a:pt x="210407" y="292893"/>
                  </a:lnTo>
                  <a:lnTo>
                    <a:pt x="203549" y="296036"/>
                  </a:lnTo>
                  <a:lnTo>
                    <a:pt x="160258" y="304823"/>
                  </a:lnTo>
                  <a:lnTo>
                    <a:pt x="152495" y="3050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029194" y="5433726"/>
              <a:ext cx="111442" cy="90011"/>
            </a:xfrm>
            <a:prstGeom prst="rect">
              <a:avLst/>
            </a:prstGeom>
          </p:spPr>
        </p:pic>
      </p:grpSp>
      <p:grpSp>
        <p:nvGrpSpPr>
          <p:cNvPr id="63" name="object 63"/>
          <p:cNvGrpSpPr/>
          <p:nvPr/>
        </p:nvGrpSpPr>
        <p:grpSpPr>
          <a:xfrm>
            <a:off x="10150602" y="7288720"/>
            <a:ext cx="226060" cy="74930"/>
            <a:chOff x="10150602" y="7288720"/>
            <a:chExt cx="226060" cy="74930"/>
          </a:xfrm>
        </p:grpSpPr>
        <p:sp>
          <p:nvSpPr>
            <p:cNvPr id="64" name="object 64"/>
            <p:cNvSpPr/>
            <p:nvPr/>
          </p:nvSpPr>
          <p:spPr>
            <a:xfrm>
              <a:off x="10150602" y="7288720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40" h="73659">
                  <a:moveTo>
                    <a:pt x="27431" y="73247"/>
                  </a:moveTo>
                  <a:lnTo>
                    <a:pt x="18287" y="73247"/>
                  </a:lnTo>
                  <a:lnTo>
                    <a:pt x="18287" y="16764"/>
                  </a:lnTo>
                  <a:lnTo>
                    <a:pt x="16763" y="18288"/>
                  </a:lnTo>
                  <a:lnTo>
                    <a:pt x="13715" y="19812"/>
                  </a:lnTo>
                  <a:lnTo>
                    <a:pt x="10667" y="22860"/>
                  </a:lnTo>
                  <a:lnTo>
                    <a:pt x="6095" y="24384"/>
                  </a:lnTo>
                  <a:lnTo>
                    <a:pt x="0" y="27432"/>
                  </a:lnTo>
                  <a:lnTo>
                    <a:pt x="0" y="18288"/>
                  </a:lnTo>
                  <a:lnTo>
                    <a:pt x="6095" y="16764"/>
                  </a:lnTo>
                  <a:lnTo>
                    <a:pt x="10667" y="13716"/>
                  </a:lnTo>
                  <a:lnTo>
                    <a:pt x="18287" y="6096"/>
                  </a:lnTo>
                  <a:lnTo>
                    <a:pt x="21335" y="0"/>
                  </a:lnTo>
                  <a:lnTo>
                    <a:pt x="27431" y="0"/>
                  </a:lnTo>
                  <a:lnTo>
                    <a:pt x="27431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200893" y="7288720"/>
              <a:ext cx="175355" cy="747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102" y="860297"/>
            <a:ext cx="1424368" cy="27765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751028" y="938117"/>
            <a:ext cx="137795" cy="105410"/>
            <a:chOff x="9751028" y="938117"/>
            <a:chExt cx="137795" cy="105410"/>
          </a:xfrm>
        </p:grpSpPr>
        <p:sp>
          <p:nvSpPr>
            <p:cNvPr id="7" name="object 7"/>
            <p:cNvSpPr/>
            <p:nvPr/>
          </p:nvSpPr>
          <p:spPr>
            <a:xfrm>
              <a:off x="9751028" y="938117"/>
              <a:ext cx="36830" cy="104139"/>
            </a:xfrm>
            <a:custGeom>
              <a:avLst/>
              <a:gdLst/>
              <a:ahLst/>
              <a:cxnLst/>
              <a:rect l="l" t="t" r="r" b="b"/>
              <a:pathLst>
                <a:path w="36829" h="104140">
                  <a:moveTo>
                    <a:pt x="36575" y="103727"/>
                  </a:moveTo>
                  <a:lnTo>
                    <a:pt x="22859" y="103727"/>
                  </a:lnTo>
                  <a:lnTo>
                    <a:pt x="22859" y="18288"/>
                  </a:lnTo>
                  <a:lnTo>
                    <a:pt x="21335" y="19812"/>
                  </a:lnTo>
                  <a:lnTo>
                    <a:pt x="18287" y="21336"/>
                  </a:lnTo>
                  <a:lnTo>
                    <a:pt x="13715" y="24384"/>
                  </a:lnTo>
                  <a:lnTo>
                    <a:pt x="4571" y="28956"/>
                  </a:lnTo>
                  <a:lnTo>
                    <a:pt x="0" y="28956"/>
                  </a:lnTo>
                  <a:lnTo>
                    <a:pt x="0" y="16764"/>
                  </a:lnTo>
                  <a:lnTo>
                    <a:pt x="4571" y="15240"/>
                  </a:lnTo>
                  <a:lnTo>
                    <a:pt x="10667" y="13716"/>
                  </a:lnTo>
                  <a:lnTo>
                    <a:pt x="16763" y="9144"/>
                  </a:lnTo>
                  <a:lnTo>
                    <a:pt x="22859" y="6096"/>
                  </a:lnTo>
                  <a:lnTo>
                    <a:pt x="27431" y="3048"/>
                  </a:lnTo>
                  <a:lnTo>
                    <a:pt x="30479" y="0"/>
                  </a:lnTo>
                  <a:lnTo>
                    <a:pt x="36575" y="0"/>
                  </a:lnTo>
                  <a:lnTo>
                    <a:pt x="36575" y="103727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2656" y="939641"/>
              <a:ext cx="65627" cy="103727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843438" y="1284350"/>
            <a:ext cx="344805" cy="183515"/>
            <a:chOff x="843438" y="1284350"/>
            <a:chExt cx="344805" cy="18351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3438" y="1284350"/>
              <a:ext cx="143351" cy="18307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4221" y="1285875"/>
              <a:ext cx="173831" cy="181546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8252" y="1298066"/>
            <a:ext cx="106680" cy="14497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29035" y="1282827"/>
            <a:ext cx="1137666" cy="18764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792479" y="1956816"/>
            <a:ext cx="4438015" cy="2502535"/>
            <a:chOff x="792479" y="1956816"/>
            <a:chExt cx="4438015" cy="2502535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2479" y="1956816"/>
              <a:ext cx="4437887" cy="25023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9811" y="1976146"/>
              <a:ext cx="4384366" cy="2460697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23350" y="4695348"/>
            <a:ext cx="2142648" cy="13125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22102" y="4695348"/>
            <a:ext cx="1523428" cy="32194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58963" y="4695348"/>
            <a:ext cx="530733" cy="131254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10150602" y="7288720"/>
            <a:ext cx="226060" cy="74930"/>
            <a:chOff x="10150602" y="7288720"/>
            <a:chExt cx="226060" cy="74930"/>
          </a:xfrm>
        </p:grpSpPr>
        <p:sp>
          <p:nvSpPr>
            <p:cNvPr id="27" name="object 27"/>
            <p:cNvSpPr/>
            <p:nvPr/>
          </p:nvSpPr>
          <p:spPr>
            <a:xfrm>
              <a:off x="10150602" y="7288720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40" h="73659">
                  <a:moveTo>
                    <a:pt x="27431" y="73247"/>
                  </a:moveTo>
                  <a:lnTo>
                    <a:pt x="18287" y="73247"/>
                  </a:lnTo>
                  <a:lnTo>
                    <a:pt x="18287" y="16764"/>
                  </a:lnTo>
                  <a:lnTo>
                    <a:pt x="16763" y="18288"/>
                  </a:lnTo>
                  <a:lnTo>
                    <a:pt x="13715" y="19812"/>
                  </a:lnTo>
                  <a:lnTo>
                    <a:pt x="10667" y="22860"/>
                  </a:lnTo>
                  <a:lnTo>
                    <a:pt x="6095" y="24384"/>
                  </a:lnTo>
                  <a:lnTo>
                    <a:pt x="0" y="27432"/>
                  </a:lnTo>
                  <a:lnTo>
                    <a:pt x="0" y="18288"/>
                  </a:lnTo>
                  <a:lnTo>
                    <a:pt x="6095" y="16764"/>
                  </a:lnTo>
                  <a:lnTo>
                    <a:pt x="10667" y="13716"/>
                  </a:lnTo>
                  <a:lnTo>
                    <a:pt x="18287" y="6096"/>
                  </a:lnTo>
                  <a:lnTo>
                    <a:pt x="21335" y="0"/>
                  </a:lnTo>
                  <a:lnTo>
                    <a:pt x="27431" y="0"/>
                  </a:lnTo>
                  <a:lnTo>
                    <a:pt x="27431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01108" y="7288720"/>
              <a:ext cx="175140" cy="74771"/>
            </a:xfrm>
            <a:prstGeom prst="rect">
              <a:avLst/>
            </a:prstGeom>
          </p:spPr>
        </p:pic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99100" y="1976120"/>
            <a:ext cx="5197475" cy="3898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674" y="860297"/>
            <a:ext cx="1991677" cy="27917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751028" y="938117"/>
            <a:ext cx="135890" cy="104139"/>
            <a:chOff x="9751028" y="938117"/>
            <a:chExt cx="135890" cy="104139"/>
          </a:xfrm>
        </p:grpSpPr>
        <p:sp>
          <p:nvSpPr>
            <p:cNvPr id="7" name="object 7"/>
            <p:cNvSpPr/>
            <p:nvPr/>
          </p:nvSpPr>
          <p:spPr>
            <a:xfrm>
              <a:off x="9751028" y="938117"/>
              <a:ext cx="36830" cy="104139"/>
            </a:xfrm>
            <a:custGeom>
              <a:avLst/>
              <a:gdLst/>
              <a:ahLst/>
              <a:cxnLst/>
              <a:rect l="l" t="t" r="r" b="b"/>
              <a:pathLst>
                <a:path w="36829" h="104140">
                  <a:moveTo>
                    <a:pt x="36575" y="103727"/>
                  </a:moveTo>
                  <a:lnTo>
                    <a:pt x="22859" y="103727"/>
                  </a:lnTo>
                  <a:lnTo>
                    <a:pt x="22859" y="18288"/>
                  </a:lnTo>
                  <a:lnTo>
                    <a:pt x="21335" y="19812"/>
                  </a:lnTo>
                  <a:lnTo>
                    <a:pt x="18287" y="21336"/>
                  </a:lnTo>
                  <a:lnTo>
                    <a:pt x="13715" y="24384"/>
                  </a:lnTo>
                  <a:lnTo>
                    <a:pt x="4571" y="28956"/>
                  </a:lnTo>
                  <a:lnTo>
                    <a:pt x="0" y="28956"/>
                  </a:lnTo>
                  <a:lnTo>
                    <a:pt x="0" y="16764"/>
                  </a:lnTo>
                  <a:lnTo>
                    <a:pt x="4571" y="15240"/>
                  </a:lnTo>
                  <a:lnTo>
                    <a:pt x="10667" y="13716"/>
                  </a:lnTo>
                  <a:lnTo>
                    <a:pt x="16763" y="9144"/>
                  </a:lnTo>
                  <a:lnTo>
                    <a:pt x="22859" y="6096"/>
                  </a:lnTo>
                  <a:lnTo>
                    <a:pt x="27431" y="3048"/>
                  </a:lnTo>
                  <a:lnTo>
                    <a:pt x="30479" y="0"/>
                  </a:lnTo>
                  <a:lnTo>
                    <a:pt x="36575" y="0"/>
                  </a:lnTo>
                  <a:lnTo>
                    <a:pt x="36575" y="103727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22655" y="941165"/>
              <a:ext cx="64103" cy="10067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822102" y="1282827"/>
            <a:ext cx="1137920" cy="186690"/>
            <a:chOff x="822102" y="1282827"/>
            <a:chExt cx="1137920" cy="18669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102" y="1282827"/>
              <a:ext cx="948499" cy="18611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75167" y="1291907"/>
              <a:ext cx="184785" cy="169545"/>
            </a:xfrm>
            <a:custGeom>
              <a:avLst/>
              <a:gdLst/>
              <a:ahLst/>
              <a:cxnLst/>
              <a:rect l="l" t="t" r="r" b="b"/>
              <a:pathLst>
                <a:path w="184785" h="169544">
                  <a:moveTo>
                    <a:pt x="76288" y="10731"/>
                  </a:moveTo>
                  <a:lnTo>
                    <a:pt x="64096" y="10731"/>
                  </a:lnTo>
                  <a:lnTo>
                    <a:pt x="64096" y="27597"/>
                  </a:lnTo>
                  <a:lnTo>
                    <a:pt x="76288" y="27597"/>
                  </a:lnTo>
                  <a:lnTo>
                    <a:pt x="76288" y="10731"/>
                  </a:lnTo>
                  <a:close/>
                </a:path>
                <a:path w="184785" h="169544">
                  <a:moveTo>
                    <a:pt x="122008" y="10731"/>
                  </a:moveTo>
                  <a:lnTo>
                    <a:pt x="109816" y="10731"/>
                  </a:lnTo>
                  <a:lnTo>
                    <a:pt x="109816" y="27597"/>
                  </a:lnTo>
                  <a:lnTo>
                    <a:pt x="122008" y="27597"/>
                  </a:lnTo>
                  <a:lnTo>
                    <a:pt x="122008" y="10731"/>
                  </a:lnTo>
                  <a:close/>
                </a:path>
                <a:path w="184785" h="169544">
                  <a:moveTo>
                    <a:pt x="169252" y="38265"/>
                  </a:moveTo>
                  <a:lnTo>
                    <a:pt x="157060" y="38265"/>
                  </a:lnTo>
                  <a:lnTo>
                    <a:pt x="157060" y="41313"/>
                  </a:lnTo>
                  <a:lnTo>
                    <a:pt x="169252" y="41313"/>
                  </a:lnTo>
                  <a:lnTo>
                    <a:pt x="169252" y="38265"/>
                  </a:lnTo>
                  <a:close/>
                </a:path>
                <a:path w="184785" h="169544">
                  <a:moveTo>
                    <a:pt x="169252" y="10731"/>
                  </a:moveTo>
                  <a:lnTo>
                    <a:pt x="157060" y="10731"/>
                  </a:lnTo>
                  <a:lnTo>
                    <a:pt x="157060" y="27597"/>
                  </a:lnTo>
                  <a:lnTo>
                    <a:pt x="169252" y="27597"/>
                  </a:lnTo>
                  <a:lnTo>
                    <a:pt x="169252" y="10731"/>
                  </a:lnTo>
                  <a:close/>
                </a:path>
                <a:path w="184785" h="169544">
                  <a:moveTo>
                    <a:pt x="169252" y="0"/>
                  </a:moveTo>
                  <a:lnTo>
                    <a:pt x="16764" y="0"/>
                  </a:lnTo>
                  <a:lnTo>
                    <a:pt x="16764" y="10160"/>
                  </a:lnTo>
                  <a:lnTo>
                    <a:pt x="16764" y="27940"/>
                  </a:lnTo>
                  <a:lnTo>
                    <a:pt x="16764" y="38100"/>
                  </a:lnTo>
                  <a:lnTo>
                    <a:pt x="16764" y="41910"/>
                  </a:lnTo>
                  <a:lnTo>
                    <a:pt x="29044" y="41910"/>
                  </a:lnTo>
                  <a:lnTo>
                    <a:pt x="29044" y="38100"/>
                  </a:lnTo>
                  <a:lnTo>
                    <a:pt x="169252" y="38100"/>
                  </a:lnTo>
                  <a:lnTo>
                    <a:pt x="169252" y="27940"/>
                  </a:lnTo>
                  <a:lnTo>
                    <a:pt x="29044" y="27940"/>
                  </a:lnTo>
                  <a:lnTo>
                    <a:pt x="29044" y="10160"/>
                  </a:lnTo>
                  <a:lnTo>
                    <a:pt x="169252" y="10160"/>
                  </a:lnTo>
                  <a:lnTo>
                    <a:pt x="169252" y="0"/>
                  </a:lnTo>
                  <a:close/>
                </a:path>
                <a:path w="184785" h="169544">
                  <a:moveTo>
                    <a:pt x="181546" y="50457"/>
                  </a:moveTo>
                  <a:lnTo>
                    <a:pt x="99148" y="50457"/>
                  </a:lnTo>
                  <a:lnTo>
                    <a:pt x="99148" y="39789"/>
                  </a:lnTo>
                  <a:lnTo>
                    <a:pt x="85432" y="39789"/>
                  </a:lnTo>
                  <a:lnTo>
                    <a:pt x="85432" y="50457"/>
                  </a:lnTo>
                  <a:lnTo>
                    <a:pt x="4572" y="50457"/>
                  </a:lnTo>
                  <a:lnTo>
                    <a:pt x="4572" y="61125"/>
                  </a:lnTo>
                  <a:lnTo>
                    <a:pt x="85432" y="61125"/>
                  </a:lnTo>
                  <a:lnTo>
                    <a:pt x="85432" y="73317"/>
                  </a:lnTo>
                  <a:lnTo>
                    <a:pt x="99148" y="73317"/>
                  </a:lnTo>
                  <a:lnTo>
                    <a:pt x="99148" y="61125"/>
                  </a:lnTo>
                  <a:lnTo>
                    <a:pt x="181546" y="61125"/>
                  </a:lnTo>
                  <a:lnTo>
                    <a:pt x="181546" y="50457"/>
                  </a:lnTo>
                  <a:close/>
                </a:path>
                <a:path w="184785" h="169544">
                  <a:moveTo>
                    <a:pt x="184594" y="158750"/>
                  </a:moveTo>
                  <a:lnTo>
                    <a:pt x="160108" y="158750"/>
                  </a:lnTo>
                  <a:lnTo>
                    <a:pt x="160108" y="146558"/>
                  </a:lnTo>
                  <a:lnTo>
                    <a:pt x="146392" y="146558"/>
                  </a:lnTo>
                  <a:lnTo>
                    <a:pt x="146392" y="158750"/>
                  </a:lnTo>
                  <a:lnTo>
                    <a:pt x="41236" y="158750"/>
                  </a:lnTo>
                  <a:lnTo>
                    <a:pt x="41236" y="146050"/>
                  </a:lnTo>
                  <a:lnTo>
                    <a:pt x="160108" y="146050"/>
                  </a:lnTo>
                  <a:lnTo>
                    <a:pt x="160108" y="137414"/>
                  </a:lnTo>
                  <a:lnTo>
                    <a:pt x="160108" y="95250"/>
                  </a:lnTo>
                  <a:lnTo>
                    <a:pt x="146392" y="95250"/>
                  </a:lnTo>
                  <a:lnTo>
                    <a:pt x="146392" y="104140"/>
                  </a:lnTo>
                  <a:lnTo>
                    <a:pt x="146392" y="115570"/>
                  </a:lnTo>
                  <a:lnTo>
                    <a:pt x="146392" y="125730"/>
                  </a:lnTo>
                  <a:lnTo>
                    <a:pt x="146392" y="137160"/>
                  </a:lnTo>
                  <a:lnTo>
                    <a:pt x="41236" y="137160"/>
                  </a:lnTo>
                  <a:lnTo>
                    <a:pt x="41236" y="125730"/>
                  </a:lnTo>
                  <a:lnTo>
                    <a:pt x="146392" y="125730"/>
                  </a:lnTo>
                  <a:lnTo>
                    <a:pt x="146392" y="115570"/>
                  </a:lnTo>
                  <a:lnTo>
                    <a:pt x="41236" y="115570"/>
                  </a:lnTo>
                  <a:lnTo>
                    <a:pt x="41236" y="104140"/>
                  </a:lnTo>
                  <a:lnTo>
                    <a:pt x="146392" y="104140"/>
                  </a:lnTo>
                  <a:lnTo>
                    <a:pt x="146392" y="95250"/>
                  </a:lnTo>
                  <a:lnTo>
                    <a:pt x="41236" y="95250"/>
                  </a:lnTo>
                  <a:lnTo>
                    <a:pt x="41236" y="82550"/>
                  </a:lnTo>
                  <a:lnTo>
                    <a:pt x="146392" y="82550"/>
                  </a:lnTo>
                  <a:lnTo>
                    <a:pt x="146392" y="94653"/>
                  </a:lnTo>
                  <a:lnTo>
                    <a:pt x="160108" y="94653"/>
                  </a:lnTo>
                  <a:lnTo>
                    <a:pt x="160108" y="82550"/>
                  </a:lnTo>
                  <a:lnTo>
                    <a:pt x="160108" y="73660"/>
                  </a:lnTo>
                  <a:lnTo>
                    <a:pt x="29044" y="73660"/>
                  </a:lnTo>
                  <a:lnTo>
                    <a:pt x="29044" y="158750"/>
                  </a:lnTo>
                  <a:lnTo>
                    <a:pt x="0" y="158750"/>
                  </a:lnTo>
                  <a:lnTo>
                    <a:pt x="0" y="169418"/>
                  </a:lnTo>
                  <a:lnTo>
                    <a:pt x="184594" y="169418"/>
                  </a:lnTo>
                  <a:lnTo>
                    <a:pt x="184594" y="158750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792479" y="1956816"/>
            <a:ext cx="4438015" cy="2703830"/>
            <a:chOff x="792479" y="1956816"/>
            <a:chExt cx="4438015" cy="270383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92479" y="1956816"/>
              <a:ext cx="4437887" cy="27035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9811" y="1976146"/>
              <a:ext cx="4384366" cy="2660532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433610" y="1946407"/>
            <a:ext cx="4410710" cy="2688590"/>
            <a:chOff x="5497079" y="1972073"/>
            <a:chExt cx="4410710" cy="2688590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97079" y="1972073"/>
              <a:ext cx="4410433" cy="268830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09159" y="1976147"/>
              <a:ext cx="4384366" cy="2660532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9811" y="4940231"/>
            <a:ext cx="9073810" cy="1803091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0150602" y="7288720"/>
            <a:ext cx="226060" cy="74930"/>
            <a:chOff x="10150602" y="7288720"/>
            <a:chExt cx="226060" cy="74930"/>
          </a:xfrm>
        </p:grpSpPr>
        <p:sp>
          <p:nvSpPr>
            <p:cNvPr id="25" name="object 25"/>
            <p:cNvSpPr/>
            <p:nvPr/>
          </p:nvSpPr>
          <p:spPr>
            <a:xfrm>
              <a:off x="10150602" y="7288720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40" h="73659">
                  <a:moveTo>
                    <a:pt x="27431" y="73247"/>
                  </a:moveTo>
                  <a:lnTo>
                    <a:pt x="18287" y="73247"/>
                  </a:lnTo>
                  <a:lnTo>
                    <a:pt x="18287" y="16764"/>
                  </a:lnTo>
                  <a:lnTo>
                    <a:pt x="16763" y="18288"/>
                  </a:lnTo>
                  <a:lnTo>
                    <a:pt x="13715" y="19812"/>
                  </a:lnTo>
                  <a:lnTo>
                    <a:pt x="10667" y="22860"/>
                  </a:lnTo>
                  <a:lnTo>
                    <a:pt x="6095" y="24384"/>
                  </a:lnTo>
                  <a:lnTo>
                    <a:pt x="0" y="27432"/>
                  </a:lnTo>
                  <a:lnTo>
                    <a:pt x="0" y="18288"/>
                  </a:lnTo>
                  <a:lnTo>
                    <a:pt x="6095" y="16764"/>
                  </a:lnTo>
                  <a:lnTo>
                    <a:pt x="10667" y="13716"/>
                  </a:lnTo>
                  <a:lnTo>
                    <a:pt x="18287" y="6096"/>
                  </a:lnTo>
                  <a:lnTo>
                    <a:pt x="21335" y="0"/>
                  </a:lnTo>
                  <a:lnTo>
                    <a:pt x="27431" y="0"/>
                  </a:lnTo>
                  <a:lnTo>
                    <a:pt x="27431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00893" y="7288720"/>
              <a:ext cx="175355" cy="747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6668" y="860297"/>
            <a:ext cx="1704975" cy="279400"/>
          </a:xfrm>
          <a:custGeom>
            <a:avLst/>
            <a:gdLst/>
            <a:ahLst/>
            <a:cxnLst/>
            <a:rect l="l" t="t" r="r" b="b"/>
            <a:pathLst>
              <a:path w="1704975" h="279400">
                <a:moveTo>
                  <a:pt x="134200" y="99161"/>
                </a:moveTo>
                <a:lnTo>
                  <a:pt x="119113" y="91427"/>
                </a:lnTo>
                <a:lnTo>
                  <a:pt x="88912" y="77089"/>
                </a:lnTo>
                <a:lnTo>
                  <a:pt x="74676" y="70205"/>
                </a:lnTo>
                <a:lnTo>
                  <a:pt x="57912" y="96113"/>
                </a:lnTo>
                <a:lnTo>
                  <a:pt x="71056" y="103022"/>
                </a:lnTo>
                <a:lnTo>
                  <a:pt x="100812" y="117970"/>
                </a:lnTo>
                <a:lnTo>
                  <a:pt x="117436" y="126593"/>
                </a:lnTo>
                <a:lnTo>
                  <a:pt x="134200" y="99161"/>
                </a:lnTo>
                <a:close/>
              </a:path>
              <a:path w="1704975" h="279400">
                <a:moveTo>
                  <a:pt x="265366" y="28956"/>
                </a:moveTo>
                <a:lnTo>
                  <a:pt x="166204" y="28956"/>
                </a:lnTo>
                <a:lnTo>
                  <a:pt x="163918" y="20370"/>
                </a:lnTo>
                <a:lnTo>
                  <a:pt x="161632" y="12763"/>
                </a:lnTo>
                <a:lnTo>
                  <a:pt x="159346" y="6032"/>
                </a:lnTo>
                <a:lnTo>
                  <a:pt x="157060" y="0"/>
                </a:lnTo>
                <a:lnTo>
                  <a:pt x="109816" y="4572"/>
                </a:lnTo>
                <a:lnTo>
                  <a:pt x="112102" y="10312"/>
                </a:lnTo>
                <a:lnTo>
                  <a:pt x="114388" y="16192"/>
                </a:lnTo>
                <a:lnTo>
                  <a:pt x="116674" y="22364"/>
                </a:lnTo>
                <a:lnTo>
                  <a:pt x="118960" y="28956"/>
                </a:lnTo>
                <a:lnTo>
                  <a:pt x="6096" y="28956"/>
                </a:lnTo>
                <a:lnTo>
                  <a:pt x="6096" y="100685"/>
                </a:lnTo>
                <a:lnTo>
                  <a:pt x="45720" y="100685"/>
                </a:lnTo>
                <a:lnTo>
                  <a:pt x="45720" y="62484"/>
                </a:lnTo>
                <a:lnTo>
                  <a:pt x="227164" y="62484"/>
                </a:lnTo>
                <a:lnTo>
                  <a:pt x="227164" y="100685"/>
                </a:lnTo>
                <a:lnTo>
                  <a:pt x="265366" y="100685"/>
                </a:lnTo>
                <a:lnTo>
                  <a:pt x="265366" y="62484"/>
                </a:lnTo>
                <a:lnTo>
                  <a:pt x="265366" y="28956"/>
                </a:lnTo>
                <a:close/>
              </a:path>
              <a:path w="1704975" h="279400">
                <a:moveTo>
                  <a:pt x="271462" y="164782"/>
                </a:moveTo>
                <a:lnTo>
                  <a:pt x="173824" y="164782"/>
                </a:lnTo>
                <a:lnTo>
                  <a:pt x="176758" y="145948"/>
                </a:lnTo>
                <a:lnTo>
                  <a:pt x="178777" y="124701"/>
                </a:lnTo>
                <a:lnTo>
                  <a:pt x="178816" y="124129"/>
                </a:lnTo>
                <a:lnTo>
                  <a:pt x="180238" y="100685"/>
                </a:lnTo>
                <a:lnTo>
                  <a:pt x="180314" y="99161"/>
                </a:lnTo>
                <a:lnTo>
                  <a:pt x="181444" y="73253"/>
                </a:lnTo>
                <a:lnTo>
                  <a:pt x="143344" y="73253"/>
                </a:lnTo>
                <a:lnTo>
                  <a:pt x="142189" y="99161"/>
                </a:lnTo>
                <a:lnTo>
                  <a:pt x="142100" y="100685"/>
                </a:lnTo>
                <a:lnTo>
                  <a:pt x="138633" y="145948"/>
                </a:lnTo>
                <a:lnTo>
                  <a:pt x="135724" y="164782"/>
                </a:lnTo>
                <a:lnTo>
                  <a:pt x="92964" y="164782"/>
                </a:lnTo>
                <a:lnTo>
                  <a:pt x="111340" y="138785"/>
                </a:lnTo>
                <a:lnTo>
                  <a:pt x="79260" y="121831"/>
                </a:lnTo>
                <a:lnTo>
                  <a:pt x="64960" y="114566"/>
                </a:lnTo>
                <a:lnTo>
                  <a:pt x="51816" y="108305"/>
                </a:lnTo>
                <a:lnTo>
                  <a:pt x="35052" y="134213"/>
                </a:lnTo>
                <a:lnTo>
                  <a:pt x="47675" y="141122"/>
                </a:lnTo>
                <a:lnTo>
                  <a:pt x="60579" y="148323"/>
                </a:lnTo>
                <a:lnTo>
                  <a:pt x="74053" y="156108"/>
                </a:lnTo>
                <a:lnTo>
                  <a:pt x="88392" y="164782"/>
                </a:lnTo>
                <a:lnTo>
                  <a:pt x="0" y="164782"/>
                </a:lnTo>
                <a:lnTo>
                  <a:pt x="0" y="199834"/>
                </a:lnTo>
                <a:lnTo>
                  <a:pt x="122008" y="199834"/>
                </a:lnTo>
                <a:lnTo>
                  <a:pt x="105384" y="213575"/>
                </a:lnTo>
                <a:lnTo>
                  <a:pt x="80784" y="225171"/>
                </a:lnTo>
                <a:lnTo>
                  <a:pt x="48196" y="234772"/>
                </a:lnTo>
                <a:lnTo>
                  <a:pt x="8166" y="242404"/>
                </a:lnTo>
                <a:lnTo>
                  <a:pt x="7543" y="242404"/>
                </a:lnTo>
                <a:lnTo>
                  <a:pt x="13360" y="249961"/>
                </a:lnTo>
                <a:lnTo>
                  <a:pt x="19240" y="258559"/>
                </a:lnTo>
                <a:lnTo>
                  <a:pt x="25412" y="268312"/>
                </a:lnTo>
                <a:lnTo>
                  <a:pt x="32004" y="279184"/>
                </a:lnTo>
                <a:lnTo>
                  <a:pt x="67195" y="271792"/>
                </a:lnTo>
                <a:lnTo>
                  <a:pt x="97396" y="261226"/>
                </a:lnTo>
                <a:lnTo>
                  <a:pt x="122732" y="247815"/>
                </a:lnTo>
                <a:lnTo>
                  <a:pt x="143344" y="231838"/>
                </a:lnTo>
                <a:lnTo>
                  <a:pt x="171691" y="242404"/>
                </a:lnTo>
                <a:lnTo>
                  <a:pt x="256222" y="276136"/>
                </a:lnTo>
                <a:lnTo>
                  <a:pt x="269976" y="242404"/>
                </a:lnTo>
                <a:lnTo>
                  <a:pt x="269659" y="242404"/>
                </a:lnTo>
                <a:lnTo>
                  <a:pt x="243573" y="232486"/>
                </a:lnTo>
                <a:lnTo>
                  <a:pt x="241795" y="231838"/>
                </a:lnTo>
                <a:lnTo>
                  <a:pt x="217081" y="222885"/>
                </a:lnTo>
                <a:lnTo>
                  <a:pt x="190334" y="213575"/>
                </a:lnTo>
                <a:lnTo>
                  <a:pt x="163156" y="204406"/>
                </a:lnTo>
                <a:lnTo>
                  <a:pt x="164680" y="202882"/>
                </a:lnTo>
                <a:lnTo>
                  <a:pt x="164680" y="201358"/>
                </a:lnTo>
                <a:lnTo>
                  <a:pt x="166204" y="199834"/>
                </a:lnTo>
                <a:lnTo>
                  <a:pt x="271462" y="199834"/>
                </a:lnTo>
                <a:lnTo>
                  <a:pt x="271462" y="164782"/>
                </a:lnTo>
                <a:close/>
              </a:path>
              <a:path w="1704975" h="279400">
                <a:moveTo>
                  <a:pt x="407187" y="19812"/>
                </a:moveTo>
                <a:lnTo>
                  <a:pt x="370522" y="19812"/>
                </a:lnTo>
                <a:lnTo>
                  <a:pt x="370522" y="56388"/>
                </a:lnTo>
                <a:lnTo>
                  <a:pt x="370522" y="112877"/>
                </a:lnTo>
                <a:lnTo>
                  <a:pt x="370522" y="147929"/>
                </a:lnTo>
                <a:lnTo>
                  <a:pt x="370522" y="202882"/>
                </a:lnTo>
                <a:lnTo>
                  <a:pt x="333946" y="202882"/>
                </a:lnTo>
                <a:lnTo>
                  <a:pt x="333946" y="147929"/>
                </a:lnTo>
                <a:lnTo>
                  <a:pt x="370522" y="147929"/>
                </a:lnTo>
                <a:lnTo>
                  <a:pt x="370522" y="112877"/>
                </a:lnTo>
                <a:lnTo>
                  <a:pt x="333946" y="112877"/>
                </a:lnTo>
                <a:lnTo>
                  <a:pt x="333946" y="56388"/>
                </a:lnTo>
                <a:lnTo>
                  <a:pt x="370522" y="56388"/>
                </a:lnTo>
                <a:lnTo>
                  <a:pt x="370522" y="19812"/>
                </a:lnTo>
                <a:lnTo>
                  <a:pt x="297370" y="19812"/>
                </a:lnTo>
                <a:lnTo>
                  <a:pt x="297370" y="260896"/>
                </a:lnTo>
                <a:lnTo>
                  <a:pt x="333946" y="260896"/>
                </a:lnTo>
                <a:lnTo>
                  <a:pt x="333946" y="239458"/>
                </a:lnTo>
                <a:lnTo>
                  <a:pt x="370522" y="239458"/>
                </a:lnTo>
                <a:lnTo>
                  <a:pt x="370522" y="259372"/>
                </a:lnTo>
                <a:lnTo>
                  <a:pt x="407187" y="259372"/>
                </a:lnTo>
                <a:lnTo>
                  <a:pt x="407187" y="239458"/>
                </a:lnTo>
                <a:lnTo>
                  <a:pt x="407187" y="202882"/>
                </a:lnTo>
                <a:lnTo>
                  <a:pt x="407187" y="147929"/>
                </a:lnTo>
                <a:lnTo>
                  <a:pt x="407187" y="112877"/>
                </a:lnTo>
                <a:lnTo>
                  <a:pt x="407187" y="56388"/>
                </a:lnTo>
                <a:lnTo>
                  <a:pt x="407187" y="19812"/>
                </a:lnTo>
                <a:close/>
              </a:path>
              <a:path w="1704975" h="279400">
                <a:moveTo>
                  <a:pt x="489483" y="169354"/>
                </a:moveTo>
                <a:lnTo>
                  <a:pt x="460908" y="130606"/>
                </a:lnTo>
                <a:lnTo>
                  <a:pt x="449199" y="115049"/>
                </a:lnTo>
                <a:lnTo>
                  <a:pt x="439191" y="102209"/>
                </a:lnTo>
                <a:lnTo>
                  <a:pt x="410235" y="120497"/>
                </a:lnTo>
                <a:lnTo>
                  <a:pt x="420814" y="135966"/>
                </a:lnTo>
                <a:lnTo>
                  <a:pt x="431952" y="152742"/>
                </a:lnTo>
                <a:lnTo>
                  <a:pt x="443674" y="170942"/>
                </a:lnTo>
                <a:lnTo>
                  <a:pt x="455955" y="190690"/>
                </a:lnTo>
                <a:lnTo>
                  <a:pt x="489483" y="169354"/>
                </a:lnTo>
                <a:close/>
              </a:path>
              <a:path w="1704975" h="279400">
                <a:moveTo>
                  <a:pt x="561213" y="48768"/>
                </a:moveTo>
                <a:lnTo>
                  <a:pt x="536727" y="48768"/>
                </a:lnTo>
                <a:lnTo>
                  <a:pt x="536727" y="3048"/>
                </a:lnTo>
                <a:lnTo>
                  <a:pt x="497103" y="3048"/>
                </a:lnTo>
                <a:lnTo>
                  <a:pt x="497103" y="48768"/>
                </a:lnTo>
                <a:lnTo>
                  <a:pt x="414807" y="48768"/>
                </a:lnTo>
                <a:lnTo>
                  <a:pt x="414807" y="86969"/>
                </a:lnTo>
                <a:lnTo>
                  <a:pt x="497103" y="86969"/>
                </a:lnTo>
                <a:lnTo>
                  <a:pt x="497103" y="212026"/>
                </a:lnTo>
                <a:lnTo>
                  <a:pt x="495947" y="221792"/>
                </a:lnTo>
                <a:lnTo>
                  <a:pt x="492340" y="228409"/>
                </a:lnTo>
                <a:lnTo>
                  <a:pt x="486181" y="232181"/>
                </a:lnTo>
                <a:lnTo>
                  <a:pt x="477291" y="233362"/>
                </a:lnTo>
                <a:lnTo>
                  <a:pt x="433095" y="233362"/>
                </a:lnTo>
                <a:lnTo>
                  <a:pt x="435597" y="241058"/>
                </a:lnTo>
                <a:lnTo>
                  <a:pt x="438238" y="250329"/>
                </a:lnTo>
                <a:lnTo>
                  <a:pt x="440601" y="261061"/>
                </a:lnTo>
                <a:lnTo>
                  <a:pt x="442239" y="273088"/>
                </a:lnTo>
                <a:lnTo>
                  <a:pt x="498627" y="273088"/>
                </a:lnTo>
                <a:lnTo>
                  <a:pt x="531583" y="253631"/>
                </a:lnTo>
                <a:lnTo>
                  <a:pt x="536333" y="232181"/>
                </a:lnTo>
                <a:lnTo>
                  <a:pt x="536727" y="224218"/>
                </a:lnTo>
                <a:lnTo>
                  <a:pt x="536727" y="86969"/>
                </a:lnTo>
                <a:lnTo>
                  <a:pt x="561213" y="86969"/>
                </a:lnTo>
                <a:lnTo>
                  <a:pt x="561213" y="48768"/>
                </a:lnTo>
                <a:close/>
              </a:path>
              <a:path w="1704975" h="279400">
                <a:moveTo>
                  <a:pt x="635889" y="169354"/>
                </a:moveTo>
                <a:lnTo>
                  <a:pt x="620077" y="164401"/>
                </a:lnTo>
                <a:lnTo>
                  <a:pt x="610819" y="161175"/>
                </a:lnTo>
                <a:lnTo>
                  <a:pt x="600837" y="157073"/>
                </a:lnTo>
                <a:lnTo>
                  <a:pt x="594829" y="186867"/>
                </a:lnTo>
                <a:lnTo>
                  <a:pt x="588264" y="214503"/>
                </a:lnTo>
                <a:lnTo>
                  <a:pt x="581113" y="240144"/>
                </a:lnTo>
                <a:lnTo>
                  <a:pt x="573405" y="263944"/>
                </a:lnTo>
                <a:lnTo>
                  <a:pt x="581685" y="266496"/>
                </a:lnTo>
                <a:lnTo>
                  <a:pt x="609981" y="276136"/>
                </a:lnTo>
                <a:lnTo>
                  <a:pt x="635889" y="169354"/>
                </a:lnTo>
                <a:close/>
              </a:path>
              <a:path w="1704975" h="279400">
                <a:moveTo>
                  <a:pt x="635889" y="112877"/>
                </a:moveTo>
                <a:lnTo>
                  <a:pt x="624700" y="102895"/>
                </a:lnTo>
                <a:lnTo>
                  <a:pt x="613791" y="93637"/>
                </a:lnTo>
                <a:lnTo>
                  <a:pt x="602881" y="85229"/>
                </a:lnTo>
                <a:lnTo>
                  <a:pt x="591693" y="77825"/>
                </a:lnTo>
                <a:lnTo>
                  <a:pt x="568833" y="103733"/>
                </a:lnTo>
                <a:lnTo>
                  <a:pt x="591883" y="124498"/>
                </a:lnTo>
                <a:lnTo>
                  <a:pt x="611505" y="141833"/>
                </a:lnTo>
                <a:lnTo>
                  <a:pt x="635889" y="112877"/>
                </a:lnTo>
                <a:close/>
              </a:path>
              <a:path w="1704975" h="279400">
                <a:moveTo>
                  <a:pt x="748753" y="15240"/>
                </a:moveTo>
                <a:lnTo>
                  <a:pt x="640461" y="15240"/>
                </a:lnTo>
                <a:lnTo>
                  <a:pt x="640461" y="36576"/>
                </a:lnTo>
                <a:lnTo>
                  <a:pt x="618553" y="18669"/>
                </a:lnTo>
                <a:lnTo>
                  <a:pt x="608101" y="10439"/>
                </a:lnTo>
                <a:lnTo>
                  <a:pt x="597789" y="3048"/>
                </a:lnTo>
                <a:lnTo>
                  <a:pt x="574929" y="28956"/>
                </a:lnTo>
                <a:lnTo>
                  <a:pt x="586066" y="38112"/>
                </a:lnTo>
                <a:lnTo>
                  <a:pt x="596646" y="47256"/>
                </a:lnTo>
                <a:lnTo>
                  <a:pt x="606640" y="56438"/>
                </a:lnTo>
                <a:lnTo>
                  <a:pt x="616077" y="65633"/>
                </a:lnTo>
                <a:lnTo>
                  <a:pt x="640461" y="39624"/>
                </a:lnTo>
                <a:lnTo>
                  <a:pt x="640461" y="190690"/>
                </a:lnTo>
                <a:lnTo>
                  <a:pt x="670941" y="190690"/>
                </a:lnTo>
                <a:lnTo>
                  <a:pt x="670941" y="45720"/>
                </a:lnTo>
                <a:lnTo>
                  <a:pt x="719797" y="45720"/>
                </a:lnTo>
                <a:lnTo>
                  <a:pt x="719797" y="189166"/>
                </a:lnTo>
                <a:lnTo>
                  <a:pt x="748753" y="189166"/>
                </a:lnTo>
                <a:lnTo>
                  <a:pt x="748753" y="45720"/>
                </a:lnTo>
                <a:lnTo>
                  <a:pt x="748753" y="39624"/>
                </a:lnTo>
                <a:lnTo>
                  <a:pt x="748753" y="36576"/>
                </a:lnTo>
                <a:lnTo>
                  <a:pt x="748753" y="15240"/>
                </a:lnTo>
                <a:close/>
              </a:path>
              <a:path w="1704975" h="279400">
                <a:moveTo>
                  <a:pt x="759421" y="245554"/>
                </a:moveTo>
                <a:lnTo>
                  <a:pt x="729983" y="212026"/>
                </a:lnTo>
                <a:lnTo>
                  <a:pt x="715225" y="196786"/>
                </a:lnTo>
                <a:lnTo>
                  <a:pt x="696937" y="212026"/>
                </a:lnTo>
                <a:lnTo>
                  <a:pt x="701827" y="196265"/>
                </a:lnTo>
                <a:lnTo>
                  <a:pt x="705129" y="178498"/>
                </a:lnTo>
                <a:lnTo>
                  <a:pt x="707021" y="158419"/>
                </a:lnTo>
                <a:lnTo>
                  <a:pt x="707047" y="157073"/>
                </a:lnTo>
                <a:lnTo>
                  <a:pt x="707605" y="135737"/>
                </a:lnTo>
                <a:lnTo>
                  <a:pt x="707605" y="64109"/>
                </a:lnTo>
                <a:lnTo>
                  <a:pt x="681609" y="64109"/>
                </a:lnTo>
                <a:lnTo>
                  <a:pt x="681482" y="133527"/>
                </a:lnTo>
                <a:lnTo>
                  <a:pt x="681418" y="135737"/>
                </a:lnTo>
                <a:lnTo>
                  <a:pt x="675182" y="183730"/>
                </a:lnTo>
                <a:lnTo>
                  <a:pt x="653224" y="223075"/>
                </a:lnTo>
                <a:lnTo>
                  <a:pt x="626745" y="245554"/>
                </a:lnTo>
                <a:lnTo>
                  <a:pt x="631812" y="252476"/>
                </a:lnTo>
                <a:lnTo>
                  <a:pt x="637603" y="259702"/>
                </a:lnTo>
                <a:lnTo>
                  <a:pt x="643674" y="267500"/>
                </a:lnTo>
                <a:lnTo>
                  <a:pt x="649605" y="276136"/>
                </a:lnTo>
                <a:lnTo>
                  <a:pt x="664451" y="262140"/>
                </a:lnTo>
                <a:lnTo>
                  <a:pt x="676897" y="247700"/>
                </a:lnTo>
                <a:lnTo>
                  <a:pt x="686765" y="232981"/>
                </a:lnTo>
                <a:lnTo>
                  <a:pt x="693889" y="218122"/>
                </a:lnTo>
                <a:lnTo>
                  <a:pt x="703922" y="229819"/>
                </a:lnTo>
                <a:lnTo>
                  <a:pt x="713511" y="241947"/>
                </a:lnTo>
                <a:lnTo>
                  <a:pt x="722833" y="254393"/>
                </a:lnTo>
                <a:lnTo>
                  <a:pt x="731989" y="266992"/>
                </a:lnTo>
                <a:lnTo>
                  <a:pt x="759421" y="245554"/>
                </a:lnTo>
                <a:close/>
              </a:path>
              <a:path w="1704975" h="279400">
                <a:moveTo>
                  <a:pt x="789901" y="25908"/>
                </a:moveTo>
                <a:lnTo>
                  <a:pt x="762469" y="25908"/>
                </a:lnTo>
                <a:lnTo>
                  <a:pt x="762469" y="212026"/>
                </a:lnTo>
                <a:lnTo>
                  <a:pt x="789901" y="212026"/>
                </a:lnTo>
                <a:lnTo>
                  <a:pt x="789901" y="25908"/>
                </a:lnTo>
                <a:close/>
              </a:path>
              <a:path w="1704975" h="279400">
                <a:moveTo>
                  <a:pt x="835723" y="4572"/>
                </a:moveTo>
                <a:lnTo>
                  <a:pt x="803617" y="4572"/>
                </a:lnTo>
                <a:lnTo>
                  <a:pt x="803617" y="230314"/>
                </a:lnTo>
                <a:lnTo>
                  <a:pt x="799071" y="234873"/>
                </a:lnTo>
                <a:lnTo>
                  <a:pt x="784339" y="234873"/>
                </a:lnTo>
                <a:lnTo>
                  <a:pt x="776947" y="234696"/>
                </a:lnTo>
                <a:lnTo>
                  <a:pt x="769569" y="234251"/>
                </a:lnTo>
                <a:lnTo>
                  <a:pt x="762469" y="233362"/>
                </a:lnTo>
                <a:lnTo>
                  <a:pt x="764743" y="243408"/>
                </a:lnTo>
                <a:lnTo>
                  <a:pt x="766889" y="253174"/>
                </a:lnTo>
                <a:lnTo>
                  <a:pt x="768692" y="262382"/>
                </a:lnTo>
                <a:lnTo>
                  <a:pt x="770089" y="271564"/>
                </a:lnTo>
                <a:lnTo>
                  <a:pt x="784910" y="272186"/>
                </a:lnTo>
                <a:lnTo>
                  <a:pt x="824966" y="265468"/>
                </a:lnTo>
                <a:lnTo>
                  <a:pt x="834224" y="253034"/>
                </a:lnTo>
                <a:lnTo>
                  <a:pt x="835723" y="245554"/>
                </a:lnTo>
                <a:lnTo>
                  <a:pt x="835723" y="234873"/>
                </a:lnTo>
                <a:lnTo>
                  <a:pt x="835723" y="4572"/>
                </a:lnTo>
                <a:close/>
              </a:path>
              <a:path w="1704975" h="279400">
                <a:moveTo>
                  <a:pt x="928687" y="54864"/>
                </a:moveTo>
                <a:lnTo>
                  <a:pt x="919759" y="42291"/>
                </a:lnTo>
                <a:lnTo>
                  <a:pt x="910971" y="29718"/>
                </a:lnTo>
                <a:lnTo>
                  <a:pt x="901903" y="17145"/>
                </a:lnTo>
                <a:lnTo>
                  <a:pt x="892111" y="4572"/>
                </a:lnTo>
                <a:lnTo>
                  <a:pt x="863155" y="21336"/>
                </a:lnTo>
                <a:lnTo>
                  <a:pt x="871372" y="34823"/>
                </a:lnTo>
                <a:lnTo>
                  <a:pt x="879729" y="48018"/>
                </a:lnTo>
                <a:lnTo>
                  <a:pt x="887806" y="61239"/>
                </a:lnTo>
                <a:lnTo>
                  <a:pt x="895159" y="74777"/>
                </a:lnTo>
                <a:lnTo>
                  <a:pt x="928687" y="54864"/>
                </a:lnTo>
                <a:close/>
              </a:path>
              <a:path w="1704975" h="279400">
                <a:moveTo>
                  <a:pt x="1033932" y="210515"/>
                </a:moveTo>
                <a:lnTo>
                  <a:pt x="1000417" y="215074"/>
                </a:lnTo>
                <a:lnTo>
                  <a:pt x="1000417" y="157073"/>
                </a:lnTo>
                <a:lnTo>
                  <a:pt x="1027849" y="157073"/>
                </a:lnTo>
                <a:lnTo>
                  <a:pt x="1027849" y="120497"/>
                </a:lnTo>
                <a:lnTo>
                  <a:pt x="934783" y="120497"/>
                </a:lnTo>
                <a:lnTo>
                  <a:pt x="934783" y="157073"/>
                </a:lnTo>
                <a:lnTo>
                  <a:pt x="963739" y="157073"/>
                </a:lnTo>
                <a:lnTo>
                  <a:pt x="963739" y="221170"/>
                </a:lnTo>
                <a:lnTo>
                  <a:pt x="946975" y="222694"/>
                </a:lnTo>
                <a:lnTo>
                  <a:pt x="946937" y="222465"/>
                </a:lnTo>
                <a:lnTo>
                  <a:pt x="944981" y="210388"/>
                </a:lnTo>
                <a:lnTo>
                  <a:pt x="944537" y="207454"/>
                </a:lnTo>
                <a:lnTo>
                  <a:pt x="943546" y="200787"/>
                </a:lnTo>
                <a:lnTo>
                  <a:pt x="942682" y="193738"/>
                </a:lnTo>
                <a:lnTo>
                  <a:pt x="942619" y="192582"/>
                </a:lnTo>
                <a:lnTo>
                  <a:pt x="942403" y="189166"/>
                </a:lnTo>
                <a:lnTo>
                  <a:pt x="934923" y="193738"/>
                </a:lnTo>
                <a:lnTo>
                  <a:pt x="928306" y="198310"/>
                </a:lnTo>
                <a:lnTo>
                  <a:pt x="922261" y="202882"/>
                </a:lnTo>
                <a:lnTo>
                  <a:pt x="916495" y="207454"/>
                </a:lnTo>
                <a:lnTo>
                  <a:pt x="916495" y="90017"/>
                </a:lnTo>
                <a:lnTo>
                  <a:pt x="855535" y="90017"/>
                </a:lnTo>
                <a:lnTo>
                  <a:pt x="855535" y="126593"/>
                </a:lnTo>
                <a:lnTo>
                  <a:pt x="878395" y="126593"/>
                </a:lnTo>
                <a:lnTo>
                  <a:pt x="878357" y="233553"/>
                </a:lnTo>
                <a:lnTo>
                  <a:pt x="876871" y="240982"/>
                </a:lnTo>
                <a:lnTo>
                  <a:pt x="872299" y="247078"/>
                </a:lnTo>
                <a:lnTo>
                  <a:pt x="892111" y="274612"/>
                </a:lnTo>
                <a:lnTo>
                  <a:pt x="909828" y="258940"/>
                </a:lnTo>
                <a:lnTo>
                  <a:pt x="920610" y="250101"/>
                </a:lnTo>
                <a:lnTo>
                  <a:pt x="933259" y="240982"/>
                </a:lnTo>
                <a:lnTo>
                  <a:pt x="937831" y="265468"/>
                </a:lnTo>
                <a:lnTo>
                  <a:pt x="1020432" y="251231"/>
                </a:lnTo>
                <a:lnTo>
                  <a:pt x="1032421" y="248602"/>
                </a:lnTo>
                <a:lnTo>
                  <a:pt x="1032459" y="240982"/>
                </a:lnTo>
                <a:lnTo>
                  <a:pt x="1032586" y="234746"/>
                </a:lnTo>
                <a:lnTo>
                  <a:pt x="1032611" y="233362"/>
                </a:lnTo>
                <a:lnTo>
                  <a:pt x="1033081" y="222694"/>
                </a:lnTo>
                <a:lnTo>
                  <a:pt x="1033195" y="221170"/>
                </a:lnTo>
                <a:lnTo>
                  <a:pt x="1033614" y="215074"/>
                </a:lnTo>
                <a:lnTo>
                  <a:pt x="1033932" y="210515"/>
                </a:lnTo>
                <a:close/>
              </a:path>
              <a:path w="1704975" h="279400">
                <a:moveTo>
                  <a:pt x="1134618" y="201358"/>
                </a:moveTo>
                <a:lnTo>
                  <a:pt x="1127429" y="198818"/>
                </a:lnTo>
                <a:lnTo>
                  <a:pt x="1110754" y="192582"/>
                </a:lnTo>
                <a:lnTo>
                  <a:pt x="1101001" y="189166"/>
                </a:lnTo>
                <a:lnTo>
                  <a:pt x="1099591" y="208076"/>
                </a:lnTo>
                <a:lnTo>
                  <a:pt x="1097762" y="221551"/>
                </a:lnTo>
                <a:lnTo>
                  <a:pt x="1095641" y="229895"/>
                </a:lnTo>
                <a:lnTo>
                  <a:pt x="1093381" y="233362"/>
                </a:lnTo>
                <a:lnTo>
                  <a:pt x="1091857" y="233362"/>
                </a:lnTo>
                <a:lnTo>
                  <a:pt x="1088809" y="230314"/>
                </a:lnTo>
                <a:lnTo>
                  <a:pt x="1088809" y="228790"/>
                </a:lnTo>
                <a:lnTo>
                  <a:pt x="1087208" y="222465"/>
                </a:lnTo>
                <a:lnTo>
                  <a:pt x="1084237" y="212026"/>
                </a:lnTo>
                <a:lnTo>
                  <a:pt x="1082179" y="203174"/>
                </a:lnTo>
                <a:lnTo>
                  <a:pt x="1082141" y="202882"/>
                </a:lnTo>
                <a:lnTo>
                  <a:pt x="1080414" y="192582"/>
                </a:lnTo>
                <a:lnTo>
                  <a:pt x="1078661" y="180314"/>
                </a:lnTo>
                <a:lnTo>
                  <a:pt x="1076617" y="166306"/>
                </a:lnTo>
                <a:lnTo>
                  <a:pt x="1075474" y="150520"/>
                </a:lnTo>
                <a:lnTo>
                  <a:pt x="1074331" y="132892"/>
                </a:lnTo>
                <a:lnTo>
                  <a:pt x="1073188" y="113284"/>
                </a:lnTo>
                <a:lnTo>
                  <a:pt x="1072045" y="91541"/>
                </a:lnTo>
                <a:lnTo>
                  <a:pt x="1130046" y="91541"/>
                </a:lnTo>
                <a:lnTo>
                  <a:pt x="1130046" y="54864"/>
                </a:lnTo>
                <a:lnTo>
                  <a:pt x="1104049" y="54864"/>
                </a:lnTo>
                <a:lnTo>
                  <a:pt x="1126998" y="38100"/>
                </a:lnTo>
                <a:lnTo>
                  <a:pt x="1119797" y="30060"/>
                </a:lnTo>
                <a:lnTo>
                  <a:pt x="1103757" y="12814"/>
                </a:lnTo>
                <a:lnTo>
                  <a:pt x="1094905" y="3048"/>
                </a:lnTo>
                <a:lnTo>
                  <a:pt x="1072045" y="21336"/>
                </a:lnTo>
                <a:lnTo>
                  <a:pt x="1076947" y="27012"/>
                </a:lnTo>
                <a:lnTo>
                  <a:pt x="1082814" y="34823"/>
                </a:lnTo>
                <a:lnTo>
                  <a:pt x="1089609" y="44056"/>
                </a:lnTo>
                <a:lnTo>
                  <a:pt x="1097953" y="54864"/>
                </a:lnTo>
                <a:lnTo>
                  <a:pt x="1070521" y="54864"/>
                </a:lnTo>
                <a:lnTo>
                  <a:pt x="1070521" y="1524"/>
                </a:lnTo>
                <a:lnTo>
                  <a:pt x="1032421" y="1524"/>
                </a:lnTo>
                <a:lnTo>
                  <a:pt x="1032421" y="54864"/>
                </a:lnTo>
                <a:lnTo>
                  <a:pt x="931735" y="54864"/>
                </a:lnTo>
                <a:lnTo>
                  <a:pt x="931735" y="91541"/>
                </a:lnTo>
                <a:lnTo>
                  <a:pt x="1033945" y="91541"/>
                </a:lnTo>
                <a:lnTo>
                  <a:pt x="1036485" y="133604"/>
                </a:lnTo>
                <a:lnTo>
                  <a:pt x="1039469" y="168554"/>
                </a:lnTo>
                <a:lnTo>
                  <a:pt x="1046137" y="218122"/>
                </a:lnTo>
                <a:lnTo>
                  <a:pt x="1058989" y="258279"/>
                </a:lnTo>
                <a:lnTo>
                  <a:pt x="1083995" y="276783"/>
                </a:lnTo>
                <a:lnTo>
                  <a:pt x="1083691" y="276783"/>
                </a:lnTo>
                <a:lnTo>
                  <a:pt x="1091857" y="277660"/>
                </a:lnTo>
                <a:lnTo>
                  <a:pt x="1100213" y="276783"/>
                </a:lnTo>
                <a:lnTo>
                  <a:pt x="1107287" y="274040"/>
                </a:lnTo>
                <a:lnTo>
                  <a:pt x="1127569" y="239852"/>
                </a:lnTo>
                <a:lnTo>
                  <a:pt x="1131163" y="222465"/>
                </a:lnTo>
                <a:lnTo>
                  <a:pt x="1134618" y="201358"/>
                </a:lnTo>
                <a:close/>
              </a:path>
              <a:path w="1704975" h="279400">
                <a:moveTo>
                  <a:pt x="1415224" y="239458"/>
                </a:moveTo>
                <a:lnTo>
                  <a:pt x="1401495" y="237769"/>
                </a:lnTo>
                <a:lnTo>
                  <a:pt x="1388084" y="235077"/>
                </a:lnTo>
                <a:lnTo>
                  <a:pt x="1375270" y="231533"/>
                </a:lnTo>
                <a:lnTo>
                  <a:pt x="1363319" y="227266"/>
                </a:lnTo>
                <a:lnTo>
                  <a:pt x="1370177" y="224218"/>
                </a:lnTo>
                <a:lnTo>
                  <a:pt x="1401038" y="210502"/>
                </a:lnTo>
                <a:lnTo>
                  <a:pt x="1404467" y="208978"/>
                </a:lnTo>
                <a:lnTo>
                  <a:pt x="1390751" y="190690"/>
                </a:lnTo>
                <a:lnTo>
                  <a:pt x="1412176" y="190690"/>
                </a:lnTo>
                <a:lnTo>
                  <a:pt x="1412176" y="161734"/>
                </a:lnTo>
                <a:lnTo>
                  <a:pt x="1367891" y="161734"/>
                </a:lnTo>
                <a:lnTo>
                  <a:pt x="1367891" y="190690"/>
                </a:lnTo>
                <a:lnTo>
                  <a:pt x="1332839" y="210502"/>
                </a:lnTo>
                <a:lnTo>
                  <a:pt x="1327124" y="205917"/>
                </a:lnTo>
                <a:lnTo>
                  <a:pt x="1321409" y="201168"/>
                </a:lnTo>
                <a:lnTo>
                  <a:pt x="1315694" y="196151"/>
                </a:lnTo>
                <a:lnTo>
                  <a:pt x="1309979" y="190690"/>
                </a:lnTo>
                <a:lnTo>
                  <a:pt x="1367891" y="190690"/>
                </a:lnTo>
                <a:lnTo>
                  <a:pt x="1367891" y="161734"/>
                </a:lnTo>
                <a:lnTo>
                  <a:pt x="1355699" y="161734"/>
                </a:lnTo>
                <a:lnTo>
                  <a:pt x="1355699" y="140309"/>
                </a:lnTo>
                <a:lnTo>
                  <a:pt x="1404467" y="140309"/>
                </a:lnTo>
                <a:lnTo>
                  <a:pt x="1404467" y="112877"/>
                </a:lnTo>
                <a:lnTo>
                  <a:pt x="1355699" y="112877"/>
                </a:lnTo>
                <a:lnTo>
                  <a:pt x="1355699" y="93065"/>
                </a:lnTo>
                <a:lnTo>
                  <a:pt x="1401419" y="93065"/>
                </a:lnTo>
                <a:lnTo>
                  <a:pt x="1401419" y="65633"/>
                </a:lnTo>
                <a:lnTo>
                  <a:pt x="1401419" y="42672"/>
                </a:lnTo>
                <a:lnTo>
                  <a:pt x="1401419" y="12192"/>
                </a:lnTo>
                <a:lnTo>
                  <a:pt x="1363319" y="12192"/>
                </a:lnTo>
                <a:lnTo>
                  <a:pt x="1363319" y="42672"/>
                </a:lnTo>
                <a:lnTo>
                  <a:pt x="1363319" y="65633"/>
                </a:lnTo>
                <a:lnTo>
                  <a:pt x="1320647" y="65633"/>
                </a:lnTo>
                <a:lnTo>
                  <a:pt x="1320647" y="93065"/>
                </a:lnTo>
                <a:lnTo>
                  <a:pt x="1320647" y="112877"/>
                </a:lnTo>
                <a:lnTo>
                  <a:pt x="1320647" y="140309"/>
                </a:lnTo>
                <a:lnTo>
                  <a:pt x="1320647" y="161734"/>
                </a:lnTo>
                <a:lnTo>
                  <a:pt x="1300835" y="161734"/>
                </a:lnTo>
                <a:lnTo>
                  <a:pt x="1300835" y="222694"/>
                </a:lnTo>
                <a:lnTo>
                  <a:pt x="1259586" y="234886"/>
                </a:lnTo>
                <a:lnTo>
                  <a:pt x="1259586" y="190690"/>
                </a:lnTo>
                <a:lnTo>
                  <a:pt x="1277975" y="190690"/>
                </a:lnTo>
                <a:lnTo>
                  <a:pt x="1282827" y="199555"/>
                </a:lnTo>
                <a:lnTo>
                  <a:pt x="1288262" y="207835"/>
                </a:lnTo>
                <a:lnTo>
                  <a:pt x="1294257" y="215557"/>
                </a:lnTo>
                <a:lnTo>
                  <a:pt x="1300835" y="222694"/>
                </a:lnTo>
                <a:lnTo>
                  <a:pt x="1300835" y="161734"/>
                </a:lnTo>
                <a:lnTo>
                  <a:pt x="1276451" y="161734"/>
                </a:lnTo>
                <a:lnTo>
                  <a:pt x="1276451" y="140309"/>
                </a:lnTo>
                <a:lnTo>
                  <a:pt x="1320647" y="140309"/>
                </a:lnTo>
                <a:lnTo>
                  <a:pt x="1320647" y="112877"/>
                </a:lnTo>
                <a:lnTo>
                  <a:pt x="1276451" y="112877"/>
                </a:lnTo>
                <a:lnTo>
                  <a:pt x="1276451" y="93065"/>
                </a:lnTo>
                <a:lnTo>
                  <a:pt x="1320647" y="93065"/>
                </a:lnTo>
                <a:lnTo>
                  <a:pt x="1320647" y="65633"/>
                </a:lnTo>
                <a:lnTo>
                  <a:pt x="1241298" y="65633"/>
                </a:lnTo>
                <a:lnTo>
                  <a:pt x="1241298" y="93065"/>
                </a:lnTo>
                <a:lnTo>
                  <a:pt x="1241298" y="112877"/>
                </a:lnTo>
                <a:lnTo>
                  <a:pt x="1241298" y="140309"/>
                </a:lnTo>
                <a:lnTo>
                  <a:pt x="1241298" y="161734"/>
                </a:lnTo>
                <a:lnTo>
                  <a:pt x="1201674" y="161734"/>
                </a:lnTo>
                <a:lnTo>
                  <a:pt x="1201674" y="140309"/>
                </a:lnTo>
                <a:lnTo>
                  <a:pt x="1241298" y="140309"/>
                </a:lnTo>
                <a:lnTo>
                  <a:pt x="1241298" y="112877"/>
                </a:lnTo>
                <a:lnTo>
                  <a:pt x="1203198" y="112877"/>
                </a:lnTo>
                <a:lnTo>
                  <a:pt x="1203198" y="93065"/>
                </a:lnTo>
                <a:lnTo>
                  <a:pt x="1241298" y="93065"/>
                </a:lnTo>
                <a:lnTo>
                  <a:pt x="1241298" y="65633"/>
                </a:lnTo>
                <a:lnTo>
                  <a:pt x="1203198" y="65633"/>
                </a:lnTo>
                <a:lnTo>
                  <a:pt x="1203198" y="42672"/>
                </a:lnTo>
                <a:lnTo>
                  <a:pt x="1363319" y="42672"/>
                </a:lnTo>
                <a:lnTo>
                  <a:pt x="1363319" y="12192"/>
                </a:lnTo>
                <a:lnTo>
                  <a:pt x="1163574" y="12192"/>
                </a:lnTo>
                <a:lnTo>
                  <a:pt x="1163574" y="102209"/>
                </a:lnTo>
                <a:lnTo>
                  <a:pt x="1162405" y="148844"/>
                </a:lnTo>
                <a:lnTo>
                  <a:pt x="1158811" y="188023"/>
                </a:lnTo>
                <a:lnTo>
                  <a:pt x="1152664" y="219646"/>
                </a:lnTo>
                <a:lnTo>
                  <a:pt x="1151559" y="222694"/>
                </a:lnTo>
                <a:lnTo>
                  <a:pt x="1143762" y="244030"/>
                </a:lnTo>
                <a:lnTo>
                  <a:pt x="1151496" y="252310"/>
                </a:lnTo>
                <a:lnTo>
                  <a:pt x="1158811" y="261035"/>
                </a:lnTo>
                <a:lnTo>
                  <a:pt x="1165834" y="270052"/>
                </a:lnTo>
                <a:lnTo>
                  <a:pt x="1172718" y="279184"/>
                </a:lnTo>
                <a:lnTo>
                  <a:pt x="1182128" y="259740"/>
                </a:lnTo>
                <a:lnTo>
                  <a:pt x="1189672" y="238328"/>
                </a:lnTo>
                <a:lnTo>
                  <a:pt x="1195222" y="215226"/>
                </a:lnTo>
                <a:lnTo>
                  <a:pt x="1198626" y="190690"/>
                </a:lnTo>
                <a:lnTo>
                  <a:pt x="1221486" y="190690"/>
                </a:lnTo>
                <a:lnTo>
                  <a:pt x="1221397" y="222694"/>
                </a:lnTo>
                <a:lnTo>
                  <a:pt x="1221346" y="224218"/>
                </a:lnTo>
                <a:lnTo>
                  <a:pt x="1221257" y="227266"/>
                </a:lnTo>
                <a:lnTo>
                  <a:pt x="1221181" y="230174"/>
                </a:lnTo>
                <a:lnTo>
                  <a:pt x="1220152" y="238696"/>
                </a:lnTo>
                <a:lnTo>
                  <a:pt x="1218272" y="244944"/>
                </a:lnTo>
                <a:lnTo>
                  <a:pt x="1215390" y="248602"/>
                </a:lnTo>
                <a:lnTo>
                  <a:pt x="1229106" y="279184"/>
                </a:lnTo>
                <a:lnTo>
                  <a:pt x="1240548" y="274561"/>
                </a:lnTo>
                <a:lnTo>
                  <a:pt x="1256588" y="269659"/>
                </a:lnTo>
                <a:lnTo>
                  <a:pt x="1277188" y="264185"/>
                </a:lnTo>
                <a:lnTo>
                  <a:pt x="1302359" y="257848"/>
                </a:lnTo>
                <a:lnTo>
                  <a:pt x="1302359" y="234886"/>
                </a:lnTo>
                <a:lnTo>
                  <a:pt x="1302359" y="224218"/>
                </a:lnTo>
                <a:lnTo>
                  <a:pt x="1320660" y="240245"/>
                </a:lnTo>
                <a:lnTo>
                  <a:pt x="1341412" y="253987"/>
                </a:lnTo>
                <a:lnTo>
                  <a:pt x="1364716" y="265455"/>
                </a:lnTo>
                <a:lnTo>
                  <a:pt x="1390611" y="274561"/>
                </a:lnTo>
                <a:lnTo>
                  <a:pt x="1390777" y="274561"/>
                </a:lnTo>
                <a:lnTo>
                  <a:pt x="1400784" y="260299"/>
                </a:lnTo>
                <a:lnTo>
                  <a:pt x="1412900" y="242582"/>
                </a:lnTo>
                <a:lnTo>
                  <a:pt x="1415224" y="239458"/>
                </a:lnTo>
                <a:close/>
              </a:path>
              <a:path w="1704975" h="279400">
                <a:moveTo>
                  <a:pt x="1523428" y="163258"/>
                </a:moveTo>
                <a:lnTo>
                  <a:pt x="1486852" y="144881"/>
                </a:lnTo>
                <a:lnTo>
                  <a:pt x="1473492" y="167271"/>
                </a:lnTo>
                <a:lnTo>
                  <a:pt x="1458849" y="188785"/>
                </a:lnTo>
                <a:lnTo>
                  <a:pt x="1443342" y="209702"/>
                </a:lnTo>
                <a:lnTo>
                  <a:pt x="1427416" y="230314"/>
                </a:lnTo>
                <a:lnTo>
                  <a:pt x="1444561" y="243078"/>
                </a:lnTo>
                <a:lnTo>
                  <a:pt x="1452283" y="248970"/>
                </a:lnTo>
                <a:lnTo>
                  <a:pt x="1459420" y="254698"/>
                </a:lnTo>
                <a:lnTo>
                  <a:pt x="1474622" y="235204"/>
                </a:lnTo>
                <a:lnTo>
                  <a:pt x="1490281" y="213550"/>
                </a:lnTo>
                <a:lnTo>
                  <a:pt x="1506575" y="189547"/>
                </a:lnTo>
                <a:lnTo>
                  <a:pt x="1523428" y="163258"/>
                </a:lnTo>
                <a:close/>
              </a:path>
              <a:path w="1704975" h="279400">
                <a:moveTo>
                  <a:pt x="1675930" y="16764"/>
                </a:moveTo>
                <a:lnTo>
                  <a:pt x="1457896" y="16764"/>
                </a:lnTo>
                <a:lnTo>
                  <a:pt x="1457896" y="56388"/>
                </a:lnTo>
                <a:lnTo>
                  <a:pt x="1675930" y="56388"/>
                </a:lnTo>
                <a:lnTo>
                  <a:pt x="1675930" y="16764"/>
                </a:lnTo>
                <a:close/>
              </a:path>
              <a:path w="1704975" h="279400">
                <a:moveTo>
                  <a:pt x="1700403" y="93065"/>
                </a:moveTo>
                <a:lnTo>
                  <a:pt x="1431988" y="93065"/>
                </a:lnTo>
                <a:lnTo>
                  <a:pt x="1431988" y="132689"/>
                </a:lnTo>
                <a:lnTo>
                  <a:pt x="1549336" y="132689"/>
                </a:lnTo>
                <a:lnTo>
                  <a:pt x="1549336" y="228790"/>
                </a:lnTo>
                <a:lnTo>
                  <a:pt x="1543278" y="233349"/>
                </a:lnTo>
                <a:lnTo>
                  <a:pt x="1523644" y="233349"/>
                </a:lnTo>
                <a:lnTo>
                  <a:pt x="1515237" y="233172"/>
                </a:lnTo>
                <a:lnTo>
                  <a:pt x="1505978" y="232727"/>
                </a:lnTo>
                <a:lnTo>
                  <a:pt x="1495996" y="231838"/>
                </a:lnTo>
                <a:lnTo>
                  <a:pt x="1498282" y="241287"/>
                </a:lnTo>
                <a:lnTo>
                  <a:pt x="1500568" y="251320"/>
                </a:lnTo>
                <a:lnTo>
                  <a:pt x="1502854" y="261924"/>
                </a:lnTo>
                <a:lnTo>
                  <a:pt x="1505127" y="273037"/>
                </a:lnTo>
                <a:lnTo>
                  <a:pt x="1526870" y="273037"/>
                </a:lnTo>
                <a:lnTo>
                  <a:pt x="1544053" y="272707"/>
                </a:lnTo>
                <a:lnTo>
                  <a:pt x="1556651" y="271805"/>
                </a:lnTo>
                <a:lnTo>
                  <a:pt x="1564678" y="270040"/>
                </a:lnTo>
                <a:lnTo>
                  <a:pt x="1572298" y="268516"/>
                </a:lnTo>
                <a:lnTo>
                  <a:pt x="1591614" y="235204"/>
                </a:lnTo>
                <a:lnTo>
                  <a:pt x="1591741" y="232727"/>
                </a:lnTo>
                <a:lnTo>
                  <a:pt x="1591868" y="230314"/>
                </a:lnTo>
                <a:lnTo>
                  <a:pt x="1591945" y="228790"/>
                </a:lnTo>
                <a:lnTo>
                  <a:pt x="1592110" y="225742"/>
                </a:lnTo>
                <a:lnTo>
                  <a:pt x="1592110" y="132689"/>
                </a:lnTo>
                <a:lnTo>
                  <a:pt x="1700403" y="132689"/>
                </a:lnTo>
                <a:lnTo>
                  <a:pt x="1700403" y="93065"/>
                </a:lnTo>
                <a:close/>
              </a:path>
              <a:path w="1704975" h="279400">
                <a:moveTo>
                  <a:pt x="1704975" y="230314"/>
                </a:moveTo>
                <a:lnTo>
                  <a:pt x="1688922" y="208648"/>
                </a:lnTo>
                <a:lnTo>
                  <a:pt x="1672882" y="187261"/>
                </a:lnTo>
                <a:lnTo>
                  <a:pt x="1656791" y="166306"/>
                </a:lnTo>
                <a:lnTo>
                  <a:pt x="1640878" y="146405"/>
                </a:lnTo>
                <a:lnTo>
                  <a:pt x="1608874" y="166306"/>
                </a:lnTo>
                <a:lnTo>
                  <a:pt x="1625447" y="189763"/>
                </a:lnTo>
                <a:lnTo>
                  <a:pt x="1640878" y="212217"/>
                </a:lnTo>
                <a:lnTo>
                  <a:pt x="1654848" y="233349"/>
                </a:lnTo>
                <a:lnTo>
                  <a:pt x="1668310" y="254698"/>
                </a:lnTo>
                <a:lnTo>
                  <a:pt x="1679181" y="247256"/>
                </a:lnTo>
                <a:lnTo>
                  <a:pt x="1704975" y="230314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751028" y="938117"/>
            <a:ext cx="135890" cy="105410"/>
            <a:chOff x="9751028" y="938117"/>
            <a:chExt cx="135890" cy="105410"/>
          </a:xfrm>
        </p:grpSpPr>
        <p:sp>
          <p:nvSpPr>
            <p:cNvPr id="7" name="object 7"/>
            <p:cNvSpPr/>
            <p:nvPr/>
          </p:nvSpPr>
          <p:spPr>
            <a:xfrm>
              <a:off x="9751028" y="938117"/>
              <a:ext cx="36830" cy="104139"/>
            </a:xfrm>
            <a:custGeom>
              <a:avLst/>
              <a:gdLst/>
              <a:ahLst/>
              <a:cxnLst/>
              <a:rect l="l" t="t" r="r" b="b"/>
              <a:pathLst>
                <a:path w="36829" h="104140">
                  <a:moveTo>
                    <a:pt x="36575" y="103727"/>
                  </a:moveTo>
                  <a:lnTo>
                    <a:pt x="22859" y="103727"/>
                  </a:lnTo>
                  <a:lnTo>
                    <a:pt x="22859" y="18288"/>
                  </a:lnTo>
                  <a:lnTo>
                    <a:pt x="21335" y="19812"/>
                  </a:lnTo>
                  <a:lnTo>
                    <a:pt x="18287" y="21336"/>
                  </a:lnTo>
                  <a:lnTo>
                    <a:pt x="13715" y="24384"/>
                  </a:lnTo>
                  <a:lnTo>
                    <a:pt x="4571" y="28956"/>
                  </a:lnTo>
                  <a:lnTo>
                    <a:pt x="0" y="28956"/>
                  </a:lnTo>
                  <a:lnTo>
                    <a:pt x="0" y="16764"/>
                  </a:lnTo>
                  <a:lnTo>
                    <a:pt x="4571" y="15240"/>
                  </a:lnTo>
                  <a:lnTo>
                    <a:pt x="10667" y="13716"/>
                  </a:lnTo>
                  <a:lnTo>
                    <a:pt x="16763" y="9144"/>
                  </a:lnTo>
                  <a:lnTo>
                    <a:pt x="22859" y="6096"/>
                  </a:lnTo>
                  <a:lnTo>
                    <a:pt x="27431" y="3048"/>
                  </a:lnTo>
                  <a:lnTo>
                    <a:pt x="30479" y="0"/>
                  </a:lnTo>
                  <a:lnTo>
                    <a:pt x="36575" y="0"/>
                  </a:lnTo>
                  <a:lnTo>
                    <a:pt x="36575" y="103727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21131" y="939641"/>
              <a:ext cx="65627" cy="10372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2102" y="1281302"/>
            <a:ext cx="1520380" cy="18764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3742" y="2117312"/>
            <a:ext cx="205835" cy="8848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8440" y="2117312"/>
            <a:ext cx="120395" cy="88487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301329" y="4028694"/>
            <a:ext cx="535305" cy="123825"/>
          </a:xfrm>
          <a:custGeom>
            <a:avLst/>
            <a:gdLst/>
            <a:ahLst/>
            <a:cxnLst/>
            <a:rect l="l" t="t" r="r" b="b"/>
            <a:pathLst>
              <a:path w="535305" h="123825">
                <a:moveTo>
                  <a:pt x="111340" y="120586"/>
                </a:moveTo>
                <a:lnTo>
                  <a:pt x="101968" y="94589"/>
                </a:lnTo>
                <a:lnTo>
                  <a:pt x="94830" y="74777"/>
                </a:lnTo>
                <a:lnTo>
                  <a:pt x="77241" y="26009"/>
                </a:lnTo>
                <a:lnTo>
                  <a:pt x="70104" y="6197"/>
                </a:lnTo>
                <a:lnTo>
                  <a:pt x="70104" y="74777"/>
                </a:lnTo>
                <a:lnTo>
                  <a:pt x="39624" y="74777"/>
                </a:lnTo>
                <a:lnTo>
                  <a:pt x="53340" y="35153"/>
                </a:lnTo>
                <a:lnTo>
                  <a:pt x="53340" y="32105"/>
                </a:lnTo>
                <a:lnTo>
                  <a:pt x="54864" y="29057"/>
                </a:lnTo>
                <a:lnTo>
                  <a:pt x="54864" y="26009"/>
                </a:lnTo>
                <a:lnTo>
                  <a:pt x="56388" y="26009"/>
                </a:lnTo>
                <a:lnTo>
                  <a:pt x="56388" y="33629"/>
                </a:lnTo>
                <a:lnTo>
                  <a:pt x="57912" y="35153"/>
                </a:lnTo>
                <a:lnTo>
                  <a:pt x="70104" y="74777"/>
                </a:lnTo>
                <a:lnTo>
                  <a:pt x="70104" y="6197"/>
                </a:lnTo>
                <a:lnTo>
                  <a:pt x="41148" y="6197"/>
                </a:lnTo>
                <a:lnTo>
                  <a:pt x="0" y="120586"/>
                </a:lnTo>
                <a:lnTo>
                  <a:pt x="25908" y="120586"/>
                </a:lnTo>
                <a:lnTo>
                  <a:pt x="35052" y="94589"/>
                </a:lnTo>
                <a:lnTo>
                  <a:pt x="76200" y="94589"/>
                </a:lnTo>
                <a:lnTo>
                  <a:pt x="85344" y="120586"/>
                </a:lnTo>
                <a:lnTo>
                  <a:pt x="111340" y="120586"/>
                </a:lnTo>
                <a:close/>
              </a:path>
              <a:path w="535305" h="123825">
                <a:moveTo>
                  <a:pt x="186029" y="39725"/>
                </a:moveTo>
                <a:lnTo>
                  <a:pt x="181457" y="38201"/>
                </a:lnTo>
                <a:lnTo>
                  <a:pt x="173837" y="36677"/>
                </a:lnTo>
                <a:lnTo>
                  <a:pt x="164693" y="36677"/>
                </a:lnTo>
                <a:lnTo>
                  <a:pt x="126034" y="55181"/>
                </a:lnTo>
                <a:lnTo>
                  <a:pt x="118973" y="82397"/>
                </a:lnTo>
                <a:lnTo>
                  <a:pt x="119799" y="91008"/>
                </a:lnTo>
                <a:lnTo>
                  <a:pt x="144119" y="120396"/>
                </a:lnTo>
                <a:lnTo>
                  <a:pt x="161645" y="123634"/>
                </a:lnTo>
                <a:lnTo>
                  <a:pt x="172313" y="123634"/>
                </a:lnTo>
                <a:lnTo>
                  <a:pt x="179933" y="120586"/>
                </a:lnTo>
                <a:lnTo>
                  <a:pt x="186029" y="117538"/>
                </a:lnTo>
                <a:lnTo>
                  <a:pt x="186029" y="97637"/>
                </a:lnTo>
                <a:lnTo>
                  <a:pt x="179933" y="102298"/>
                </a:lnTo>
                <a:lnTo>
                  <a:pt x="173837" y="103822"/>
                </a:lnTo>
                <a:lnTo>
                  <a:pt x="160121" y="103822"/>
                </a:lnTo>
                <a:lnTo>
                  <a:pt x="154025" y="102298"/>
                </a:lnTo>
                <a:lnTo>
                  <a:pt x="144881" y="93065"/>
                </a:lnTo>
                <a:lnTo>
                  <a:pt x="143357" y="86969"/>
                </a:lnTo>
                <a:lnTo>
                  <a:pt x="143357" y="71729"/>
                </a:lnTo>
                <a:lnTo>
                  <a:pt x="144881" y="65633"/>
                </a:lnTo>
                <a:lnTo>
                  <a:pt x="154025" y="56489"/>
                </a:lnTo>
                <a:lnTo>
                  <a:pt x="160121" y="54965"/>
                </a:lnTo>
                <a:lnTo>
                  <a:pt x="173837" y="54965"/>
                </a:lnTo>
                <a:lnTo>
                  <a:pt x="179933" y="56489"/>
                </a:lnTo>
                <a:lnTo>
                  <a:pt x="186029" y="61061"/>
                </a:lnTo>
                <a:lnTo>
                  <a:pt x="186029" y="39725"/>
                </a:lnTo>
                <a:close/>
              </a:path>
              <a:path w="535305" h="123825">
                <a:moveTo>
                  <a:pt x="251650" y="38201"/>
                </a:moveTo>
                <a:lnTo>
                  <a:pt x="231838" y="38201"/>
                </a:lnTo>
                <a:lnTo>
                  <a:pt x="231838" y="13817"/>
                </a:lnTo>
                <a:lnTo>
                  <a:pt x="208889" y="19913"/>
                </a:lnTo>
                <a:lnTo>
                  <a:pt x="208889" y="38201"/>
                </a:lnTo>
                <a:lnTo>
                  <a:pt x="195173" y="38201"/>
                </a:lnTo>
                <a:lnTo>
                  <a:pt x="195173" y="56489"/>
                </a:lnTo>
                <a:lnTo>
                  <a:pt x="208889" y="56489"/>
                </a:lnTo>
                <a:lnTo>
                  <a:pt x="208889" y="94589"/>
                </a:lnTo>
                <a:lnTo>
                  <a:pt x="210362" y="107530"/>
                </a:lnTo>
                <a:lnTo>
                  <a:pt x="214985" y="116586"/>
                </a:lnTo>
                <a:lnTo>
                  <a:pt x="223062" y="121894"/>
                </a:lnTo>
                <a:lnTo>
                  <a:pt x="234886" y="123634"/>
                </a:lnTo>
                <a:lnTo>
                  <a:pt x="242506" y="123634"/>
                </a:lnTo>
                <a:lnTo>
                  <a:pt x="251650" y="120586"/>
                </a:lnTo>
                <a:lnTo>
                  <a:pt x="251650" y="102298"/>
                </a:lnTo>
                <a:lnTo>
                  <a:pt x="248602" y="103822"/>
                </a:lnTo>
                <a:lnTo>
                  <a:pt x="236410" y="103822"/>
                </a:lnTo>
                <a:lnTo>
                  <a:pt x="231838" y="99161"/>
                </a:lnTo>
                <a:lnTo>
                  <a:pt x="231838" y="56489"/>
                </a:lnTo>
                <a:lnTo>
                  <a:pt x="251650" y="56489"/>
                </a:lnTo>
                <a:lnTo>
                  <a:pt x="251650" y="38201"/>
                </a:lnTo>
                <a:close/>
              </a:path>
              <a:path w="535305" h="123825">
                <a:moveTo>
                  <a:pt x="289750" y="38201"/>
                </a:moveTo>
                <a:lnTo>
                  <a:pt x="265366" y="38201"/>
                </a:lnTo>
                <a:lnTo>
                  <a:pt x="265366" y="120586"/>
                </a:lnTo>
                <a:lnTo>
                  <a:pt x="289750" y="120586"/>
                </a:lnTo>
                <a:lnTo>
                  <a:pt x="289750" y="38201"/>
                </a:lnTo>
                <a:close/>
              </a:path>
              <a:path w="535305" h="123825">
                <a:moveTo>
                  <a:pt x="291274" y="7721"/>
                </a:moveTo>
                <a:lnTo>
                  <a:pt x="289750" y="4572"/>
                </a:lnTo>
                <a:lnTo>
                  <a:pt x="285178" y="0"/>
                </a:lnTo>
                <a:lnTo>
                  <a:pt x="269938" y="0"/>
                </a:lnTo>
                <a:lnTo>
                  <a:pt x="265366" y="4572"/>
                </a:lnTo>
                <a:lnTo>
                  <a:pt x="263842" y="7721"/>
                </a:lnTo>
                <a:lnTo>
                  <a:pt x="263842" y="15341"/>
                </a:lnTo>
                <a:lnTo>
                  <a:pt x="266890" y="21437"/>
                </a:lnTo>
                <a:lnTo>
                  <a:pt x="272986" y="24485"/>
                </a:lnTo>
                <a:lnTo>
                  <a:pt x="282130" y="24485"/>
                </a:lnTo>
                <a:lnTo>
                  <a:pt x="288226" y="21437"/>
                </a:lnTo>
                <a:lnTo>
                  <a:pt x="291274" y="15341"/>
                </a:lnTo>
                <a:lnTo>
                  <a:pt x="291274" y="7721"/>
                </a:lnTo>
                <a:close/>
              </a:path>
              <a:path w="535305" h="123825">
                <a:moveTo>
                  <a:pt x="393484" y="79349"/>
                </a:moveTo>
                <a:lnTo>
                  <a:pt x="392887" y="69634"/>
                </a:lnTo>
                <a:lnTo>
                  <a:pt x="391007" y="61061"/>
                </a:lnTo>
                <a:lnTo>
                  <a:pt x="390918" y="60871"/>
                </a:lnTo>
                <a:lnTo>
                  <a:pt x="388289" y="54965"/>
                </a:lnTo>
                <a:lnTo>
                  <a:pt x="387692" y="53632"/>
                </a:lnTo>
                <a:lnTo>
                  <a:pt x="382816" y="47345"/>
                </a:lnTo>
                <a:lnTo>
                  <a:pt x="376516" y="42468"/>
                </a:lnTo>
                <a:lnTo>
                  <a:pt x="369100" y="39166"/>
                </a:lnTo>
                <a:lnTo>
                  <a:pt x="369100" y="79349"/>
                </a:lnTo>
                <a:lnTo>
                  <a:pt x="367931" y="90246"/>
                </a:lnTo>
                <a:lnTo>
                  <a:pt x="364477" y="97878"/>
                </a:lnTo>
                <a:lnTo>
                  <a:pt x="358724" y="102362"/>
                </a:lnTo>
                <a:lnTo>
                  <a:pt x="350710" y="103822"/>
                </a:lnTo>
                <a:lnTo>
                  <a:pt x="341833" y="102362"/>
                </a:lnTo>
                <a:lnTo>
                  <a:pt x="335661" y="97878"/>
                </a:lnTo>
                <a:lnTo>
                  <a:pt x="335572" y="97688"/>
                </a:lnTo>
                <a:lnTo>
                  <a:pt x="332066" y="90246"/>
                </a:lnTo>
                <a:lnTo>
                  <a:pt x="331939" y="89077"/>
                </a:lnTo>
                <a:lnTo>
                  <a:pt x="331851" y="88226"/>
                </a:lnTo>
                <a:lnTo>
                  <a:pt x="330898" y="79349"/>
                </a:lnTo>
                <a:lnTo>
                  <a:pt x="330898" y="71729"/>
                </a:lnTo>
                <a:lnTo>
                  <a:pt x="332422" y="65633"/>
                </a:lnTo>
                <a:lnTo>
                  <a:pt x="338569" y="56413"/>
                </a:lnTo>
                <a:lnTo>
                  <a:pt x="338734" y="56413"/>
                </a:lnTo>
                <a:lnTo>
                  <a:pt x="343090" y="54965"/>
                </a:lnTo>
                <a:lnTo>
                  <a:pt x="350710" y="54965"/>
                </a:lnTo>
                <a:lnTo>
                  <a:pt x="358724" y="56413"/>
                </a:lnTo>
                <a:lnTo>
                  <a:pt x="368147" y="70510"/>
                </a:lnTo>
                <a:lnTo>
                  <a:pt x="369100" y="79349"/>
                </a:lnTo>
                <a:lnTo>
                  <a:pt x="369100" y="39166"/>
                </a:lnTo>
                <a:lnTo>
                  <a:pt x="360476" y="37274"/>
                </a:lnTo>
                <a:lnTo>
                  <a:pt x="350710" y="36677"/>
                </a:lnTo>
                <a:lnTo>
                  <a:pt x="341363" y="37274"/>
                </a:lnTo>
                <a:lnTo>
                  <a:pt x="341096" y="37274"/>
                </a:lnTo>
                <a:lnTo>
                  <a:pt x="309181" y="62395"/>
                </a:lnTo>
                <a:lnTo>
                  <a:pt x="306514" y="79349"/>
                </a:lnTo>
                <a:lnTo>
                  <a:pt x="307111" y="89077"/>
                </a:lnTo>
                <a:lnTo>
                  <a:pt x="308991" y="97688"/>
                </a:lnTo>
                <a:lnTo>
                  <a:pt x="309079" y="97878"/>
                </a:lnTo>
                <a:lnTo>
                  <a:pt x="312305" y="105143"/>
                </a:lnTo>
                <a:lnTo>
                  <a:pt x="349186" y="123634"/>
                </a:lnTo>
                <a:lnTo>
                  <a:pt x="358940" y="122809"/>
                </a:lnTo>
                <a:lnTo>
                  <a:pt x="387883" y="103822"/>
                </a:lnTo>
                <a:lnTo>
                  <a:pt x="391007" y="96545"/>
                </a:lnTo>
                <a:lnTo>
                  <a:pt x="392887" y="88226"/>
                </a:lnTo>
                <a:lnTo>
                  <a:pt x="393484" y="79349"/>
                </a:lnTo>
                <a:close/>
              </a:path>
              <a:path w="535305" h="123825">
                <a:moveTo>
                  <a:pt x="489496" y="70205"/>
                </a:moveTo>
                <a:lnTo>
                  <a:pt x="487781" y="55321"/>
                </a:lnTo>
                <a:lnTo>
                  <a:pt x="482638" y="44869"/>
                </a:lnTo>
                <a:lnTo>
                  <a:pt x="474065" y="38696"/>
                </a:lnTo>
                <a:lnTo>
                  <a:pt x="462064" y="36677"/>
                </a:lnTo>
                <a:lnTo>
                  <a:pt x="453491" y="37553"/>
                </a:lnTo>
                <a:lnTo>
                  <a:pt x="446062" y="40297"/>
                </a:lnTo>
                <a:lnTo>
                  <a:pt x="439775" y="45034"/>
                </a:lnTo>
                <a:lnTo>
                  <a:pt x="434632" y="51917"/>
                </a:lnTo>
                <a:lnTo>
                  <a:pt x="434632" y="38201"/>
                </a:lnTo>
                <a:lnTo>
                  <a:pt x="410248" y="38201"/>
                </a:lnTo>
                <a:lnTo>
                  <a:pt x="410248" y="120586"/>
                </a:lnTo>
                <a:lnTo>
                  <a:pt x="434632" y="120586"/>
                </a:lnTo>
                <a:lnTo>
                  <a:pt x="434632" y="68681"/>
                </a:lnTo>
                <a:lnTo>
                  <a:pt x="436156" y="64109"/>
                </a:lnTo>
                <a:lnTo>
                  <a:pt x="439204" y="59537"/>
                </a:lnTo>
                <a:lnTo>
                  <a:pt x="442252" y="56489"/>
                </a:lnTo>
                <a:lnTo>
                  <a:pt x="446824" y="54965"/>
                </a:lnTo>
                <a:lnTo>
                  <a:pt x="460540" y="54965"/>
                </a:lnTo>
                <a:lnTo>
                  <a:pt x="465112" y="61061"/>
                </a:lnTo>
                <a:lnTo>
                  <a:pt x="465112" y="120586"/>
                </a:lnTo>
                <a:lnTo>
                  <a:pt x="489496" y="120586"/>
                </a:lnTo>
                <a:lnTo>
                  <a:pt x="489496" y="70205"/>
                </a:lnTo>
                <a:close/>
              </a:path>
              <a:path w="535305" h="123825">
                <a:moveTo>
                  <a:pt x="535305" y="106870"/>
                </a:moveTo>
                <a:lnTo>
                  <a:pt x="533781" y="103822"/>
                </a:lnTo>
                <a:lnTo>
                  <a:pt x="530733" y="100685"/>
                </a:lnTo>
                <a:lnTo>
                  <a:pt x="524637" y="97637"/>
                </a:lnTo>
                <a:lnTo>
                  <a:pt x="517017" y="97637"/>
                </a:lnTo>
                <a:lnTo>
                  <a:pt x="510921" y="100685"/>
                </a:lnTo>
                <a:lnTo>
                  <a:pt x="507784" y="103822"/>
                </a:lnTo>
                <a:lnTo>
                  <a:pt x="506260" y="106870"/>
                </a:lnTo>
                <a:lnTo>
                  <a:pt x="506260" y="114490"/>
                </a:lnTo>
                <a:lnTo>
                  <a:pt x="507784" y="117538"/>
                </a:lnTo>
                <a:lnTo>
                  <a:pt x="510921" y="119062"/>
                </a:lnTo>
                <a:lnTo>
                  <a:pt x="512445" y="122110"/>
                </a:lnTo>
                <a:lnTo>
                  <a:pt x="517017" y="123634"/>
                </a:lnTo>
                <a:lnTo>
                  <a:pt x="524637" y="123634"/>
                </a:lnTo>
                <a:lnTo>
                  <a:pt x="527685" y="122110"/>
                </a:lnTo>
                <a:lnTo>
                  <a:pt x="530733" y="119062"/>
                </a:lnTo>
                <a:lnTo>
                  <a:pt x="533781" y="117538"/>
                </a:lnTo>
                <a:lnTo>
                  <a:pt x="535305" y="114490"/>
                </a:lnTo>
                <a:lnTo>
                  <a:pt x="535305" y="106870"/>
                </a:lnTo>
                <a:close/>
              </a:path>
              <a:path w="535305" h="123825">
                <a:moveTo>
                  <a:pt x="535305" y="45821"/>
                </a:moveTo>
                <a:lnTo>
                  <a:pt x="533781" y="42773"/>
                </a:lnTo>
                <a:lnTo>
                  <a:pt x="530733" y="41249"/>
                </a:lnTo>
                <a:lnTo>
                  <a:pt x="527685" y="38201"/>
                </a:lnTo>
                <a:lnTo>
                  <a:pt x="513969" y="38201"/>
                </a:lnTo>
                <a:lnTo>
                  <a:pt x="510921" y="41249"/>
                </a:lnTo>
                <a:lnTo>
                  <a:pt x="507784" y="42773"/>
                </a:lnTo>
                <a:lnTo>
                  <a:pt x="506260" y="45821"/>
                </a:lnTo>
                <a:lnTo>
                  <a:pt x="506260" y="53441"/>
                </a:lnTo>
                <a:lnTo>
                  <a:pt x="507784" y="56489"/>
                </a:lnTo>
                <a:lnTo>
                  <a:pt x="510921" y="59537"/>
                </a:lnTo>
                <a:lnTo>
                  <a:pt x="512445" y="61061"/>
                </a:lnTo>
                <a:lnTo>
                  <a:pt x="517017" y="62585"/>
                </a:lnTo>
                <a:lnTo>
                  <a:pt x="524637" y="62585"/>
                </a:lnTo>
                <a:lnTo>
                  <a:pt x="530733" y="59537"/>
                </a:lnTo>
                <a:lnTo>
                  <a:pt x="533781" y="56489"/>
                </a:lnTo>
                <a:lnTo>
                  <a:pt x="535305" y="53441"/>
                </a:lnTo>
                <a:lnTo>
                  <a:pt x="535305" y="45821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902172" y="4027170"/>
            <a:ext cx="408940" cy="122555"/>
            <a:chOff x="2902172" y="4027170"/>
            <a:chExt cx="408940" cy="122555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2172" y="4028693"/>
              <a:ext cx="308038" cy="12058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0022" y="4027170"/>
              <a:ext cx="80867" cy="122110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67373" y="4031741"/>
            <a:ext cx="419290" cy="143446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6889" y="2117312"/>
            <a:ext cx="205835" cy="88487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5851588" y="2115794"/>
            <a:ext cx="100965" cy="90170"/>
          </a:xfrm>
          <a:custGeom>
            <a:avLst/>
            <a:gdLst/>
            <a:ahLst/>
            <a:cxnLst/>
            <a:rect l="l" t="t" r="r" b="b"/>
            <a:pathLst>
              <a:path w="100964" h="90169">
                <a:moveTo>
                  <a:pt x="50292" y="59436"/>
                </a:moveTo>
                <a:lnTo>
                  <a:pt x="48768" y="54864"/>
                </a:lnTo>
                <a:lnTo>
                  <a:pt x="41148" y="47244"/>
                </a:lnTo>
                <a:lnTo>
                  <a:pt x="36576" y="44196"/>
                </a:lnTo>
                <a:lnTo>
                  <a:pt x="30480" y="44196"/>
                </a:lnTo>
                <a:lnTo>
                  <a:pt x="37592" y="41059"/>
                </a:lnTo>
                <a:lnTo>
                  <a:pt x="42862" y="36195"/>
                </a:lnTo>
                <a:lnTo>
                  <a:pt x="46113" y="29629"/>
                </a:lnTo>
                <a:lnTo>
                  <a:pt x="47244" y="21336"/>
                </a:lnTo>
                <a:lnTo>
                  <a:pt x="47244" y="15240"/>
                </a:lnTo>
                <a:lnTo>
                  <a:pt x="45720" y="10668"/>
                </a:lnTo>
                <a:lnTo>
                  <a:pt x="41148" y="7620"/>
                </a:lnTo>
                <a:lnTo>
                  <a:pt x="36576" y="3048"/>
                </a:lnTo>
                <a:lnTo>
                  <a:pt x="30480" y="1524"/>
                </a:lnTo>
                <a:lnTo>
                  <a:pt x="15240" y="1524"/>
                </a:lnTo>
                <a:lnTo>
                  <a:pt x="9144" y="3048"/>
                </a:lnTo>
                <a:lnTo>
                  <a:pt x="3048" y="6096"/>
                </a:lnTo>
                <a:lnTo>
                  <a:pt x="3048" y="16764"/>
                </a:lnTo>
                <a:lnTo>
                  <a:pt x="9144" y="12192"/>
                </a:lnTo>
                <a:lnTo>
                  <a:pt x="13716" y="10668"/>
                </a:lnTo>
                <a:lnTo>
                  <a:pt x="30480" y="10668"/>
                </a:lnTo>
                <a:lnTo>
                  <a:pt x="36576" y="15240"/>
                </a:lnTo>
                <a:lnTo>
                  <a:pt x="36576" y="24384"/>
                </a:lnTo>
                <a:lnTo>
                  <a:pt x="35166" y="31267"/>
                </a:lnTo>
                <a:lnTo>
                  <a:pt x="31051" y="36004"/>
                </a:lnTo>
                <a:lnTo>
                  <a:pt x="24358" y="38747"/>
                </a:lnTo>
                <a:lnTo>
                  <a:pt x="15240" y="39624"/>
                </a:lnTo>
                <a:lnTo>
                  <a:pt x="9144" y="39624"/>
                </a:lnTo>
                <a:lnTo>
                  <a:pt x="9144" y="48768"/>
                </a:lnTo>
                <a:lnTo>
                  <a:pt x="15240" y="48768"/>
                </a:lnTo>
                <a:lnTo>
                  <a:pt x="26111" y="49885"/>
                </a:lnTo>
                <a:lnTo>
                  <a:pt x="33718" y="53149"/>
                </a:lnTo>
                <a:lnTo>
                  <a:pt x="38163" y="58407"/>
                </a:lnTo>
                <a:lnTo>
                  <a:pt x="39624" y="65532"/>
                </a:lnTo>
                <a:lnTo>
                  <a:pt x="39624" y="70104"/>
                </a:lnTo>
                <a:lnTo>
                  <a:pt x="36576" y="74777"/>
                </a:lnTo>
                <a:lnTo>
                  <a:pt x="30480" y="80873"/>
                </a:lnTo>
                <a:lnTo>
                  <a:pt x="12192" y="80873"/>
                </a:lnTo>
                <a:lnTo>
                  <a:pt x="6096" y="79349"/>
                </a:lnTo>
                <a:lnTo>
                  <a:pt x="0" y="74777"/>
                </a:lnTo>
                <a:lnTo>
                  <a:pt x="0" y="85445"/>
                </a:lnTo>
                <a:lnTo>
                  <a:pt x="4572" y="88493"/>
                </a:lnTo>
                <a:lnTo>
                  <a:pt x="10668" y="90017"/>
                </a:lnTo>
                <a:lnTo>
                  <a:pt x="28956" y="90017"/>
                </a:lnTo>
                <a:lnTo>
                  <a:pt x="36576" y="88493"/>
                </a:lnTo>
                <a:lnTo>
                  <a:pt x="41148" y="83921"/>
                </a:lnTo>
                <a:lnTo>
                  <a:pt x="47244" y="79349"/>
                </a:lnTo>
                <a:lnTo>
                  <a:pt x="50292" y="71729"/>
                </a:lnTo>
                <a:lnTo>
                  <a:pt x="50292" y="59436"/>
                </a:lnTo>
                <a:close/>
              </a:path>
              <a:path w="100964" h="90169">
                <a:moveTo>
                  <a:pt x="100584" y="0"/>
                </a:moveTo>
                <a:lnTo>
                  <a:pt x="97536" y="0"/>
                </a:lnTo>
                <a:lnTo>
                  <a:pt x="94488" y="3048"/>
                </a:lnTo>
                <a:lnTo>
                  <a:pt x="85344" y="9144"/>
                </a:lnTo>
                <a:lnTo>
                  <a:pt x="79248" y="10668"/>
                </a:lnTo>
                <a:lnTo>
                  <a:pt x="74676" y="13716"/>
                </a:lnTo>
                <a:lnTo>
                  <a:pt x="70104" y="15240"/>
                </a:lnTo>
                <a:lnTo>
                  <a:pt x="70104" y="25908"/>
                </a:lnTo>
                <a:lnTo>
                  <a:pt x="74676" y="24384"/>
                </a:lnTo>
                <a:lnTo>
                  <a:pt x="77724" y="22860"/>
                </a:lnTo>
                <a:lnTo>
                  <a:pt x="82296" y="21336"/>
                </a:lnTo>
                <a:lnTo>
                  <a:pt x="85344" y="18288"/>
                </a:lnTo>
                <a:lnTo>
                  <a:pt x="88392" y="16764"/>
                </a:lnTo>
                <a:lnTo>
                  <a:pt x="89916" y="15240"/>
                </a:lnTo>
                <a:lnTo>
                  <a:pt x="89916" y="88480"/>
                </a:lnTo>
                <a:lnTo>
                  <a:pt x="100584" y="88480"/>
                </a:lnTo>
                <a:lnTo>
                  <a:pt x="100584" y="0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693306" y="4028795"/>
            <a:ext cx="535940" cy="123825"/>
          </a:xfrm>
          <a:custGeom>
            <a:avLst/>
            <a:gdLst/>
            <a:ahLst/>
            <a:cxnLst/>
            <a:rect l="l" t="t" r="r" b="b"/>
            <a:pathLst>
              <a:path w="535940" h="123825">
                <a:moveTo>
                  <a:pt x="111353" y="120484"/>
                </a:moveTo>
                <a:lnTo>
                  <a:pt x="101993" y="94488"/>
                </a:lnTo>
                <a:lnTo>
                  <a:pt x="94869" y="74676"/>
                </a:lnTo>
                <a:lnTo>
                  <a:pt x="77330" y="25908"/>
                </a:lnTo>
                <a:lnTo>
                  <a:pt x="70205" y="6096"/>
                </a:lnTo>
                <a:lnTo>
                  <a:pt x="70205" y="74676"/>
                </a:lnTo>
                <a:lnTo>
                  <a:pt x="39725" y="74676"/>
                </a:lnTo>
                <a:lnTo>
                  <a:pt x="53441" y="35052"/>
                </a:lnTo>
                <a:lnTo>
                  <a:pt x="54965" y="32004"/>
                </a:lnTo>
                <a:lnTo>
                  <a:pt x="54965" y="25908"/>
                </a:lnTo>
                <a:lnTo>
                  <a:pt x="56489" y="25908"/>
                </a:lnTo>
                <a:lnTo>
                  <a:pt x="56489" y="33528"/>
                </a:lnTo>
                <a:lnTo>
                  <a:pt x="58013" y="35052"/>
                </a:lnTo>
                <a:lnTo>
                  <a:pt x="70205" y="74676"/>
                </a:lnTo>
                <a:lnTo>
                  <a:pt x="70205" y="6096"/>
                </a:lnTo>
                <a:lnTo>
                  <a:pt x="41249" y="6096"/>
                </a:lnTo>
                <a:lnTo>
                  <a:pt x="0" y="120484"/>
                </a:lnTo>
                <a:lnTo>
                  <a:pt x="26009" y="120484"/>
                </a:lnTo>
                <a:lnTo>
                  <a:pt x="35153" y="94488"/>
                </a:lnTo>
                <a:lnTo>
                  <a:pt x="76301" y="94488"/>
                </a:lnTo>
                <a:lnTo>
                  <a:pt x="85445" y="120484"/>
                </a:lnTo>
                <a:lnTo>
                  <a:pt x="111353" y="120484"/>
                </a:lnTo>
                <a:close/>
              </a:path>
              <a:path w="535940" h="123825">
                <a:moveTo>
                  <a:pt x="186118" y="39624"/>
                </a:moveTo>
                <a:lnTo>
                  <a:pt x="181546" y="38100"/>
                </a:lnTo>
                <a:lnTo>
                  <a:pt x="173926" y="36576"/>
                </a:lnTo>
                <a:lnTo>
                  <a:pt x="164782" y="36576"/>
                </a:lnTo>
                <a:lnTo>
                  <a:pt x="126034" y="55079"/>
                </a:lnTo>
                <a:lnTo>
                  <a:pt x="118973" y="82296"/>
                </a:lnTo>
                <a:lnTo>
                  <a:pt x="119799" y="90906"/>
                </a:lnTo>
                <a:lnTo>
                  <a:pt x="144729" y="120294"/>
                </a:lnTo>
                <a:lnTo>
                  <a:pt x="161734" y="123532"/>
                </a:lnTo>
                <a:lnTo>
                  <a:pt x="172402" y="123532"/>
                </a:lnTo>
                <a:lnTo>
                  <a:pt x="180022" y="120484"/>
                </a:lnTo>
                <a:lnTo>
                  <a:pt x="186118" y="117436"/>
                </a:lnTo>
                <a:lnTo>
                  <a:pt x="186118" y="97536"/>
                </a:lnTo>
                <a:lnTo>
                  <a:pt x="180022" y="102196"/>
                </a:lnTo>
                <a:lnTo>
                  <a:pt x="173926" y="103720"/>
                </a:lnTo>
                <a:lnTo>
                  <a:pt x="160210" y="103720"/>
                </a:lnTo>
                <a:lnTo>
                  <a:pt x="154114" y="102196"/>
                </a:lnTo>
                <a:lnTo>
                  <a:pt x="144881" y="92964"/>
                </a:lnTo>
                <a:lnTo>
                  <a:pt x="143357" y="86868"/>
                </a:lnTo>
                <a:lnTo>
                  <a:pt x="143357" y="71628"/>
                </a:lnTo>
                <a:lnTo>
                  <a:pt x="146405" y="65532"/>
                </a:lnTo>
                <a:lnTo>
                  <a:pt x="149542" y="60960"/>
                </a:lnTo>
                <a:lnTo>
                  <a:pt x="154114" y="56388"/>
                </a:lnTo>
                <a:lnTo>
                  <a:pt x="160210" y="54864"/>
                </a:lnTo>
                <a:lnTo>
                  <a:pt x="173926" y="54864"/>
                </a:lnTo>
                <a:lnTo>
                  <a:pt x="180022" y="56388"/>
                </a:lnTo>
                <a:lnTo>
                  <a:pt x="186118" y="60960"/>
                </a:lnTo>
                <a:lnTo>
                  <a:pt x="186118" y="39624"/>
                </a:lnTo>
                <a:close/>
              </a:path>
              <a:path w="535940" h="123825">
                <a:moveTo>
                  <a:pt x="251650" y="38100"/>
                </a:moveTo>
                <a:lnTo>
                  <a:pt x="231838" y="38100"/>
                </a:lnTo>
                <a:lnTo>
                  <a:pt x="231838" y="13716"/>
                </a:lnTo>
                <a:lnTo>
                  <a:pt x="208978" y="19812"/>
                </a:lnTo>
                <a:lnTo>
                  <a:pt x="208978" y="38100"/>
                </a:lnTo>
                <a:lnTo>
                  <a:pt x="195262" y="38100"/>
                </a:lnTo>
                <a:lnTo>
                  <a:pt x="195262" y="56388"/>
                </a:lnTo>
                <a:lnTo>
                  <a:pt x="208978" y="56388"/>
                </a:lnTo>
                <a:lnTo>
                  <a:pt x="208978" y="94488"/>
                </a:lnTo>
                <a:lnTo>
                  <a:pt x="210667" y="107429"/>
                </a:lnTo>
                <a:lnTo>
                  <a:pt x="215646" y="116484"/>
                </a:lnTo>
                <a:lnTo>
                  <a:pt x="223761" y="121793"/>
                </a:lnTo>
                <a:lnTo>
                  <a:pt x="234886" y="123532"/>
                </a:lnTo>
                <a:lnTo>
                  <a:pt x="242506" y="123532"/>
                </a:lnTo>
                <a:lnTo>
                  <a:pt x="251650" y="120484"/>
                </a:lnTo>
                <a:lnTo>
                  <a:pt x="251650" y="102196"/>
                </a:lnTo>
                <a:lnTo>
                  <a:pt x="248602" y="103720"/>
                </a:lnTo>
                <a:lnTo>
                  <a:pt x="236410" y="103720"/>
                </a:lnTo>
                <a:lnTo>
                  <a:pt x="231838" y="99060"/>
                </a:lnTo>
                <a:lnTo>
                  <a:pt x="231838" y="56388"/>
                </a:lnTo>
                <a:lnTo>
                  <a:pt x="251650" y="56388"/>
                </a:lnTo>
                <a:lnTo>
                  <a:pt x="251650" y="38100"/>
                </a:lnTo>
                <a:close/>
              </a:path>
              <a:path w="535940" h="123825">
                <a:moveTo>
                  <a:pt x="289750" y="38100"/>
                </a:moveTo>
                <a:lnTo>
                  <a:pt x="265366" y="38100"/>
                </a:lnTo>
                <a:lnTo>
                  <a:pt x="265366" y="120484"/>
                </a:lnTo>
                <a:lnTo>
                  <a:pt x="289750" y="120484"/>
                </a:lnTo>
                <a:lnTo>
                  <a:pt x="289750" y="38100"/>
                </a:lnTo>
                <a:close/>
              </a:path>
              <a:path w="535940" h="123825">
                <a:moveTo>
                  <a:pt x="291274" y="7620"/>
                </a:moveTo>
                <a:lnTo>
                  <a:pt x="289750" y="4572"/>
                </a:lnTo>
                <a:lnTo>
                  <a:pt x="285178" y="0"/>
                </a:lnTo>
                <a:lnTo>
                  <a:pt x="269938" y="0"/>
                </a:lnTo>
                <a:lnTo>
                  <a:pt x="268414" y="3048"/>
                </a:lnTo>
                <a:lnTo>
                  <a:pt x="265366" y="4572"/>
                </a:lnTo>
                <a:lnTo>
                  <a:pt x="263842" y="7620"/>
                </a:lnTo>
                <a:lnTo>
                  <a:pt x="263842" y="15240"/>
                </a:lnTo>
                <a:lnTo>
                  <a:pt x="265366" y="18288"/>
                </a:lnTo>
                <a:lnTo>
                  <a:pt x="269938" y="22860"/>
                </a:lnTo>
                <a:lnTo>
                  <a:pt x="272986" y="24384"/>
                </a:lnTo>
                <a:lnTo>
                  <a:pt x="282130" y="24384"/>
                </a:lnTo>
                <a:lnTo>
                  <a:pt x="288226" y="21336"/>
                </a:lnTo>
                <a:lnTo>
                  <a:pt x="291274" y="15240"/>
                </a:lnTo>
                <a:lnTo>
                  <a:pt x="291274" y="7620"/>
                </a:lnTo>
                <a:close/>
              </a:path>
              <a:path w="535940" h="123825">
                <a:moveTo>
                  <a:pt x="393484" y="79248"/>
                </a:moveTo>
                <a:lnTo>
                  <a:pt x="392887" y="69532"/>
                </a:lnTo>
                <a:lnTo>
                  <a:pt x="391007" y="60960"/>
                </a:lnTo>
                <a:lnTo>
                  <a:pt x="390918" y="60769"/>
                </a:lnTo>
                <a:lnTo>
                  <a:pt x="388289" y="54864"/>
                </a:lnTo>
                <a:lnTo>
                  <a:pt x="387692" y="53530"/>
                </a:lnTo>
                <a:lnTo>
                  <a:pt x="382816" y="47244"/>
                </a:lnTo>
                <a:lnTo>
                  <a:pt x="376529" y="42367"/>
                </a:lnTo>
                <a:lnTo>
                  <a:pt x="369100" y="39052"/>
                </a:lnTo>
                <a:lnTo>
                  <a:pt x="369100" y="79248"/>
                </a:lnTo>
                <a:lnTo>
                  <a:pt x="367957" y="90144"/>
                </a:lnTo>
                <a:lnTo>
                  <a:pt x="364528" y="97777"/>
                </a:lnTo>
                <a:lnTo>
                  <a:pt x="358813" y="102260"/>
                </a:lnTo>
                <a:lnTo>
                  <a:pt x="350812" y="103720"/>
                </a:lnTo>
                <a:lnTo>
                  <a:pt x="341922" y="102260"/>
                </a:lnTo>
                <a:lnTo>
                  <a:pt x="335762" y="97777"/>
                </a:lnTo>
                <a:lnTo>
                  <a:pt x="335673" y="97586"/>
                </a:lnTo>
                <a:lnTo>
                  <a:pt x="332155" y="90144"/>
                </a:lnTo>
                <a:lnTo>
                  <a:pt x="332041" y="88976"/>
                </a:lnTo>
                <a:lnTo>
                  <a:pt x="331939" y="88125"/>
                </a:lnTo>
                <a:lnTo>
                  <a:pt x="331000" y="79248"/>
                </a:lnTo>
                <a:lnTo>
                  <a:pt x="331000" y="71628"/>
                </a:lnTo>
                <a:lnTo>
                  <a:pt x="332524" y="65532"/>
                </a:lnTo>
                <a:lnTo>
                  <a:pt x="338658" y="56311"/>
                </a:lnTo>
                <a:lnTo>
                  <a:pt x="338899" y="56311"/>
                </a:lnTo>
                <a:lnTo>
                  <a:pt x="344716" y="54864"/>
                </a:lnTo>
                <a:lnTo>
                  <a:pt x="350812" y="54864"/>
                </a:lnTo>
                <a:lnTo>
                  <a:pt x="358813" y="56311"/>
                </a:lnTo>
                <a:lnTo>
                  <a:pt x="364528" y="60769"/>
                </a:lnTo>
                <a:lnTo>
                  <a:pt x="364604" y="60960"/>
                </a:lnTo>
                <a:lnTo>
                  <a:pt x="367957" y="68364"/>
                </a:lnTo>
                <a:lnTo>
                  <a:pt x="368071" y="69532"/>
                </a:lnTo>
                <a:lnTo>
                  <a:pt x="368173" y="70408"/>
                </a:lnTo>
                <a:lnTo>
                  <a:pt x="369100" y="79248"/>
                </a:lnTo>
                <a:lnTo>
                  <a:pt x="369100" y="39052"/>
                </a:lnTo>
                <a:lnTo>
                  <a:pt x="360527" y="37172"/>
                </a:lnTo>
                <a:lnTo>
                  <a:pt x="350812" y="36576"/>
                </a:lnTo>
                <a:lnTo>
                  <a:pt x="341464" y="37172"/>
                </a:lnTo>
                <a:lnTo>
                  <a:pt x="341185" y="37172"/>
                </a:lnTo>
                <a:lnTo>
                  <a:pt x="309283" y="62293"/>
                </a:lnTo>
                <a:lnTo>
                  <a:pt x="307149" y="71628"/>
                </a:lnTo>
                <a:lnTo>
                  <a:pt x="306616" y="79248"/>
                </a:lnTo>
                <a:lnTo>
                  <a:pt x="324421" y="116471"/>
                </a:lnTo>
                <a:lnTo>
                  <a:pt x="349288" y="123532"/>
                </a:lnTo>
                <a:lnTo>
                  <a:pt x="359016" y="122707"/>
                </a:lnTo>
                <a:lnTo>
                  <a:pt x="387883" y="103720"/>
                </a:lnTo>
                <a:lnTo>
                  <a:pt x="391007" y="96443"/>
                </a:lnTo>
                <a:lnTo>
                  <a:pt x="392887" y="88125"/>
                </a:lnTo>
                <a:lnTo>
                  <a:pt x="393484" y="79248"/>
                </a:lnTo>
                <a:close/>
              </a:path>
              <a:path w="535940" h="123825">
                <a:moveTo>
                  <a:pt x="489585" y="70104"/>
                </a:moveTo>
                <a:lnTo>
                  <a:pt x="487870" y="55219"/>
                </a:lnTo>
                <a:lnTo>
                  <a:pt x="482727" y="44767"/>
                </a:lnTo>
                <a:lnTo>
                  <a:pt x="474154" y="38595"/>
                </a:lnTo>
                <a:lnTo>
                  <a:pt x="462153" y="36576"/>
                </a:lnTo>
                <a:lnTo>
                  <a:pt x="453605" y="37452"/>
                </a:lnTo>
                <a:lnTo>
                  <a:pt x="446328" y="40195"/>
                </a:lnTo>
                <a:lnTo>
                  <a:pt x="440474" y="44932"/>
                </a:lnTo>
                <a:lnTo>
                  <a:pt x="436156" y="51816"/>
                </a:lnTo>
                <a:lnTo>
                  <a:pt x="434632" y="51816"/>
                </a:lnTo>
                <a:lnTo>
                  <a:pt x="434632" y="38100"/>
                </a:lnTo>
                <a:lnTo>
                  <a:pt x="411772" y="38100"/>
                </a:lnTo>
                <a:lnTo>
                  <a:pt x="411772" y="120484"/>
                </a:lnTo>
                <a:lnTo>
                  <a:pt x="434632" y="120484"/>
                </a:lnTo>
                <a:lnTo>
                  <a:pt x="434632" y="68580"/>
                </a:lnTo>
                <a:lnTo>
                  <a:pt x="436156" y="64008"/>
                </a:lnTo>
                <a:lnTo>
                  <a:pt x="439293" y="59436"/>
                </a:lnTo>
                <a:lnTo>
                  <a:pt x="442341" y="56388"/>
                </a:lnTo>
                <a:lnTo>
                  <a:pt x="446913" y="54864"/>
                </a:lnTo>
                <a:lnTo>
                  <a:pt x="460629" y="54864"/>
                </a:lnTo>
                <a:lnTo>
                  <a:pt x="465201" y="60960"/>
                </a:lnTo>
                <a:lnTo>
                  <a:pt x="465201" y="120484"/>
                </a:lnTo>
                <a:lnTo>
                  <a:pt x="489585" y="120484"/>
                </a:lnTo>
                <a:lnTo>
                  <a:pt x="489585" y="70104"/>
                </a:lnTo>
                <a:close/>
              </a:path>
              <a:path w="535940" h="123825">
                <a:moveTo>
                  <a:pt x="535406" y="106768"/>
                </a:moveTo>
                <a:lnTo>
                  <a:pt x="533882" y="103720"/>
                </a:lnTo>
                <a:lnTo>
                  <a:pt x="530834" y="100584"/>
                </a:lnTo>
                <a:lnTo>
                  <a:pt x="524738" y="97536"/>
                </a:lnTo>
                <a:lnTo>
                  <a:pt x="517118" y="97536"/>
                </a:lnTo>
                <a:lnTo>
                  <a:pt x="511022" y="100584"/>
                </a:lnTo>
                <a:lnTo>
                  <a:pt x="507873" y="103720"/>
                </a:lnTo>
                <a:lnTo>
                  <a:pt x="506349" y="106768"/>
                </a:lnTo>
                <a:lnTo>
                  <a:pt x="506349" y="114388"/>
                </a:lnTo>
                <a:lnTo>
                  <a:pt x="507873" y="117436"/>
                </a:lnTo>
                <a:lnTo>
                  <a:pt x="511022" y="118960"/>
                </a:lnTo>
                <a:lnTo>
                  <a:pt x="512546" y="122008"/>
                </a:lnTo>
                <a:lnTo>
                  <a:pt x="517118" y="123532"/>
                </a:lnTo>
                <a:lnTo>
                  <a:pt x="524738" y="123532"/>
                </a:lnTo>
                <a:lnTo>
                  <a:pt x="527786" y="122008"/>
                </a:lnTo>
                <a:lnTo>
                  <a:pt x="530834" y="118960"/>
                </a:lnTo>
                <a:lnTo>
                  <a:pt x="533882" y="117436"/>
                </a:lnTo>
                <a:lnTo>
                  <a:pt x="535406" y="114388"/>
                </a:lnTo>
                <a:lnTo>
                  <a:pt x="535406" y="106768"/>
                </a:lnTo>
                <a:close/>
              </a:path>
              <a:path w="535940" h="123825">
                <a:moveTo>
                  <a:pt x="535406" y="45720"/>
                </a:moveTo>
                <a:lnTo>
                  <a:pt x="533882" y="42672"/>
                </a:lnTo>
                <a:lnTo>
                  <a:pt x="530834" y="41148"/>
                </a:lnTo>
                <a:lnTo>
                  <a:pt x="527786" y="38100"/>
                </a:lnTo>
                <a:lnTo>
                  <a:pt x="514070" y="38100"/>
                </a:lnTo>
                <a:lnTo>
                  <a:pt x="511022" y="41148"/>
                </a:lnTo>
                <a:lnTo>
                  <a:pt x="507873" y="42672"/>
                </a:lnTo>
                <a:lnTo>
                  <a:pt x="506349" y="45720"/>
                </a:lnTo>
                <a:lnTo>
                  <a:pt x="506349" y="53340"/>
                </a:lnTo>
                <a:lnTo>
                  <a:pt x="507873" y="56388"/>
                </a:lnTo>
                <a:lnTo>
                  <a:pt x="511022" y="59436"/>
                </a:lnTo>
                <a:lnTo>
                  <a:pt x="512546" y="60960"/>
                </a:lnTo>
                <a:lnTo>
                  <a:pt x="517118" y="62484"/>
                </a:lnTo>
                <a:lnTo>
                  <a:pt x="524738" y="62484"/>
                </a:lnTo>
                <a:lnTo>
                  <a:pt x="530834" y="59436"/>
                </a:lnTo>
                <a:lnTo>
                  <a:pt x="533882" y="56388"/>
                </a:lnTo>
                <a:lnTo>
                  <a:pt x="535406" y="53340"/>
                </a:lnTo>
                <a:lnTo>
                  <a:pt x="535406" y="45720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294245" y="4028694"/>
            <a:ext cx="385762" cy="123634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7742587" y="4027170"/>
            <a:ext cx="389255" cy="125730"/>
            <a:chOff x="7742587" y="4027170"/>
            <a:chExt cx="389255" cy="125730"/>
          </a:xfrm>
        </p:grpSpPr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42587" y="4034980"/>
              <a:ext cx="190595" cy="11734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52994" y="4027170"/>
              <a:ext cx="178403" cy="125158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8200073" y="4031741"/>
            <a:ext cx="419734" cy="143510"/>
            <a:chOff x="8200073" y="4031741"/>
            <a:chExt cx="419734" cy="143510"/>
          </a:xfrm>
        </p:grpSpPr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00073" y="4031741"/>
              <a:ext cx="271461" cy="14344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91347" y="4034885"/>
              <a:ext cx="128111" cy="140303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83742" y="4576381"/>
            <a:ext cx="205835" cy="90011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238440" y="4576381"/>
            <a:ext cx="117347" cy="9001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017680" y="6486334"/>
            <a:ext cx="2051113" cy="160115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596889" y="4576381"/>
            <a:ext cx="205835" cy="90011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851588" y="4576381"/>
            <a:ext cx="117348" cy="90011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6906857" y="6487858"/>
            <a:ext cx="535305" cy="123825"/>
          </a:xfrm>
          <a:custGeom>
            <a:avLst/>
            <a:gdLst/>
            <a:ahLst/>
            <a:cxnLst/>
            <a:rect l="l" t="t" r="r" b="b"/>
            <a:pathLst>
              <a:path w="535304" h="123825">
                <a:moveTo>
                  <a:pt x="112877" y="120497"/>
                </a:moveTo>
                <a:lnTo>
                  <a:pt x="103530" y="94589"/>
                </a:lnTo>
                <a:lnTo>
                  <a:pt x="96939" y="76301"/>
                </a:lnTo>
                <a:lnTo>
                  <a:pt x="78765" y="25908"/>
                </a:lnTo>
                <a:lnTo>
                  <a:pt x="71628" y="6096"/>
                </a:lnTo>
                <a:lnTo>
                  <a:pt x="71628" y="76301"/>
                </a:lnTo>
                <a:lnTo>
                  <a:pt x="41148" y="76301"/>
                </a:lnTo>
                <a:lnTo>
                  <a:pt x="53340" y="35052"/>
                </a:lnTo>
                <a:lnTo>
                  <a:pt x="56388" y="28956"/>
                </a:lnTo>
                <a:lnTo>
                  <a:pt x="56388" y="30480"/>
                </a:lnTo>
                <a:lnTo>
                  <a:pt x="57912" y="33528"/>
                </a:lnTo>
                <a:lnTo>
                  <a:pt x="57912" y="35052"/>
                </a:lnTo>
                <a:lnTo>
                  <a:pt x="71628" y="76301"/>
                </a:lnTo>
                <a:lnTo>
                  <a:pt x="71628" y="6096"/>
                </a:lnTo>
                <a:lnTo>
                  <a:pt x="42672" y="6096"/>
                </a:lnTo>
                <a:lnTo>
                  <a:pt x="0" y="120497"/>
                </a:lnTo>
                <a:lnTo>
                  <a:pt x="27432" y="120497"/>
                </a:lnTo>
                <a:lnTo>
                  <a:pt x="35052" y="94589"/>
                </a:lnTo>
                <a:lnTo>
                  <a:pt x="77724" y="94589"/>
                </a:lnTo>
                <a:lnTo>
                  <a:pt x="85445" y="120497"/>
                </a:lnTo>
                <a:lnTo>
                  <a:pt x="112877" y="120497"/>
                </a:lnTo>
                <a:close/>
              </a:path>
              <a:path w="535304" h="123825">
                <a:moveTo>
                  <a:pt x="186016" y="41148"/>
                </a:moveTo>
                <a:lnTo>
                  <a:pt x="181444" y="38100"/>
                </a:lnTo>
                <a:lnTo>
                  <a:pt x="175348" y="36576"/>
                </a:lnTo>
                <a:lnTo>
                  <a:pt x="166204" y="36576"/>
                </a:lnTo>
                <a:lnTo>
                  <a:pt x="126923" y="55295"/>
                </a:lnTo>
                <a:lnTo>
                  <a:pt x="120484" y="82397"/>
                </a:lnTo>
                <a:lnTo>
                  <a:pt x="121081" y="90995"/>
                </a:lnTo>
                <a:lnTo>
                  <a:pt x="152806" y="122707"/>
                </a:lnTo>
                <a:lnTo>
                  <a:pt x="161632" y="123545"/>
                </a:lnTo>
                <a:lnTo>
                  <a:pt x="172300" y="123545"/>
                </a:lnTo>
                <a:lnTo>
                  <a:pt x="181444" y="122021"/>
                </a:lnTo>
                <a:lnTo>
                  <a:pt x="186016" y="117449"/>
                </a:lnTo>
                <a:lnTo>
                  <a:pt x="186016" y="99161"/>
                </a:lnTo>
                <a:lnTo>
                  <a:pt x="173824" y="105257"/>
                </a:lnTo>
                <a:lnTo>
                  <a:pt x="160108" y="105257"/>
                </a:lnTo>
                <a:lnTo>
                  <a:pt x="155536" y="102209"/>
                </a:lnTo>
                <a:lnTo>
                  <a:pt x="146392" y="93065"/>
                </a:lnTo>
                <a:lnTo>
                  <a:pt x="144868" y="88493"/>
                </a:lnTo>
                <a:lnTo>
                  <a:pt x="144868" y="71628"/>
                </a:lnTo>
                <a:lnTo>
                  <a:pt x="146392" y="65532"/>
                </a:lnTo>
                <a:lnTo>
                  <a:pt x="150964" y="62484"/>
                </a:lnTo>
                <a:lnTo>
                  <a:pt x="155536" y="57912"/>
                </a:lnTo>
                <a:lnTo>
                  <a:pt x="161632" y="54864"/>
                </a:lnTo>
                <a:lnTo>
                  <a:pt x="175348" y="54864"/>
                </a:lnTo>
                <a:lnTo>
                  <a:pt x="181444" y="56388"/>
                </a:lnTo>
                <a:lnTo>
                  <a:pt x="186016" y="60960"/>
                </a:lnTo>
                <a:lnTo>
                  <a:pt x="186016" y="41148"/>
                </a:lnTo>
                <a:close/>
              </a:path>
              <a:path w="535304" h="123825">
                <a:moveTo>
                  <a:pt x="251650" y="38100"/>
                </a:moveTo>
                <a:lnTo>
                  <a:pt x="233362" y="38100"/>
                </a:lnTo>
                <a:lnTo>
                  <a:pt x="233362" y="13716"/>
                </a:lnTo>
                <a:lnTo>
                  <a:pt x="208889" y="21336"/>
                </a:lnTo>
                <a:lnTo>
                  <a:pt x="208889" y="38100"/>
                </a:lnTo>
                <a:lnTo>
                  <a:pt x="195173" y="38100"/>
                </a:lnTo>
                <a:lnTo>
                  <a:pt x="195173" y="56388"/>
                </a:lnTo>
                <a:lnTo>
                  <a:pt x="208889" y="56388"/>
                </a:lnTo>
                <a:lnTo>
                  <a:pt x="208889" y="96113"/>
                </a:lnTo>
                <a:lnTo>
                  <a:pt x="210578" y="108115"/>
                </a:lnTo>
                <a:lnTo>
                  <a:pt x="215557" y="116687"/>
                </a:lnTo>
                <a:lnTo>
                  <a:pt x="223710" y="121831"/>
                </a:lnTo>
                <a:lnTo>
                  <a:pt x="234886" y="123545"/>
                </a:lnTo>
                <a:lnTo>
                  <a:pt x="242506" y="123545"/>
                </a:lnTo>
                <a:lnTo>
                  <a:pt x="248602" y="122021"/>
                </a:lnTo>
                <a:lnTo>
                  <a:pt x="251650" y="120497"/>
                </a:lnTo>
                <a:lnTo>
                  <a:pt x="251650" y="102209"/>
                </a:lnTo>
                <a:lnTo>
                  <a:pt x="248602" y="103733"/>
                </a:lnTo>
                <a:lnTo>
                  <a:pt x="247078" y="105257"/>
                </a:lnTo>
                <a:lnTo>
                  <a:pt x="236410" y="105257"/>
                </a:lnTo>
                <a:lnTo>
                  <a:pt x="233362" y="100685"/>
                </a:lnTo>
                <a:lnTo>
                  <a:pt x="233362" y="56388"/>
                </a:lnTo>
                <a:lnTo>
                  <a:pt x="251650" y="56388"/>
                </a:lnTo>
                <a:lnTo>
                  <a:pt x="251650" y="38100"/>
                </a:lnTo>
                <a:close/>
              </a:path>
              <a:path w="535304" h="123825">
                <a:moveTo>
                  <a:pt x="289750" y="38100"/>
                </a:moveTo>
                <a:lnTo>
                  <a:pt x="266890" y="38100"/>
                </a:lnTo>
                <a:lnTo>
                  <a:pt x="266890" y="120497"/>
                </a:lnTo>
                <a:lnTo>
                  <a:pt x="289750" y="120497"/>
                </a:lnTo>
                <a:lnTo>
                  <a:pt x="289750" y="38100"/>
                </a:lnTo>
                <a:close/>
              </a:path>
              <a:path w="535304" h="123825">
                <a:moveTo>
                  <a:pt x="292798" y="9144"/>
                </a:moveTo>
                <a:lnTo>
                  <a:pt x="291274" y="6096"/>
                </a:lnTo>
                <a:lnTo>
                  <a:pt x="286702" y="1524"/>
                </a:lnTo>
                <a:lnTo>
                  <a:pt x="282130" y="0"/>
                </a:lnTo>
                <a:lnTo>
                  <a:pt x="274510" y="0"/>
                </a:lnTo>
                <a:lnTo>
                  <a:pt x="268414" y="3048"/>
                </a:lnTo>
                <a:lnTo>
                  <a:pt x="265366" y="6096"/>
                </a:lnTo>
                <a:lnTo>
                  <a:pt x="263842" y="9144"/>
                </a:lnTo>
                <a:lnTo>
                  <a:pt x="263842" y="15240"/>
                </a:lnTo>
                <a:lnTo>
                  <a:pt x="265366" y="18288"/>
                </a:lnTo>
                <a:lnTo>
                  <a:pt x="268414" y="21336"/>
                </a:lnTo>
                <a:lnTo>
                  <a:pt x="274510" y="24384"/>
                </a:lnTo>
                <a:lnTo>
                  <a:pt x="282130" y="24384"/>
                </a:lnTo>
                <a:lnTo>
                  <a:pt x="288226" y="21336"/>
                </a:lnTo>
                <a:lnTo>
                  <a:pt x="291274" y="18288"/>
                </a:lnTo>
                <a:lnTo>
                  <a:pt x="292798" y="15240"/>
                </a:lnTo>
                <a:lnTo>
                  <a:pt x="292798" y="9144"/>
                </a:lnTo>
                <a:close/>
              </a:path>
              <a:path w="535304" h="123825">
                <a:moveTo>
                  <a:pt x="395008" y="79349"/>
                </a:moveTo>
                <a:lnTo>
                  <a:pt x="376529" y="43649"/>
                </a:lnTo>
                <a:lnTo>
                  <a:pt x="370624" y="40551"/>
                </a:lnTo>
                <a:lnTo>
                  <a:pt x="370624" y="79349"/>
                </a:lnTo>
                <a:lnTo>
                  <a:pt x="369430" y="90474"/>
                </a:lnTo>
                <a:lnTo>
                  <a:pt x="365810" y="98590"/>
                </a:lnTo>
                <a:lnTo>
                  <a:pt x="359613" y="103568"/>
                </a:lnTo>
                <a:lnTo>
                  <a:pt x="350710" y="105257"/>
                </a:lnTo>
                <a:lnTo>
                  <a:pt x="342468" y="103568"/>
                </a:lnTo>
                <a:lnTo>
                  <a:pt x="336232" y="98590"/>
                </a:lnTo>
                <a:lnTo>
                  <a:pt x="332282" y="90474"/>
                </a:lnTo>
                <a:lnTo>
                  <a:pt x="332181" y="89712"/>
                </a:lnTo>
                <a:lnTo>
                  <a:pt x="332105" y="89065"/>
                </a:lnTo>
                <a:lnTo>
                  <a:pt x="330898" y="79349"/>
                </a:lnTo>
                <a:lnTo>
                  <a:pt x="330898" y="71628"/>
                </a:lnTo>
                <a:lnTo>
                  <a:pt x="332422" y="65532"/>
                </a:lnTo>
                <a:lnTo>
                  <a:pt x="340042" y="57912"/>
                </a:lnTo>
                <a:lnTo>
                  <a:pt x="344678" y="54825"/>
                </a:lnTo>
                <a:lnTo>
                  <a:pt x="350431" y="54825"/>
                </a:lnTo>
                <a:lnTo>
                  <a:pt x="359613" y="56324"/>
                </a:lnTo>
                <a:lnTo>
                  <a:pt x="365810" y="60782"/>
                </a:lnTo>
                <a:lnTo>
                  <a:pt x="369430" y="68414"/>
                </a:lnTo>
                <a:lnTo>
                  <a:pt x="370624" y="79349"/>
                </a:lnTo>
                <a:lnTo>
                  <a:pt x="370624" y="40551"/>
                </a:lnTo>
                <a:lnTo>
                  <a:pt x="369239" y="39814"/>
                </a:lnTo>
                <a:lnTo>
                  <a:pt x="361086" y="37414"/>
                </a:lnTo>
                <a:lnTo>
                  <a:pt x="352234" y="36576"/>
                </a:lnTo>
                <a:lnTo>
                  <a:pt x="342277" y="37414"/>
                </a:lnTo>
                <a:lnTo>
                  <a:pt x="309753" y="62496"/>
                </a:lnTo>
                <a:lnTo>
                  <a:pt x="306514" y="80873"/>
                </a:lnTo>
                <a:lnTo>
                  <a:pt x="307352" y="89712"/>
                </a:lnTo>
                <a:lnTo>
                  <a:pt x="332422" y="120307"/>
                </a:lnTo>
                <a:lnTo>
                  <a:pt x="350710" y="123545"/>
                </a:lnTo>
                <a:lnTo>
                  <a:pt x="360438" y="122707"/>
                </a:lnTo>
                <a:lnTo>
                  <a:pt x="369049" y="120307"/>
                </a:lnTo>
                <a:lnTo>
                  <a:pt x="376504" y="116471"/>
                </a:lnTo>
                <a:lnTo>
                  <a:pt x="382816" y="111353"/>
                </a:lnTo>
                <a:lnTo>
                  <a:pt x="387769" y="105257"/>
                </a:lnTo>
                <a:lnTo>
                  <a:pt x="387934" y="105067"/>
                </a:lnTo>
                <a:lnTo>
                  <a:pt x="391769" y="97637"/>
                </a:lnTo>
                <a:lnTo>
                  <a:pt x="394169" y="89065"/>
                </a:lnTo>
                <a:lnTo>
                  <a:pt x="395008" y="79349"/>
                </a:lnTo>
                <a:close/>
              </a:path>
              <a:path w="535304" h="123825">
                <a:moveTo>
                  <a:pt x="489496" y="70104"/>
                </a:moveTo>
                <a:lnTo>
                  <a:pt x="487781" y="55232"/>
                </a:lnTo>
                <a:lnTo>
                  <a:pt x="482638" y="44767"/>
                </a:lnTo>
                <a:lnTo>
                  <a:pt x="474065" y="38608"/>
                </a:lnTo>
                <a:lnTo>
                  <a:pt x="462064" y="36576"/>
                </a:lnTo>
                <a:lnTo>
                  <a:pt x="454367" y="37465"/>
                </a:lnTo>
                <a:lnTo>
                  <a:pt x="447395" y="40195"/>
                </a:lnTo>
                <a:lnTo>
                  <a:pt x="441274" y="44945"/>
                </a:lnTo>
                <a:lnTo>
                  <a:pt x="436156" y="51816"/>
                </a:lnTo>
                <a:lnTo>
                  <a:pt x="436156" y="38100"/>
                </a:lnTo>
                <a:lnTo>
                  <a:pt x="411772" y="38100"/>
                </a:lnTo>
                <a:lnTo>
                  <a:pt x="411772" y="120497"/>
                </a:lnTo>
                <a:lnTo>
                  <a:pt x="436156" y="120497"/>
                </a:lnTo>
                <a:lnTo>
                  <a:pt x="436156" y="68580"/>
                </a:lnTo>
                <a:lnTo>
                  <a:pt x="437680" y="64008"/>
                </a:lnTo>
                <a:lnTo>
                  <a:pt x="440728" y="60960"/>
                </a:lnTo>
                <a:lnTo>
                  <a:pt x="443776" y="56388"/>
                </a:lnTo>
                <a:lnTo>
                  <a:pt x="446824" y="54864"/>
                </a:lnTo>
                <a:lnTo>
                  <a:pt x="462064" y="54864"/>
                </a:lnTo>
                <a:lnTo>
                  <a:pt x="466636" y="62484"/>
                </a:lnTo>
                <a:lnTo>
                  <a:pt x="466636" y="120497"/>
                </a:lnTo>
                <a:lnTo>
                  <a:pt x="489496" y="120497"/>
                </a:lnTo>
                <a:lnTo>
                  <a:pt x="489496" y="70104"/>
                </a:lnTo>
                <a:close/>
              </a:path>
              <a:path w="535304" h="123825">
                <a:moveTo>
                  <a:pt x="535305" y="106781"/>
                </a:moveTo>
                <a:lnTo>
                  <a:pt x="532257" y="100685"/>
                </a:lnTo>
                <a:lnTo>
                  <a:pt x="526161" y="97637"/>
                </a:lnTo>
                <a:lnTo>
                  <a:pt x="517017" y="97637"/>
                </a:lnTo>
                <a:lnTo>
                  <a:pt x="513969" y="99161"/>
                </a:lnTo>
                <a:lnTo>
                  <a:pt x="510832" y="100685"/>
                </a:lnTo>
                <a:lnTo>
                  <a:pt x="507784" y="103733"/>
                </a:lnTo>
                <a:lnTo>
                  <a:pt x="506260" y="106781"/>
                </a:lnTo>
                <a:lnTo>
                  <a:pt x="506260" y="114401"/>
                </a:lnTo>
                <a:lnTo>
                  <a:pt x="507784" y="117449"/>
                </a:lnTo>
                <a:lnTo>
                  <a:pt x="510832" y="118973"/>
                </a:lnTo>
                <a:lnTo>
                  <a:pt x="513969" y="122021"/>
                </a:lnTo>
                <a:lnTo>
                  <a:pt x="517017" y="123545"/>
                </a:lnTo>
                <a:lnTo>
                  <a:pt x="524637" y="123545"/>
                </a:lnTo>
                <a:lnTo>
                  <a:pt x="529209" y="122021"/>
                </a:lnTo>
                <a:lnTo>
                  <a:pt x="533781" y="117449"/>
                </a:lnTo>
                <a:lnTo>
                  <a:pt x="535305" y="114401"/>
                </a:lnTo>
                <a:lnTo>
                  <a:pt x="535305" y="106781"/>
                </a:lnTo>
                <a:close/>
              </a:path>
              <a:path w="535304" h="123825">
                <a:moveTo>
                  <a:pt x="535305" y="47244"/>
                </a:moveTo>
                <a:lnTo>
                  <a:pt x="532257" y="41148"/>
                </a:lnTo>
                <a:lnTo>
                  <a:pt x="529209" y="38100"/>
                </a:lnTo>
                <a:lnTo>
                  <a:pt x="513969" y="38100"/>
                </a:lnTo>
                <a:lnTo>
                  <a:pt x="510832" y="41148"/>
                </a:lnTo>
                <a:lnTo>
                  <a:pt x="507784" y="44196"/>
                </a:lnTo>
                <a:lnTo>
                  <a:pt x="506260" y="47244"/>
                </a:lnTo>
                <a:lnTo>
                  <a:pt x="506260" y="53340"/>
                </a:lnTo>
                <a:lnTo>
                  <a:pt x="507784" y="56388"/>
                </a:lnTo>
                <a:lnTo>
                  <a:pt x="510832" y="59436"/>
                </a:lnTo>
                <a:lnTo>
                  <a:pt x="513969" y="62484"/>
                </a:lnTo>
                <a:lnTo>
                  <a:pt x="529209" y="62484"/>
                </a:lnTo>
                <a:lnTo>
                  <a:pt x="533781" y="57912"/>
                </a:lnTo>
                <a:lnTo>
                  <a:pt x="535305" y="53340"/>
                </a:lnTo>
                <a:lnTo>
                  <a:pt x="535305" y="47244"/>
                </a:lnTo>
                <a:close/>
              </a:path>
            </a:pathLst>
          </a:custGeom>
          <a:solidFill>
            <a:srgbClr val="AAAAA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7509224" y="6486334"/>
            <a:ext cx="899794" cy="161925"/>
            <a:chOff x="7509224" y="6486334"/>
            <a:chExt cx="899794" cy="161925"/>
          </a:xfrm>
        </p:grpSpPr>
        <p:pic>
          <p:nvPicPr>
            <p:cNvPr id="46" name="object 4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509224" y="6486334"/>
              <a:ext cx="437673" cy="16163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968329" y="6524434"/>
              <a:ext cx="240887" cy="8696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30647" y="6486334"/>
              <a:ext cx="178308" cy="125063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10150602" y="7288720"/>
            <a:ext cx="226060" cy="74930"/>
            <a:chOff x="10150602" y="7288720"/>
            <a:chExt cx="226060" cy="74930"/>
          </a:xfrm>
        </p:grpSpPr>
        <p:sp>
          <p:nvSpPr>
            <p:cNvPr id="55" name="object 55"/>
            <p:cNvSpPr/>
            <p:nvPr/>
          </p:nvSpPr>
          <p:spPr>
            <a:xfrm>
              <a:off x="10150602" y="7288720"/>
              <a:ext cx="27940" cy="73660"/>
            </a:xfrm>
            <a:custGeom>
              <a:avLst/>
              <a:gdLst/>
              <a:ahLst/>
              <a:cxnLst/>
              <a:rect l="l" t="t" r="r" b="b"/>
              <a:pathLst>
                <a:path w="27940" h="73659">
                  <a:moveTo>
                    <a:pt x="27431" y="73247"/>
                  </a:moveTo>
                  <a:lnTo>
                    <a:pt x="18287" y="73247"/>
                  </a:lnTo>
                  <a:lnTo>
                    <a:pt x="18287" y="16764"/>
                  </a:lnTo>
                  <a:lnTo>
                    <a:pt x="16763" y="18288"/>
                  </a:lnTo>
                  <a:lnTo>
                    <a:pt x="13715" y="19812"/>
                  </a:lnTo>
                  <a:lnTo>
                    <a:pt x="10667" y="22860"/>
                  </a:lnTo>
                  <a:lnTo>
                    <a:pt x="6095" y="24384"/>
                  </a:lnTo>
                  <a:lnTo>
                    <a:pt x="0" y="27432"/>
                  </a:lnTo>
                  <a:lnTo>
                    <a:pt x="0" y="18288"/>
                  </a:lnTo>
                  <a:lnTo>
                    <a:pt x="6095" y="16764"/>
                  </a:lnTo>
                  <a:lnTo>
                    <a:pt x="10667" y="13716"/>
                  </a:lnTo>
                  <a:lnTo>
                    <a:pt x="18287" y="6096"/>
                  </a:lnTo>
                  <a:lnTo>
                    <a:pt x="21335" y="0"/>
                  </a:lnTo>
                  <a:lnTo>
                    <a:pt x="27431" y="0"/>
                  </a:lnTo>
                  <a:lnTo>
                    <a:pt x="27431" y="732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200894" y="7288720"/>
              <a:ext cx="175355" cy="74771"/>
            </a:xfrm>
            <a:prstGeom prst="rect">
              <a:avLst/>
            </a:prstGeom>
          </p:spPr>
        </p:pic>
      </p:grpSp>
      <p:pic>
        <p:nvPicPr>
          <p:cNvPr id="1192626406" name="图片 1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1100" y="4238625"/>
            <a:ext cx="2763520" cy="215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5683340" name="图片 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5465" y="4208145"/>
            <a:ext cx="2849880" cy="2245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3150888" name="图片 3"/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15465" y="1800225"/>
            <a:ext cx="2810510" cy="2224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218354" name="图片 4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1100" y="1735455"/>
            <a:ext cx="2766695" cy="2207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58773"/>
            <a:ext cx="1421765" cy="281305"/>
          </a:xfrm>
          <a:custGeom>
            <a:avLst/>
            <a:gdLst/>
            <a:ahLst/>
            <a:cxnLst/>
            <a:rect l="l" t="t" r="r" b="b"/>
            <a:pathLst>
              <a:path w="1421764" h="281305">
                <a:moveTo>
                  <a:pt x="60960" y="187642"/>
                </a:moveTo>
                <a:lnTo>
                  <a:pt x="25908" y="175450"/>
                </a:lnTo>
                <a:lnTo>
                  <a:pt x="20142" y="193459"/>
                </a:lnTo>
                <a:lnTo>
                  <a:pt x="14020" y="211074"/>
                </a:lnTo>
                <a:lnTo>
                  <a:pt x="7480" y="227749"/>
                </a:lnTo>
                <a:lnTo>
                  <a:pt x="0" y="244030"/>
                </a:lnTo>
                <a:lnTo>
                  <a:pt x="33528" y="259372"/>
                </a:lnTo>
                <a:lnTo>
                  <a:pt x="40386" y="242976"/>
                </a:lnTo>
                <a:lnTo>
                  <a:pt x="47244" y="225755"/>
                </a:lnTo>
                <a:lnTo>
                  <a:pt x="54102" y="207416"/>
                </a:lnTo>
                <a:lnTo>
                  <a:pt x="60960" y="187642"/>
                </a:lnTo>
                <a:close/>
              </a:path>
              <a:path w="1421764" h="281305">
                <a:moveTo>
                  <a:pt x="225640" y="218122"/>
                </a:moveTo>
                <a:lnTo>
                  <a:pt x="209829" y="210121"/>
                </a:lnTo>
                <a:lnTo>
                  <a:pt x="200571" y="205270"/>
                </a:lnTo>
                <a:lnTo>
                  <a:pt x="190588" y="199834"/>
                </a:lnTo>
                <a:lnTo>
                  <a:pt x="187540" y="210502"/>
                </a:lnTo>
                <a:lnTo>
                  <a:pt x="187426" y="211074"/>
                </a:lnTo>
                <a:lnTo>
                  <a:pt x="186016" y="218122"/>
                </a:lnTo>
                <a:lnTo>
                  <a:pt x="184492" y="224218"/>
                </a:lnTo>
                <a:lnTo>
                  <a:pt x="184492" y="228790"/>
                </a:lnTo>
                <a:lnTo>
                  <a:pt x="181444" y="231838"/>
                </a:lnTo>
                <a:lnTo>
                  <a:pt x="176872" y="234886"/>
                </a:lnTo>
                <a:lnTo>
                  <a:pt x="173824" y="236410"/>
                </a:lnTo>
                <a:lnTo>
                  <a:pt x="167728" y="237934"/>
                </a:lnTo>
                <a:lnTo>
                  <a:pt x="108204" y="237934"/>
                </a:lnTo>
                <a:lnTo>
                  <a:pt x="102108" y="233362"/>
                </a:lnTo>
                <a:lnTo>
                  <a:pt x="102108" y="173926"/>
                </a:lnTo>
                <a:lnTo>
                  <a:pt x="65532" y="173926"/>
                </a:lnTo>
                <a:lnTo>
                  <a:pt x="65532" y="233362"/>
                </a:lnTo>
                <a:lnTo>
                  <a:pt x="68097" y="250545"/>
                </a:lnTo>
                <a:lnTo>
                  <a:pt x="75819" y="262978"/>
                </a:lnTo>
                <a:lnTo>
                  <a:pt x="88671" y="270535"/>
                </a:lnTo>
                <a:lnTo>
                  <a:pt x="106680" y="273088"/>
                </a:lnTo>
                <a:lnTo>
                  <a:pt x="170776" y="273088"/>
                </a:lnTo>
                <a:lnTo>
                  <a:pt x="209359" y="259994"/>
                </a:lnTo>
                <a:lnTo>
                  <a:pt x="220205" y="237934"/>
                </a:lnTo>
                <a:lnTo>
                  <a:pt x="220802" y="236410"/>
                </a:lnTo>
                <a:lnTo>
                  <a:pt x="225640" y="218122"/>
                </a:lnTo>
                <a:close/>
              </a:path>
              <a:path w="1421764" h="281305">
                <a:moveTo>
                  <a:pt x="242404" y="45720"/>
                </a:moveTo>
                <a:lnTo>
                  <a:pt x="201256" y="45720"/>
                </a:lnTo>
                <a:lnTo>
                  <a:pt x="201256" y="80873"/>
                </a:lnTo>
                <a:lnTo>
                  <a:pt x="201256" y="125069"/>
                </a:lnTo>
                <a:lnTo>
                  <a:pt x="77724" y="125069"/>
                </a:lnTo>
                <a:lnTo>
                  <a:pt x="77724" y="80873"/>
                </a:lnTo>
                <a:lnTo>
                  <a:pt x="201256" y="80873"/>
                </a:lnTo>
                <a:lnTo>
                  <a:pt x="201256" y="45720"/>
                </a:lnTo>
                <a:lnTo>
                  <a:pt x="196684" y="45720"/>
                </a:lnTo>
                <a:lnTo>
                  <a:pt x="224116" y="10668"/>
                </a:lnTo>
                <a:lnTo>
                  <a:pt x="182968" y="3048"/>
                </a:lnTo>
                <a:lnTo>
                  <a:pt x="167728" y="24955"/>
                </a:lnTo>
                <a:lnTo>
                  <a:pt x="160261" y="35420"/>
                </a:lnTo>
                <a:lnTo>
                  <a:pt x="152488" y="45720"/>
                </a:lnTo>
                <a:lnTo>
                  <a:pt x="105156" y="45720"/>
                </a:lnTo>
                <a:lnTo>
                  <a:pt x="125056" y="39624"/>
                </a:lnTo>
                <a:lnTo>
                  <a:pt x="117335" y="28727"/>
                </a:lnTo>
                <a:lnTo>
                  <a:pt x="110159" y="18669"/>
                </a:lnTo>
                <a:lnTo>
                  <a:pt x="103555" y="9194"/>
                </a:lnTo>
                <a:lnTo>
                  <a:pt x="97536" y="0"/>
                </a:lnTo>
                <a:lnTo>
                  <a:pt x="62484" y="13716"/>
                </a:lnTo>
                <a:lnTo>
                  <a:pt x="67957" y="21717"/>
                </a:lnTo>
                <a:lnTo>
                  <a:pt x="78346" y="37719"/>
                </a:lnTo>
                <a:lnTo>
                  <a:pt x="83820" y="45720"/>
                </a:lnTo>
                <a:lnTo>
                  <a:pt x="36576" y="45720"/>
                </a:lnTo>
                <a:lnTo>
                  <a:pt x="36576" y="158597"/>
                </a:lnTo>
                <a:lnTo>
                  <a:pt x="129628" y="158597"/>
                </a:lnTo>
                <a:lnTo>
                  <a:pt x="111252" y="173926"/>
                </a:lnTo>
                <a:lnTo>
                  <a:pt x="121361" y="184264"/>
                </a:lnTo>
                <a:lnTo>
                  <a:pt x="131152" y="194881"/>
                </a:lnTo>
                <a:lnTo>
                  <a:pt x="140919" y="206082"/>
                </a:lnTo>
                <a:lnTo>
                  <a:pt x="150964" y="218122"/>
                </a:lnTo>
                <a:lnTo>
                  <a:pt x="178396" y="192214"/>
                </a:lnTo>
                <a:lnTo>
                  <a:pt x="170167" y="183337"/>
                </a:lnTo>
                <a:lnTo>
                  <a:pt x="161632" y="174879"/>
                </a:lnTo>
                <a:lnTo>
                  <a:pt x="153111" y="166674"/>
                </a:lnTo>
                <a:lnTo>
                  <a:pt x="144868" y="158597"/>
                </a:lnTo>
                <a:lnTo>
                  <a:pt x="242404" y="158597"/>
                </a:lnTo>
                <a:lnTo>
                  <a:pt x="242404" y="125069"/>
                </a:lnTo>
                <a:lnTo>
                  <a:pt x="242404" y="80873"/>
                </a:lnTo>
                <a:lnTo>
                  <a:pt x="242404" y="45720"/>
                </a:lnTo>
                <a:close/>
              </a:path>
              <a:path w="1421764" h="281305">
                <a:moveTo>
                  <a:pt x="279082" y="244030"/>
                </a:moveTo>
                <a:lnTo>
                  <a:pt x="273075" y="227749"/>
                </a:lnTo>
                <a:lnTo>
                  <a:pt x="266420" y="210883"/>
                </a:lnTo>
                <a:lnTo>
                  <a:pt x="259321" y="194106"/>
                </a:lnTo>
                <a:lnTo>
                  <a:pt x="251548" y="176974"/>
                </a:lnTo>
                <a:lnTo>
                  <a:pt x="218020" y="189166"/>
                </a:lnTo>
                <a:lnTo>
                  <a:pt x="224624" y="205435"/>
                </a:lnTo>
                <a:lnTo>
                  <a:pt x="230784" y="222123"/>
                </a:lnTo>
                <a:lnTo>
                  <a:pt x="236677" y="239102"/>
                </a:lnTo>
                <a:lnTo>
                  <a:pt x="242404" y="256222"/>
                </a:lnTo>
                <a:lnTo>
                  <a:pt x="279082" y="244030"/>
                </a:lnTo>
                <a:close/>
              </a:path>
              <a:path w="1421764" h="281305">
                <a:moveTo>
                  <a:pt x="388810" y="210502"/>
                </a:moveTo>
                <a:lnTo>
                  <a:pt x="286702" y="224218"/>
                </a:lnTo>
                <a:lnTo>
                  <a:pt x="292798" y="263944"/>
                </a:lnTo>
                <a:lnTo>
                  <a:pt x="315937" y="259575"/>
                </a:lnTo>
                <a:lnTo>
                  <a:pt x="339661" y="255663"/>
                </a:lnTo>
                <a:lnTo>
                  <a:pt x="388810" y="248602"/>
                </a:lnTo>
                <a:lnTo>
                  <a:pt x="388162" y="240296"/>
                </a:lnTo>
                <a:lnTo>
                  <a:pt x="388239" y="231267"/>
                </a:lnTo>
                <a:lnTo>
                  <a:pt x="388594" y="221386"/>
                </a:lnTo>
                <a:lnTo>
                  <a:pt x="388670" y="217360"/>
                </a:lnTo>
                <a:lnTo>
                  <a:pt x="388747" y="213931"/>
                </a:lnTo>
                <a:lnTo>
                  <a:pt x="388810" y="210502"/>
                </a:lnTo>
                <a:close/>
              </a:path>
              <a:path w="1421764" h="281305">
                <a:moveTo>
                  <a:pt x="552069" y="158597"/>
                </a:moveTo>
                <a:lnTo>
                  <a:pt x="513880" y="158597"/>
                </a:lnTo>
                <a:lnTo>
                  <a:pt x="513880" y="192214"/>
                </a:lnTo>
                <a:lnTo>
                  <a:pt x="513880" y="227266"/>
                </a:lnTo>
                <a:lnTo>
                  <a:pt x="436156" y="227266"/>
                </a:lnTo>
                <a:lnTo>
                  <a:pt x="436156" y="192214"/>
                </a:lnTo>
                <a:lnTo>
                  <a:pt x="513880" y="192214"/>
                </a:lnTo>
                <a:lnTo>
                  <a:pt x="513880" y="158597"/>
                </a:lnTo>
                <a:lnTo>
                  <a:pt x="397954" y="158597"/>
                </a:lnTo>
                <a:lnTo>
                  <a:pt x="397954" y="277660"/>
                </a:lnTo>
                <a:lnTo>
                  <a:pt x="436156" y="277660"/>
                </a:lnTo>
                <a:lnTo>
                  <a:pt x="436156" y="260896"/>
                </a:lnTo>
                <a:lnTo>
                  <a:pt x="513880" y="260896"/>
                </a:lnTo>
                <a:lnTo>
                  <a:pt x="513880" y="277660"/>
                </a:lnTo>
                <a:lnTo>
                  <a:pt x="552069" y="277660"/>
                </a:lnTo>
                <a:lnTo>
                  <a:pt x="552069" y="260896"/>
                </a:lnTo>
                <a:lnTo>
                  <a:pt x="552069" y="227266"/>
                </a:lnTo>
                <a:lnTo>
                  <a:pt x="552069" y="192214"/>
                </a:lnTo>
                <a:lnTo>
                  <a:pt x="552069" y="158597"/>
                </a:lnTo>
                <a:close/>
              </a:path>
              <a:path w="1421764" h="281305">
                <a:moveTo>
                  <a:pt x="562737" y="36576"/>
                </a:moveTo>
                <a:lnTo>
                  <a:pt x="492544" y="36576"/>
                </a:lnTo>
                <a:lnTo>
                  <a:pt x="492544" y="1524"/>
                </a:lnTo>
                <a:lnTo>
                  <a:pt x="454444" y="1524"/>
                </a:lnTo>
                <a:lnTo>
                  <a:pt x="454444" y="36576"/>
                </a:lnTo>
                <a:lnTo>
                  <a:pt x="387286" y="36576"/>
                </a:lnTo>
                <a:lnTo>
                  <a:pt x="387286" y="67157"/>
                </a:lnTo>
                <a:lnTo>
                  <a:pt x="368998" y="59436"/>
                </a:lnTo>
                <a:lnTo>
                  <a:pt x="352234" y="86969"/>
                </a:lnTo>
                <a:lnTo>
                  <a:pt x="326326" y="88493"/>
                </a:lnTo>
                <a:lnTo>
                  <a:pt x="336854" y="71666"/>
                </a:lnTo>
                <a:lnTo>
                  <a:pt x="347662" y="53390"/>
                </a:lnTo>
                <a:lnTo>
                  <a:pt x="358470" y="33972"/>
                </a:lnTo>
                <a:lnTo>
                  <a:pt x="368998" y="13716"/>
                </a:lnTo>
                <a:lnTo>
                  <a:pt x="332422" y="0"/>
                </a:lnTo>
                <a:lnTo>
                  <a:pt x="319900" y="29743"/>
                </a:lnTo>
                <a:lnTo>
                  <a:pt x="307657" y="54914"/>
                </a:lnTo>
                <a:lnTo>
                  <a:pt x="295986" y="75526"/>
                </a:lnTo>
                <a:lnTo>
                  <a:pt x="285178" y="91541"/>
                </a:lnTo>
                <a:lnTo>
                  <a:pt x="294322" y="123545"/>
                </a:lnTo>
                <a:lnTo>
                  <a:pt x="302602" y="122428"/>
                </a:lnTo>
                <a:lnTo>
                  <a:pt x="311467" y="121450"/>
                </a:lnTo>
                <a:lnTo>
                  <a:pt x="320890" y="120764"/>
                </a:lnTo>
                <a:lnTo>
                  <a:pt x="330898" y="120497"/>
                </a:lnTo>
                <a:lnTo>
                  <a:pt x="319544" y="136740"/>
                </a:lnTo>
                <a:lnTo>
                  <a:pt x="308610" y="150990"/>
                </a:lnTo>
                <a:lnTo>
                  <a:pt x="298538" y="162966"/>
                </a:lnTo>
                <a:lnTo>
                  <a:pt x="289750" y="172402"/>
                </a:lnTo>
                <a:lnTo>
                  <a:pt x="300418" y="202882"/>
                </a:lnTo>
                <a:lnTo>
                  <a:pt x="313486" y="200342"/>
                </a:lnTo>
                <a:lnTo>
                  <a:pt x="331851" y="197358"/>
                </a:lnTo>
                <a:lnTo>
                  <a:pt x="355066" y="194106"/>
                </a:lnTo>
                <a:lnTo>
                  <a:pt x="382714" y="190690"/>
                </a:lnTo>
                <a:lnTo>
                  <a:pt x="383616" y="182651"/>
                </a:lnTo>
                <a:lnTo>
                  <a:pt x="384238" y="174307"/>
                </a:lnTo>
                <a:lnTo>
                  <a:pt x="384860" y="165366"/>
                </a:lnTo>
                <a:lnTo>
                  <a:pt x="385343" y="160121"/>
                </a:lnTo>
                <a:lnTo>
                  <a:pt x="385445" y="158978"/>
                </a:lnTo>
                <a:lnTo>
                  <a:pt x="385546" y="157835"/>
                </a:lnTo>
                <a:lnTo>
                  <a:pt x="385660" y="156692"/>
                </a:lnTo>
                <a:lnTo>
                  <a:pt x="385762" y="155549"/>
                </a:lnTo>
                <a:lnTo>
                  <a:pt x="352755" y="158978"/>
                </a:lnTo>
                <a:lnTo>
                  <a:pt x="343090" y="160121"/>
                </a:lnTo>
                <a:lnTo>
                  <a:pt x="355384" y="142709"/>
                </a:lnTo>
                <a:lnTo>
                  <a:pt x="370840" y="120497"/>
                </a:lnTo>
                <a:lnTo>
                  <a:pt x="393077" y="88493"/>
                </a:lnTo>
                <a:lnTo>
                  <a:pt x="402628" y="74777"/>
                </a:lnTo>
                <a:lnTo>
                  <a:pt x="391858" y="70205"/>
                </a:lnTo>
                <a:lnTo>
                  <a:pt x="454444" y="70205"/>
                </a:lnTo>
                <a:lnTo>
                  <a:pt x="454444" y="100685"/>
                </a:lnTo>
                <a:lnTo>
                  <a:pt x="394906" y="100685"/>
                </a:lnTo>
                <a:lnTo>
                  <a:pt x="394906" y="134213"/>
                </a:lnTo>
                <a:lnTo>
                  <a:pt x="555117" y="134213"/>
                </a:lnTo>
                <a:lnTo>
                  <a:pt x="555117" y="100685"/>
                </a:lnTo>
                <a:lnTo>
                  <a:pt x="492544" y="100685"/>
                </a:lnTo>
                <a:lnTo>
                  <a:pt x="492544" y="70205"/>
                </a:lnTo>
                <a:lnTo>
                  <a:pt x="562737" y="70205"/>
                </a:lnTo>
                <a:lnTo>
                  <a:pt x="562737" y="67157"/>
                </a:lnTo>
                <a:lnTo>
                  <a:pt x="562737" y="36576"/>
                </a:lnTo>
                <a:close/>
              </a:path>
              <a:path w="1421764" h="281305">
                <a:moveTo>
                  <a:pt x="767054" y="169354"/>
                </a:moveTo>
                <a:lnTo>
                  <a:pt x="576453" y="169354"/>
                </a:lnTo>
                <a:lnTo>
                  <a:pt x="576453" y="205930"/>
                </a:lnTo>
                <a:lnTo>
                  <a:pt x="767054" y="205930"/>
                </a:lnTo>
                <a:lnTo>
                  <a:pt x="767054" y="169354"/>
                </a:lnTo>
                <a:close/>
              </a:path>
              <a:path w="1421764" h="281305">
                <a:moveTo>
                  <a:pt x="841819" y="36576"/>
                </a:moveTo>
                <a:lnTo>
                  <a:pt x="660273" y="36576"/>
                </a:lnTo>
                <a:lnTo>
                  <a:pt x="661797" y="4572"/>
                </a:lnTo>
                <a:lnTo>
                  <a:pt x="619125" y="4572"/>
                </a:lnTo>
                <a:lnTo>
                  <a:pt x="611505" y="140309"/>
                </a:lnTo>
                <a:lnTo>
                  <a:pt x="785342" y="140309"/>
                </a:lnTo>
                <a:lnTo>
                  <a:pt x="784377" y="169354"/>
                </a:lnTo>
                <a:lnTo>
                  <a:pt x="782294" y="216598"/>
                </a:lnTo>
                <a:lnTo>
                  <a:pt x="750290" y="234886"/>
                </a:lnTo>
                <a:lnTo>
                  <a:pt x="736549" y="234657"/>
                </a:lnTo>
                <a:lnTo>
                  <a:pt x="708494" y="233603"/>
                </a:lnTo>
                <a:lnTo>
                  <a:pt x="693902" y="233362"/>
                </a:lnTo>
                <a:lnTo>
                  <a:pt x="694004" y="233743"/>
                </a:lnTo>
                <a:lnTo>
                  <a:pt x="697039" y="244500"/>
                </a:lnTo>
                <a:lnTo>
                  <a:pt x="699617" y="254939"/>
                </a:lnTo>
                <a:lnTo>
                  <a:pt x="701611" y="264528"/>
                </a:lnTo>
                <a:lnTo>
                  <a:pt x="703046" y="273088"/>
                </a:lnTo>
                <a:lnTo>
                  <a:pt x="764006" y="273088"/>
                </a:lnTo>
                <a:lnTo>
                  <a:pt x="806678" y="260896"/>
                </a:lnTo>
                <a:lnTo>
                  <a:pt x="821829" y="234886"/>
                </a:lnTo>
                <a:lnTo>
                  <a:pt x="821905" y="234657"/>
                </a:lnTo>
                <a:lnTo>
                  <a:pt x="822960" y="231228"/>
                </a:lnTo>
                <a:lnTo>
                  <a:pt x="823087" y="230314"/>
                </a:lnTo>
                <a:lnTo>
                  <a:pt x="824966" y="216598"/>
                </a:lnTo>
                <a:lnTo>
                  <a:pt x="829538" y="105257"/>
                </a:lnTo>
                <a:lnTo>
                  <a:pt x="655701" y="105257"/>
                </a:lnTo>
                <a:lnTo>
                  <a:pt x="657225" y="73253"/>
                </a:lnTo>
                <a:lnTo>
                  <a:pt x="841819" y="73253"/>
                </a:lnTo>
                <a:lnTo>
                  <a:pt x="841819" y="36576"/>
                </a:lnTo>
                <a:close/>
              </a:path>
              <a:path w="1421764" h="281305">
                <a:moveTo>
                  <a:pt x="1133094" y="240982"/>
                </a:moveTo>
                <a:lnTo>
                  <a:pt x="1118704" y="239293"/>
                </a:lnTo>
                <a:lnTo>
                  <a:pt x="1105192" y="236601"/>
                </a:lnTo>
                <a:lnTo>
                  <a:pt x="1092276" y="233057"/>
                </a:lnTo>
                <a:lnTo>
                  <a:pt x="1079652" y="228790"/>
                </a:lnTo>
                <a:lnTo>
                  <a:pt x="1086510" y="225742"/>
                </a:lnTo>
                <a:lnTo>
                  <a:pt x="1117371" y="212026"/>
                </a:lnTo>
                <a:lnTo>
                  <a:pt x="1120800" y="210502"/>
                </a:lnTo>
                <a:lnTo>
                  <a:pt x="1108608" y="192214"/>
                </a:lnTo>
                <a:lnTo>
                  <a:pt x="1130046" y="192214"/>
                </a:lnTo>
                <a:lnTo>
                  <a:pt x="1130046" y="163258"/>
                </a:lnTo>
                <a:lnTo>
                  <a:pt x="1085748" y="163258"/>
                </a:lnTo>
                <a:lnTo>
                  <a:pt x="1085748" y="192214"/>
                </a:lnTo>
                <a:lnTo>
                  <a:pt x="1050696" y="212026"/>
                </a:lnTo>
                <a:lnTo>
                  <a:pt x="1044130" y="207441"/>
                </a:lnTo>
                <a:lnTo>
                  <a:pt x="1038123" y="202692"/>
                </a:lnTo>
                <a:lnTo>
                  <a:pt x="1032700" y="197675"/>
                </a:lnTo>
                <a:lnTo>
                  <a:pt x="1027836" y="192214"/>
                </a:lnTo>
                <a:lnTo>
                  <a:pt x="1085748" y="192214"/>
                </a:lnTo>
                <a:lnTo>
                  <a:pt x="1085748" y="163258"/>
                </a:lnTo>
                <a:lnTo>
                  <a:pt x="1073556" y="163258"/>
                </a:lnTo>
                <a:lnTo>
                  <a:pt x="1073556" y="141833"/>
                </a:lnTo>
                <a:lnTo>
                  <a:pt x="1122426" y="141833"/>
                </a:lnTo>
                <a:lnTo>
                  <a:pt x="1122426" y="114401"/>
                </a:lnTo>
                <a:lnTo>
                  <a:pt x="1073556" y="114401"/>
                </a:lnTo>
                <a:lnTo>
                  <a:pt x="1073556" y="94589"/>
                </a:lnTo>
                <a:lnTo>
                  <a:pt x="1117752" y="94589"/>
                </a:lnTo>
                <a:lnTo>
                  <a:pt x="1117752" y="67157"/>
                </a:lnTo>
                <a:lnTo>
                  <a:pt x="1117752" y="44196"/>
                </a:lnTo>
                <a:lnTo>
                  <a:pt x="1117752" y="13716"/>
                </a:lnTo>
                <a:lnTo>
                  <a:pt x="1081176" y="13716"/>
                </a:lnTo>
                <a:lnTo>
                  <a:pt x="1081176" y="44196"/>
                </a:lnTo>
                <a:lnTo>
                  <a:pt x="1081176" y="67157"/>
                </a:lnTo>
                <a:lnTo>
                  <a:pt x="1036980" y="67157"/>
                </a:lnTo>
                <a:lnTo>
                  <a:pt x="1036980" y="94589"/>
                </a:lnTo>
                <a:lnTo>
                  <a:pt x="1036980" y="114401"/>
                </a:lnTo>
                <a:lnTo>
                  <a:pt x="1036980" y="141833"/>
                </a:lnTo>
                <a:lnTo>
                  <a:pt x="1036980" y="163258"/>
                </a:lnTo>
                <a:lnTo>
                  <a:pt x="1018692" y="163258"/>
                </a:lnTo>
                <a:lnTo>
                  <a:pt x="1018692" y="224218"/>
                </a:lnTo>
                <a:lnTo>
                  <a:pt x="1006678" y="227634"/>
                </a:lnTo>
                <a:lnTo>
                  <a:pt x="985443" y="233870"/>
                </a:lnTo>
                <a:lnTo>
                  <a:pt x="975931" y="236410"/>
                </a:lnTo>
                <a:lnTo>
                  <a:pt x="975931" y="192214"/>
                </a:lnTo>
                <a:lnTo>
                  <a:pt x="994308" y="192214"/>
                </a:lnTo>
                <a:lnTo>
                  <a:pt x="1000048" y="201079"/>
                </a:lnTo>
                <a:lnTo>
                  <a:pt x="1005928" y="209359"/>
                </a:lnTo>
                <a:lnTo>
                  <a:pt x="1012101" y="217081"/>
                </a:lnTo>
                <a:lnTo>
                  <a:pt x="1018692" y="224218"/>
                </a:lnTo>
                <a:lnTo>
                  <a:pt x="1018692" y="163258"/>
                </a:lnTo>
                <a:lnTo>
                  <a:pt x="994308" y="163258"/>
                </a:lnTo>
                <a:lnTo>
                  <a:pt x="994308" y="141833"/>
                </a:lnTo>
                <a:lnTo>
                  <a:pt x="1036980" y="141833"/>
                </a:lnTo>
                <a:lnTo>
                  <a:pt x="1036980" y="114401"/>
                </a:lnTo>
                <a:lnTo>
                  <a:pt x="994308" y="114401"/>
                </a:lnTo>
                <a:lnTo>
                  <a:pt x="994308" y="94589"/>
                </a:lnTo>
                <a:lnTo>
                  <a:pt x="1036980" y="94589"/>
                </a:lnTo>
                <a:lnTo>
                  <a:pt x="1036980" y="67157"/>
                </a:lnTo>
                <a:lnTo>
                  <a:pt x="957643" y="67157"/>
                </a:lnTo>
                <a:lnTo>
                  <a:pt x="957643" y="94589"/>
                </a:lnTo>
                <a:lnTo>
                  <a:pt x="957643" y="114401"/>
                </a:lnTo>
                <a:lnTo>
                  <a:pt x="957643" y="141833"/>
                </a:lnTo>
                <a:lnTo>
                  <a:pt x="957643" y="163258"/>
                </a:lnTo>
                <a:lnTo>
                  <a:pt x="918019" y="163258"/>
                </a:lnTo>
                <a:lnTo>
                  <a:pt x="918019" y="157073"/>
                </a:lnTo>
                <a:lnTo>
                  <a:pt x="919543" y="149453"/>
                </a:lnTo>
                <a:lnTo>
                  <a:pt x="919543" y="141833"/>
                </a:lnTo>
                <a:lnTo>
                  <a:pt x="957643" y="141833"/>
                </a:lnTo>
                <a:lnTo>
                  <a:pt x="957643" y="114401"/>
                </a:lnTo>
                <a:lnTo>
                  <a:pt x="919543" y="114401"/>
                </a:lnTo>
                <a:lnTo>
                  <a:pt x="919543" y="94589"/>
                </a:lnTo>
                <a:lnTo>
                  <a:pt x="957643" y="94589"/>
                </a:lnTo>
                <a:lnTo>
                  <a:pt x="957643" y="67157"/>
                </a:lnTo>
                <a:lnTo>
                  <a:pt x="919543" y="67157"/>
                </a:lnTo>
                <a:lnTo>
                  <a:pt x="919543" y="44196"/>
                </a:lnTo>
                <a:lnTo>
                  <a:pt x="1081176" y="44196"/>
                </a:lnTo>
                <a:lnTo>
                  <a:pt x="1081176" y="13716"/>
                </a:lnTo>
                <a:lnTo>
                  <a:pt x="881443" y="13716"/>
                </a:lnTo>
                <a:lnTo>
                  <a:pt x="881443" y="103733"/>
                </a:lnTo>
                <a:lnTo>
                  <a:pt x="880059" y="150368"/>
                </a:lnTo>
                <a:lnTo>
                  <a:pt x="876109" y="189547"/>
                </a:lnTo>
                <a:lnTo>
                  <a:pt x="869886" y="221170"/>
                </a:lnTo>
                <a:lnTo>
                  <a:pt x="861631" y="245554"/>
                </a:lnTo>
                <a:lnTo>
                  <a:pt x="868489" y="253834"/>
                </a:lnTo>
                <a:lnTo>
                  <a:pt x="875347" y="262559"/>
                </a:lnTo>
                <a:lnTo>
                  <a:pt x="882205" y="271576"/>
                </a:lnTo>
                <a:lnTo>
                  <a:pt x="889063" y="280708"/>
                </a:lnTo>
                <a:lnTo>
                  <a:pt x="899350" y="261264"/>
                </a:lnTo>
                <a:lnTo>
                  <a:pt x="907351" y="239852"/>
                </a:lnTo>
                <a:lnTo>
                  <a:pt x="913066" y="216750"/>
                </a:lnTo>
                <a:lnTo>
                  <a:pt x="916495" y="192214"/>
                </a:lnTo>
                <a:lnTo>
                  <a:pt x="937831" y="192214"/>
                </a:lnTo>
                <a:lnTo>
                  <a:pt x="937958" y="233870"/>
                </a:lnTo>
                <a:lnTo>
                  <a:pt x="937260" y="240220"/>
                </a:lnTo>
                <a:lnTo>
                  <a:pt x="935469" y="246468"/>
                </a:lnTo>
                <a:lnTo>
                  <a:pt x="933259" y="250126"/>
                </a:lnTo>
                <a:lnTo>
                  <a:pt x="945451" y="280708"/>
                </a:lnTo>
                <a:lnTo>
                  <a:pt x="957757" y="276085"/>
                </a:lnTo>
                <a:lnTo>
                  <a:pt x="974077" y="271183"/>
                </a:lnTo>
                <a:lnTo>
                  <a:pt x="1018692" y="259372"/>
                </a:lnTo>
                <a:lnTo>
                  <a:pt x="1018692" y="236410"/>
                </a:lnTo>
                <a:lnTo>
                  <a:pt x="1018692" y="225742"/>
                </a:lnTo>
                <a:lnTo>
                  <a:pt x="1037247" y="241769"/>
                </a:lnTo>
                <a:lnTo>
                  <a:pt x="1058506" y="255511"/>
                </a:lnTo>
                <a:lnTo>
                  <a:pt x="1082344" y="266979"/>
                </a:lnTo>
                <a:lnTo>
                  <a:pt x="1108481" y="276085"/>
                </a:lnTo>
                <a:lnTo>
                  <a:pt x="1108646" y="276085"/>
                </a:lnTo>
                <a:lnTo>
                  <a:pt x="1118057" y="261823"/>
                </a:lnTo>
                <a:lnTo>
                  <a:pt x="1125461" y="251091"/>
                </a:lnTo>
                <a:lnTo>
                  <a:pt x="1130566" y="244106"/>
                </a:lnTo>
                <a:lnTo>
                  <a:pt x="1133094" y="240982"/>
                </a:lnTo>
                <a:close/>
              </a:path>
              <a:path w="1421764" h="281305">
                <a:moveTo>
                  <a:pt x="1251966" y="36576"/>
                </a:moveTo>
                <a:lnTo>
                  <a:pt x="1204722" y="36576"/>
                </a:lnTo>
                <a:lnTo>
                  <a:pt x="1221486" y="32004"/>
                </a:lnTo>
                <a:lnTo>
                  <a:pt x="1218057" y="23393"/>
                </a:lnTo>
                <a:lnTo>
                  <a:pt x="1214628" y="15621"/>
                </a:lnTo>
                <a:lnTo>
                  <a:pt x="1211199" y="8432"/>
                </a:lnTo>
                <a:lnTo>
                  <a:pt x="1207770" y="1524"/>
                </a:lnTo>
                <a:lnTo>
                  <a:pt x="1172718" y="12192"/>
                </a:lnTo>
                <a:lnTo>
                  <a:pt x="1175245" y="18148"/>
                </a:lnTo>
                <a:lnTo>
                  <a:pt x="1180858" y="30632"/>
                </a:lnTo>
                <a:lnTo>
                  <a:pt x="1183386" y="36576"/>
                </a:lnTo>
                <a:lnTo>
                  <a:pt x="1148334" y="36576"/>
                </a:lnTo>
                <a:lnTo>
                  <a:pt x="1148334" y="68681"/>
                </a:lnTo>
                <a:lnTo>
                  <a:pt x="1165098" y="68681"/>
                </a:lnTo>
                <a:lnTo>
                  <a:pt x="1165034" y="102209"/>
                </a:lnTo>
                <a:lnTo>
                  <a:pt x="1164767" y="108140"/>
                </a:lnTo>
                <a:lnTo>
                  <a:pt x="1163574" y="114592"/>
                </a:lnTo>
                <a:lnTo>
                  <a:pt x="1161237" y="120192"/>
                </a:lnTo>
                <a:lnTo>
                  <a:pt x="1157478" y="125069"/>
                </a:lnTo>
                <a:lnTo>
                  <a:pt x="1177290" y="146405"/>
                </a:lnTo>
                <a:lnTo>
                  <a:pt x="1188453" y="141528"/>
                </a:lnTo>
                <a:lnTo>
                  <a:pt x="1203769" y="135928"/>
                </a:lnTo>
                <a:lnTo>
                  <a:pt x="1223365" y="129476"/>
                </a:lnTo>
                <a:lnTo>
                  <a:pt x="1247394" y="121996"/>
                </a:lnTo>
                <a:lnTo>
                  <a:pt x="1247394" y="102209"/>
                </a:lnTo>
                <a:lnTo>
                  <a:pt x="1247394" y="86969"/>
                </a:lnTo>
                <a:lnTo>
                  <a:pt x="1235100" y="91274"/>
                </a:lnTo>
                <a:lnTo>
                  <a:pt x="1201674" y="102209"/>
                </a:lnTo>
                <a:lnTo>
                  <a:pt x="1201674" y="68681"/>
                </a:lnTo>
                <a:lnTo>
                  <a:pt x="1251966" y="68681"/>
                </a:lnTo>
                <a:lnTo>
                  <a:pt x="1251966" y="36576"/>
                </a:lnTo>
                <a:close/>
              </a:path>
              <a:path w="1421764" h="281305">
                <a:moveTo>
                  <a:pt x="1404454" y="12192"/>
                </a:moveTo>
                <a:lnTo>
                  <a:pt x="1367878" y="12192"/>
                </a:lnTo>
                <a:lnTo>
                  <a:pt x="1367878" y="39624"/>
                </a:lnTo>
                <a:lnTo>
                  <a:pt x="1367878" y="53340"/>
                </a:lnTo>
                <a:lnTo>
                  <a:pt x="1367878" y="73253"/>
                </a:lnTo>
                <a:lnTo>
                  <a:pt x="1367878" y="86969"/>
                </a:lnTo>
                <a:lnTo>
                  <a:pt x="1297774" y="86969"/>
                </a:lnTo>
                <a:lnTo>
                  <a:pt x="1297774" y="73253"/>
                </a:lnTo>
                <a:lnTo>
                  <a:pt x="1367878" y="73253"/>
                </a:lnTo>
                <a:lnTo>
                  <a:pt x="1367878" y="53340"/>
                </a:lnTo>
                <a:lnTo>
                  <a:pt x="1297774" y="53340"/>
                </a:lnTo>
                <a:lnTo>
                  <a:pt x="1297774" y="39624"/>
                </a:lnTo>
                <a:lnTo>
                  <a:pt x="1367878" y="39624"/>
                </a:lnTo>
                <a:lnTo>
                  <a:pt x="1367878" y="12192"/>
                </a:lnTo>
                <a:lnTo>
                  <a:pt x="1261110" y="12192"/>
                </a:lnTo>
                <a:lnTo>
                  <a:pt x="1261033" y="73253"/>
                </a:lnTo>
                <a:lnTo>
                  <a:pt x="1260017" y="92011"/>
                </a:lnTo>
                <a:lnTo>
                  <a:pt x="1256919" y="109448"/>
                </a:lnTo>
                <a:lnTo>
                  <a:pt x="1252105" y="124015"/>
                </a:lnTo>
                <a:lnTo>
                  <a:pt x="1245870" y="135737"/>
                </a:lnTo>
                <a:lnTo>
                  <a:pt x="1264399" y="142595"/>
                </a:lnTo>
                <a:lnTo>
                  <a:pt x="1274025" y="146024"/>
                </a:lnTo>
                <a:lnTo>
                  <a:pt x="1284058" y="149453"/>
                </a:lnTo>
                <a:lnTo>
                  <a:pt x="1289189" y="139141"/>
                </a:lnTo>
                <a:lnTo>
                  <a:pt x="1289265" y="138925"/>
                </a:lnTo>
                <a:lnTo>
                  <a:pt x="1293012" y="128689"/>
                </a:lnTo>
                <a:lnTo>
                  <a:pt x="1295425" y="117944"/>
                </a:lnTo>
                <a:lnTo>
                  <a:pt x="1295463" y="117449"/>
                </a:lnTo>
                <a:lnTo>
                  <a:pt x="1296250" y="106781"/>
                </a:lnTo>
                <a:lnTo>
                  <a:pt x="1367878" y="106781"/>
                </a:lnTo>
                <a:lnTo>
                  <a:pt x="1367878" y="117449"/>
                </a:lnTo>
                <a:lnTo>
                  <a:pt x="1364856" y="121996"/>
                </a:lnTo>
                <a:lnTo>
                  <a:pt x="1348054" y="121996"/>
                </a:lnTo>
                <a:lnTo>
                  <a:pt x="1338732" y="121831"/>
                </a:lnTo>
                <a:lnTo>
                  <a:pt x="1329143" y="121373"/>
                </a:lnTo>
                <a:lnTo>
                  <a:pt x="1319110" y="120497"/>
                </a:lnTo>
                <a:lnTo>
                  <a:pt x="1321396" y="126453"/>
                </a:lnTo>
                <a:lnTo>
                  <a:pt x="1326057" y="139141"/>
                </a:lnTo>
                <a:lnTo>
                  <a:pt x="1328254" y="144881"/>
                </a:lnTo>
                <a:lnTo>
                  <a:pt x="1367878" y="144881"/>
                </a:lnTo>
                <a:lnTo>
                  <a:pt x="1402930" y="129641"/>
                </a:lnTo>
                <a:lnTo>
                  <a:pt x="1404454" y="121996"/>
                </a:lnTo>
                <a:lnTo>
                  <a:pt x="1404454" y="106781"/>
                </a:lnTo>
                <a:lnTo>
                  <a:pt x="1404454" y="86969"/>
                </a:lnTo>
                <a:lnTo>
                  <a:pt x="1404454" y="73253"/>
                </a:lnTo>
                <a:lnTo>
                  <a:pt x="1404454" y="53340"/>
                </a:lnTo>
                <a:lnTo>
                  <a:pt x="1404454" y="39624"/>
                </a:lnTo>
                <a:lnTo>
                  <a:pt x="1404454" y="12192"/>
                </a:lnTo>
                <a:close/>
              </a:path>
              <a:path w="1421764" h="281305">
                <a:moveTo>
                  <a:pt x="1421320" y="240982"/>
                </a:moveTo>
                <a:lnTo>
                  <a:pt x="1302346" y="240982"/>
                </a:lnTo>
                <a:lnTo>
                  <a:pt x="1302346" y="224218"/>
                </a:lnTo>
                <a:lnTo>
                  <a:pt x="1398358" y="224218"/>
                </a:lnTo>
                <a:lnTo>
                  <a:pt x="1398358" y="195262"/>
                </a:lnTo>
                <a:lnTo>
                  <a:pt x="1302346" y="195262"/>
                </a:lnTo>
                <a:lnTo>
                  <a:pt x="1302346" y="180022"/>
                </a:lnTo>
                <a:lnTo>
                  <a:pt x="1409026" y="180022"/>
                </a:lnTo>
                <a:lnTo>
                  <a:pt x="1409026" y="150977"/>
                </a:lnTo>
                <a:lnTo>
                  <a:pt x="1155954" y="150977"/>
                </a:lnTo>
                <a:lnTo>
                  <a:pt x="1155954" y="180022"/>
                </a:lnTo>
                <a:lnTo>
                  <a:pt x="1262634" y="180022"/>
                </a:lnTo>
                <a:lnTo>
                  <a:pt x="1262634" y="195262"/>
                </a:lnTo>
                <a:lnTo>
                  <a:pt x="1169670" y="195262"/>
                </a:lnTo>
                <a:lnTo>
                  <a:pt x="1169670" y="224218"/>
                </a:lnTo>
                <a:lnTo>
                  <a:pt x="1262634" y="224218"/>
                </a:lnTo>
                <a:lnTo>
                  <a:pt x="1262634" y="240982"/>
                </a:lnTo>
                <a:lnTo>
                  <a:pt x="1143762" y="240982"/>
                </a:lnTo>
                <a:lnTo>
                  <a:pt x="1143762" y="270040"/>
                </a:lnTo>
                <a:lnTo>
                  <a:pt x="1421320" y="270040"/>
                </a:lnTo>
                <a:lnTo>
                  <a:pt x="1421320" y="240982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4933" y="939641"/>
            <a:ext cx="143350" cy="10372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29722" y="1290828"/>
            <a:ext cx="982344" cy="154305"/>
            <a:chOff x="829722" y="1290828"/>
            <a:chExt cx="982344" cy="1543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722" y="1295019"/>
              <a:ext cx="106775" cy="1495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309" y="1336262"/>
              <a:ext cx="102108" cy="1082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4325" y="1336262"/>
              <a:ext cx="86963" cy="1067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5673" y="1336262"/>
              <a:ext cx="77819" cy="1082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98448" y="1290828"/>
              <a:ext cx="18415" cy="152400"/>
            </a:xfrm>
            <a:custGeom>
              <a:avLst/>
              <a:gdLst/>
              <a:ahLst/>
              <a:cxnLst/>
              <a:rect l="l" t="t" r="r" b="b"/>
              <a:pathLst>
                <a:path w="18415" h="152400">
                  <a:moveTo>
                    <a:pt x="18287" y="152400"/>
                  </a:moveTo>
                  <a:lnTo>
                    <a:pt x="0" y="152400"/>
                  </a:lnTo>
                  <a:lnTo>
                    <a:pt x="0" y="0"/>
                  </a:lnTo>
                  <a:lnTo>
                    <a:pt x="18287" y="0"/>
                  </a:lnTo>
                  <a:lnTo>
                    <a:pt x="18287" y="152400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6644" y="1339310"/>
              <a:ext cx="86963" cy="10525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9515" y="1336262"/>
              <a:ext cx="70199" cy="1082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551050" y="1291971"/>
              <a:ext cx="22860" cy="151130"/>
            </a:xfrm>
            <a:custGeom>
              <a:avLst/>
              <a:gdLst/>
              <a:ahLst/>
              <a:cxnLst/>
              <a:rect l="l" t="t" r="r" b="b"/>
              <a:pathLst>
                <a:path w="22859" h="151130">
                  <a:moveTo>
                    <a:pt x="15240" y="22955"/>
                  </a:moveTo>
                  <a:lnTo>
                    <a:pt x="9144" y="22955"/>
                  </a:lnTo>
                  <a:lnTo>
                    <a:pt x="6096" y="21431"/>
                  </a:lnTo>
                  <a:lnTo>
                    <a:pt x="3048" y="19812"/>
                  </a:lnTo>
                  <a:lnTo>
                    <a:pt x="0" y="13716"/>
                  </a:lnTo>
                  <a:lnTo>
                    <a:pt x="0" y="7620"/>
                  </a:lnTo>
                  <a:lnTo>
                    <a:pt x="1524" y="4572"/>
                  </a:lnTo>
                  <a:lnTo>
                    <a:pt x="6096" y="0"/>
                  </a:lnTo>
                  <a:lnTo>
                    <a:pt x="18288" y="0"/>
                  </a:lnTo>
                  <a:lnTo>
                    <a:pt x="19812" y="3048"/>
                  </a:lnTo>
                  <a:lnTo>
                    <a:pt x="22860" y="4572"/>
                  </a:lnTo>
                  <a:lnTo>
                    <a:pt x="22860" y="16764"/>
                  </a:lnTo>
                  <a:lnTo>
                    <a:pt x="19812" y="19812"/>
                  </a:lnTo>
                  <a:lnTo>
                    <a:pt x="18288" y="21431"/>
                  </a:lnTo>
                  <a:lnTo>
                    <a:pt x="15240" y="22955"/>
                  </a:lnTo>
                  <a:close/>
                </a:path>
                <a:path w="22859" h="151130">
                  <a:moveTo>
                    <a:pt x="21336" y="151066"/>
                  </a:moveTo>
                  <a:lnTo>
                    <a:pt x="3048" y="151066"/>
                  </a:lnTo>
                  <a:lnTo>
                    <a:pt x="3048" y="47339"/>
                  </a:lnTo>
                  <a:lnTo>
                    <a:pt x="21336" y="47339"/>
                  </a:lnTo>
                  <a:lnTo>
                    <a:pt x="21336" y="151066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96770" y="1336262"/>
              <a:ext cx="103727" cy="108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24977" y="1336262"/>
              <a:ext cx="86868" cy="106775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94141" y="1295019"/>
            <a:ext cx="150971" cy="149542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2122932" y="1298416"/>
            <a:ext cx="561340" cy="146685"/>
            <a:chOff x="2122932" y="1298416"/>
            <a:chExt cx="561340" cy="146685"/>
          </a:xfrm>
        </p:grpSpPr>
        <p:sp>
          <p:nvSpPr>
            <p:cNvPr id="20" name="object 20"/>
            <p:cNvSpPr/>
            <p:nvPr/>
          </p:nvSpPr>
          <p:spPr>
            <a:xfrm>
              <a:off x="2122932" y="1298422"/>
              <a:ext cx="74930" cy="144780"/>
            </a:xfrm>
            <a:custGeom>
              <a:avLst/>
              <a:gdLst/>
              <a:ahLst/>
              <a:cxnLst/>
              <a:rect l="l" t="t" r="r" b="b"/>
              <a:pathLst>
                <a:path w="74930" h="144780">
                  <a:moveTo>
                    <a:pt x="74676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0" y="64770"/>
                  </a:lnTo>
                  <a:lnTo>
                    <a:pt x="0" y="80010"/>
                  </a:lnTo>
                  <a:lnTo>
                    <a:pt x="0" y="144780"/>
                  </a:lnTo>
                  <a:lnTo>
                    <a:pt x="19812" y="144780"/>
                  </a:lnTo>
                  <a:lnTo>
                    <a:pt x="19812" y="80010"/>
                  </a:lnTo>
                  <a:lnTo>
                    <a:pt x="70104" y="80010"/>
                  </a:lnTo>
                  <a:lnTo>
                    <a:pt x="70104" y="64770"/>
                  </a:lnTo>
                  <a:lnTo>
                    <a:pt x="19812" y="64770"/>
                  </a:lnTo>
                  <a:lnTo>
                    <a:pt x="19812" y="16510"/>
                  </a:lnTo>
                  <a:lnTo>
                    <a:pt x="74676" y="16510"/>
                  </a:lnTo>
                  <a:lnTo>
                    <a:pt x="74676" y="0"/>
                  </a:lnTo>
                  <a:close/>
                </a:path>
              </a:pathLst>
            </a:custGeom>
            <a:solidFill>
              <a:srgbClr val="4B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20468" y="1339310"/>
              <a:ext cx="86963" cy="10525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27243" y="1308734"/>
              <a:ext cx="167735" cy="13582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28601" y="1336262"/>
              <a:ext cx="155543" cy="108299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2749676" y="1290447"/>
            <a:ext cx="485140" cy="154305"/>
            <a:chOff x="2749676" y="1290447"/>
            <a:chExt cx="485140" cy="154305"/>
          </a:xfrm>
        </p:grpSpPr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49676" y="1298066"/>
              <a:ext cx="298799" cy="14649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74479" y="1290447"/>
              <a:ext cx="160115" cy="152590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792479" y="1956816"/>
            <a:ext cx="4438015" cy="4808220"/>
            <a:chOff x="792479" y="1956816"/>
            <a:chExt cx="4438015" cy="4808220"/>
          </a:xfrm>
        </p:grpSpPr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92479" y="1956816"/>
              <a:ext cx="4437887" cy="48082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9811" y="1976147"/>
              <a:ext cx="4384366" cy="4767176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5480303" y="1956816"/>
            <a:ext cx="4442460" cy="4808220"/>
            <a:chOff x="5480303" y="1956816"/>
            <a:chExt cx="4442460" cy="4808220"/>
          </a:xfrm>
        </p:grpSpPr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80303" y="1956816"/>
              <a:ext cx="4442459" cy="480820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509160" y="1976147"/>
              <a:ext cx="4384366" cy="4767176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142981" y="7288720"/>
            <a:ext cx="233267" cy="747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3620" y="858773"/>
            <a:ext cx="1136650" cy="281305"/>
          </a:xfrm>
          <a:custGeom>
            <a:avLst/>
            <a:gdLst/>
            <a:ahLst/>
            <a:cxnLst/>
            <a:rect l="l" t="t" r="r" b="b"/>
            <a:pathLst>
              <a:path w="1136650" h="281305">
                <a:moveTo>
                  <a:pt x="160108" y="71729"/>
                </a:moveTo>
                <a:lnTo>
                  <a:pt x="67056" y="71729"/>
                </a:lnTo>
                <a:lnTo>
                  <a:pt x="67056" y="96113"/>
                </a:lnTo>
                <a:lnTo>
                  <a:pt x="160108" y="96113"/>
                </a:lnTo>
                <a:lnTo>
                  <a:pt x="160108" y="71729"/>
                </a:lnTo>
                <a:close/>
              </a:path>
              <a:path w="1136650" h="281305">
                <a:moveTo>
                  <a:pt x="221068" y="222694"/>
                </a:moveTo>
                <a:lnTo>
                  <a:pt x="212166" y="218986"/>
                </a:lnTo>
                <a:lnTo>
                  <a:pt x="203377" y="214604"/>
                </a:lnTo>
                <a:lnTo>
                  <a:pt x="194932" y="209842"/>
                </a:lnTo>
                <a:lnTo>
                  <a:pt x="186016" y="204406"/>
                </a:lnTo>
                <a:lnTo>
                  <a:pt x="183730" y="215823"/>
                </a:lnTo>
                <a:lnTo>
                  <a:pt x="166204" y="240982"/>
                </a:lnTo>
                <a:lnTo>
                  <a:pt x="109728" y="240982"/>
                </a:lnTo>
                <a:lnTo>
                  <a:pt x="103632" y="237934"/>
                </a:lnTo>
                <a:lnTo>
                  <a:pt x="103632" y="193738"/>
                </a:lnTo>
                <a:lnTo>
                  <a:pt x="67056" y="193738"/>
                </a:lnTo>
                <a:lnTo>
                  <a:pt x="67056" y="237934"/>
                </a:lnTo>
                <a:lnTo>
                  <a:pt x="69621" y="253111"/>
                </a:lnTo>
                <a:lnTo>
                  <a:pt x="77343" y="264121"/>
                </a:lnTo>
                <a:lnTo>
                  <a:pt x="90195" y="270827"/>
                </a:lnTo>
                <a:lnTo>
                  <a:pt x="108204" y="273088"/>
                </a:lnTo>
                <a:lnTo>
                  <a:pt x="167728" y="273088"/>
                </a:lnTo>
                <a:lnTo>
                  <a:pt x="203923" y="260286"/>
                </a:lnTo>
                <a:lnTo>
                  <a:pt x="215353" y="239026"/>
                </a:lnTo>
                <a:lnTo>
                  <a:pt x="221068" y="222694"/>
                </a:lnTo>
                <a:close/>
              </a:path>
              <a:path w="1136650" h="281305">
                <a:moveTo>
                  <a:pt x="279082" y="138785"/>
                </a:moveTo>
                <a:lnTo>
                  <a:pt x="264401" y="131737"/>
                </a:lnTo>
                <a:lnTo>
                  <a:pt x="256540" y="127850"/>
                </a:lnTo>
                <a:lnTo>
                  <a:pt x="248513" y="123545"/>
                </a:lnTo>
                <a:lnTo>
                  <a:pt x="247853" y="127850"/>
                </a:lnTo>
                <a:lnTo>
                  <a:pt x="239356" y="158597"/>
                </a:lnTo>
                <a:lnTo>
                  <a:pt x="230225" y="158597"/>
                </a:lnTo>
                <a:lnTo>
                  <a:pt x="227063" y="153847"/>
                </a:lnTo>
                <a:lnTo>
                  <a:pt x="222592" y="146405"/>
                </a:lnTo>
                <a:lnTo>
                  <a:pt x="232625" y="132397"/>
                </a:lnTo>
                <a:lnTo>
                  <a:pt x="242227" y="117830"/>
                </a:lnTo>
                <a:lnTo>
                  <a:pt x="247167" y="109829"/>
                </a:lnTo>
                <a:lnTo>
                  <a:pt x="251574" y="102679"/>
                </a:lnTo>
                <a:lnTo>
                  <a:pt x="260794" y="86969"/>
                </a:lnTo>
                <a:lnTo>
                  <a:pt x="231736" y="70205"/>
                </a:lnTo>
                <a:lnTo>
                  <a:pt x="226885" y="80467"/>
                </a:lnTo>
                <a:lnTo>
                  <a:pt x="221449" y="90589"/>
                </a:lnTo>
                <a:lnTo>
                  <a:pt x="215455" y="100418"/>
                </a:lnTo>
                <a:lnTo>
                  <a:pt x="208889" y="109829"/>
                </a:lnTo>
                <a:lnTo>
                  <a:pt x="206857" y="98323"/>
                </a:lnTo>
                <a:lnTo>
                  <a:pt x="205257" y="86385"/>
                </a:lnTo>
                <a:lnTo>
                  <a:pt x="205168" y="85458"/>
                </a:lnTo>
                <a:lnTo>
                  <a:pt x="203949" y="73571"/>
                </a:lnTo>
                <a:lnTo>
                  <a:pt x="202780" y="59436"/>
                </a:lnTo>
                <a:lnTo>
                  <a:pt x="274510" y="59436"/>
                </a:lnTo>
                <a:lnTo>
                  <a:pt x="274510" y="27432"/>
                </a:lnTo>
                <a:lnTo>
                  <a:pt x="256120" y="27432"/>
                </a:lnTo>
                <a:lnTo>
                  <a:pt x="253555" y="22339"/>
                </a:lnTo>
                <a:lnTo>
                  <a:pt x="250405" y="16383"/>
                </a:lnTo>
                <a:lnTo>
                  <a:pt x="246697" y="9867"/>
                </a:lnTo>
                <a:lnTo>
                  <a:pt x="242404" y="3048"/>
                </a:lnTo>
                <a:lnTo>
                  <a:pt x="210413" y="12192"/>
                </a:lnTo>
                <a:lnTo>
                  <a:pt x="216496" y="21336"/>
                </a:lnTo>
                <a:lnTo>
                  <a:pt x="219544" y="27432"/>
                </a:lnTo>
                <a:lnTo>
                  <a:pt x="199732" y="27432"/>
                </a:lnTo>
                <a:lnTo>
                  <a:pt x="199732" y="10668"/>
                </a:lnTo>
                <a:lnTo>
                  <a:pt x="198208" y="3048"/>
                </a:lnTo>
                <a:lnTo>
                  <a:pt x="163156" y="3048"/>
                </a:lnTo>
                <a:lnTo>
                  <a:pt x="164680" y="10668"/>
                </a:lnTo>
                <a:lnTo>
                  <a:pt x="164680" y="27432"/>
                </a:lnTo>
                <a:lnTo>
                  <a:pt x="24384" y="27432"/>
                </a:lnTo>
                <a:lnTo>
                  <a:pt x="24384" y="91541"/>
                </a:lnTo>
                <a:lnTo>
                  <a:pt x="22936" y="118618"/>
                </a:lnTo>
                <a:lnTo>
                  <a:pt x="18478" y="142417"/>
                </a:lnTo>
                <a:lnTo>
                  <a:pt x="10883" y="162521"/>
                </a:lnTo>
                <a:lnTo>
                  <a:pt x="0" y="178498"/>
                </a:lnTo>
                <a:lnTo>
                  <a:pt x="5740" y="183337"/>
                </a:lnTo>
                <a:lnTo>
                  <a:pt x="17792" y="194144"/>
                </a:lnTo>
                <a:lnTo>
                  <a:pt x="24384" y="199834"/>
                </a:lnTo>
                <a:lnTo>
                  <a:pt x="19519" y="211556"/>
                </a:lnTo>
                <a:lnTo>
                  <a:pt x="14097" y="223837"/>
                </a:lnTo>
                <a:lnTo>
                  <a:pt x="8089" y="236702"/>
                </a:lnTo>
                <a:lnTo>
                  <a:pt x="1524" y="250126"/>
                </a:lnTo>
                <a:lnTo>
                  <a:pt x="33528" y="266992"/>
                </a:lnTo>
                <a:lnTo>
                  <a:pt x="42151" y="248932"/>
                </a:lnTo>
                <a:lnTo>
                  <a:pt x="50025" y="231203"/>
                </a:lnTo>
                <a:lnTo>
                  <a:pt x="57099" y="214604"/>
                </a:lnTo>
                <a:lnTo>
                  <a:pt x="64008" y="198310"/>
                </a:lnTo>
                <a:lnTo>
                  <a:pt x="39624" y="189166"/>
                </a:lnTo>
                <a:lnTo>
                  <a:pt x="48501" y="169684"/>
                </a:lnTo>
                <a:lnTo>
                  <a:pt x="54673" y="147599"/>
                </a:lnTo>
                <a:lnTo>
                  <a:pt x="58267" y="122656"/>
                </a:lnTo>
                <a:lnTo>
                  <a:pt x="59372" y="96113"/>
                </a:lnTo>
                <a:lnTo>
                  <a:pt x="59436" y="59436"/>
                </a:lnTo>
                <a:lnTo>
                  <a:pt x="166204" y="59436"/>
                </a:lnTo>
                <a:lnTo>
                  <a:pt x="169024" y="85458"/>
                </a:lnTo>
                <a:lnTo>
                  <a:pt x="172681" y="108292"/>
                </a:lnTo>
                <a:lnTo>
                  <a:pt x="176974" y="127850"/>
                </a:lnTo>
                <a:lnTo>
                  <a:pt x="181444" y="143357"/>
                </a:lnTo>
                <a:lnTo>
                  <a:pt x="176618" y="148805"/>
                </a:lnTo>
                <a:lnTo>
                  <a:pt x="171348" y="153847"/>
                </a:lnTo>
                <a:lnTo>
                  <a:pt x="165823" y="158597"/>
                </a:lnTo>
                <a:lnTo>
                  <a:pt x="160108" y="163258"/>
                </a:lnTo>
                <a:lnTo>
                  <a:pt x="160108" y="152501"/>
                </a:lnTo>
                <a:lnTo>
                  <a:pt x="160108" y="134213"/>
                </a:lnTo>
                <a:lnTo>
                  <a:pt x="160108" y="108292"/>
                </a:lnTo>
                <a:lnTo>
                  <a:pt x="129628" y="108292"/>
                </a:lnTo>
                <a:lnTo>
                  <a:pt x="129628" y="134213"/>
                </a:lnTo>
                <a:lnTo>
                  <a:pt x="129628" y="152501"/>
                </a:lnTo>
                <a:lnTo>
                  <a:pt x="99060" y="152501"/>
                </a:lnTo>
                <a:lnTo>
                  <a:pt x="99060" y="134213"/>
                </a:lnTo>
                <a:lnTo>
                  <a:pt x="129628" y="134213"/>
                </a:lnTo>
                <a:lnTo>
                  <a:pt x="129628" y="108292"/>
                </a:lnTo>
                <a:lnTo>
                  <a:pt x="68580" y="108292"/>
                </a:lnTo>
                <a:lnTo>
                  <a:pt x="68580" y="178498"/>
                </a:lnTo>
                <a:lnTo>
                  <a:pt x="132676" y="178498"/>
                </a:lnTo>
                <a:lnTo>
                  <a:pt x="112864" y="190690"/>
                </a:lnTo>
                <a:lnTo>
                  <a:pt x="122377" y="201841"/>
                </a:lnTo>
                <a:lnTo>
                  <a:pt x="130581" y="212407"/>
                </a:lnTo>
                <a:lnTo>
                  <a:pt x="144868" y="231838"/>
                </a:lnTo>
                <a:lnTo>
                  <a:pt x="172300" y="212026"/>
                </a:lnTo>
                <a:lnTo>
                  <a:pt x="165430" y="203796"/>
                </a:lnTo>
                <a:lnTo>
                  <a:pt x="158394" y="195262"/>
                </a:lnTo>
                <a:lnTo>
                  <a:pt x="151091" y="186740"/>
                </a:lnTo>
                <a:lnTo>
                  <a:pt x="143344" y="178498"/>
                </a:lnTo>
                <a:lnTo>
                  <a:pt x="160108" y="178498"/>
                </a:lnTo>
                <a:lnTo>
                  <a:pt x="160108" y="172402"/>
                </a:lnTo>
                <a:lnTo>
                  <a:pt x="163804" y="176999"/>
                </a:lnTo>
                <a:lnTo>
                  <a:pt x="172313" y="186740"/>
                </a:lnTo>
                <a:lnTo>
                  <a:pt x="176872" y="192214"/>
                </a:lnTo>
                <a:lnTo>
                  <a:pt x="182333" y="187858"/>
                </a:lnTo>
                <a:lnTo>
                  <a:pt x="187350" y="183642"/>
                </a:lnTo>
                <a:lnTo>
                  <a:pt x="192100" y="179146"/>
                </a:lnTo>
                <a:lnTo>
                  <a:pt x="196684" y="173926"/>
                </a:lnTo>
                <a:lnTo>
                  <a:pt x="204978" y="183934"/>
                </a:lnTo>
                <a:lnTo>
                  <a:pt x="213829" y="191071"/>
                </a:lnTo>
                <a:lnTo>
                  <a:pt x="223050" y="195262"/>
                </a:lnTo>
                <a:lnTo>
                  <a:pt x="222592" y="195262"/>
                </a:lnTo>
                <a:lnTo>
                  <a:pt x="233260" y="196786"/>
                </a:lnTo>
                <a:lnTo>
                  <a:pt x="214972" y="207454"/>
                </a:lnTo>
                <a:lnTo>
                  <a:pt x="222973" y="220078"/>
                </a:lnTo>
                <a:lnTo>
                  <a:pt x="230974" y="232994"/>
                </a:lnTo>
                <a:lnTo>
                  <a:pt x="238975" y="246507"/>
                </a:lnTo>
                <a:lnTo>
                  <a:pt x="246989" y="260896"/>
                </a:lnTo>
                <a:lnTo>
                  <a:pt x="277558" y="240982"/>
                </a:lnTo>
                <a:lnTo>
                  <a:pt x="270433" y="229552"/>
                </a:lnTo>
                <a:lnTo>
                  <a:pt x="262877" y="218122"/>
                </a:lnTo>
                <a:lnTo>
                  <a:pt x="255016" y="206692"/>
                </a:lnTo>
                <a:lnTo>
                  <a:pt x="246989" y="195262"/>
                </a:lnTo>
                <a:lnTo>
                  <a:pt x="254596" y="193738"/>
                </a:lnTo>
                <a:lnTo>
                  <a:pt x="269621" y="172402"/>
                </a:lnTo>
                <a:lnTo>
                  <a:pt x="272224" y="165315"/>
                </a:lnTo>
                <a:lnTo>
                  <a:pt x="272808" y="163258"/>
                </a:lnTo>
                <a:lnTo>
                  <a:pt x="274154" y="158597"/>
                </a:lnTo>
                <a:lnTo>
                  <a:pt x="275653" y="153403"/>
                </a:lnTo>
                <a:lnTo>
                  <a:pt x="279082" y="138785"/>
                </a:lnTo>
                <a:close/>
              </a:path>
              <a:path w="1136650" h="281305">
                <a:moveTo>
                  <a:pt x="355282" y="53340"/>
                </a:moveTo>
                <a:lnTo>
                  <a:pt x="339090" y="29718"/>
                </a:lnTo>
                <a:lnTo>
                  <a:pt x="330631" y="17767"/>
                </a:lnTo>
                <a:lnTo>
                  <a:pt x="321754" y="6096"/>
                </a:lnTo>
                <a:lnTo>
                  <a:pt x="292798" y="22860"/>
                </a:lnTo>
                <a:lnTo>
                  <a:pt x="300774" y="34582"/>
                </a:lnTo>
                <a:lnTo>
                  <a:pt x="308610" y="46875"/>
                </a:lnTo>
                <a:lnTo>
                  <a:pt x="316153" y="59766"/>
                </a:lnTo>
                <a:lnTo>
                  <a:pt x="323278" y="73253"/>
                </a:lnTo>
                <a:lnTo>
                  <a:pt x="331279" y="67779"/>
                </a:lnTo>
                <a:lnTo>
                  <a:pt x="339280" y="62725"/>
                </a:lnTo>
                <a:lnTo>
                  <a:pt x="347281" y="57962"/>
                </a:lnTo>
                <a:lnTo>
                  <a:pt x="355282" y="53340"/>
                </a:lnTo>
                <a:close/>
              </a:path>
              <a:path w="1136650" h="281305">
                <a:moveTo>
                  <a:pt x="509295" y="176974"/>
                </a:moveTo>
                <a:lnTo>
                  <a:pt x="493864" y="128663"/>
                </a:lnTo>
                <a:lnTo>
                  <a:pt x="486435" y="109829"/>
                </a:lnTo>
                <a:lnTo>
                  <a:pt x="460527" y="120497"/>
                </a:lnTo>
                <a:lnTo>
                  <a:pt x="460527" y="117449"/>
                </a:lnTo>
                <a:lnTo>
                  <a:pt x="460527" y="100685"/>
                </a:lnTo>
                <a:lnTo>
                  <a:pt x="460527" y="76301"/>
                </a:lnTo>
                <a:lnTo>
                  <a:pt x="460527" y="59436"/>
                </a:lnTo>
                <a:lnTo>
                  <a:pt x="460527" y="30480"/>
                </a:lnTo>
                <a:lnTo>
                  <a:pt x="426999" y="30480"/>
                </a:lnTo>
                <a:lnTo>
                  <a:pt x="426999" y="158597"/>
                </a:lnTo>
                <a:lnTo>
                  <a:pt x="394906" y="158597"/>
                </a:lnTo>
                <a:lnTo>
                  <a:pt x="394906" y="141833"/>
                </a:lnTo>
                <a:lnTo>
                  <a:pt x="426999" y="141833"/>
                </a:lnTo>
                <a:lnTo>
                  <a:pt x="426999" y="117449"/>
                </a:lnTo>
                <a:lnTo>
                  <a:pt x="394906" y="117449"/>
                </a:lnTo>
                <a:lnTo>
                  <a:pt x="394906" y="100685"/>
                </a:lnTo>
                <a:lnTo>
                  <a:pt x="426999" y="100685"/>
                </a:lnTo>
                <a:lnTo>
                  <a:pt x="426999" y="76301"/>
                </a:lnTo>
                <a:lnTo>
                  <a:pt x="394906" y="76301"/>
                </a:lnTo>
                <a:lnTo>
                  <a:pt x="394906" y="59436"/>
                </a:lnTo>
                <a:lnTo>
                  <a:pt x="426999" y="59436"/>
                </a:lnTo>
                <a:lnTo>
                  <a:pt x="426999" y="30480"/>
                </a:lnTo>
                <a:lnTo>
                  <a:pt x="425475" y="30480"/>
                </a:lnTo>
                <a:lnTo>
                  <a:pt x="428028" y="23863"/>
                </a:lnTo>
                <a:lnTo>
                  <a:pt x="430999" y="17526"/>
                </a:lnTo>
                <a:lnTo>
                  <a:pt x="437667" y="4572"/>
                </a:lnTo>
                <a:lnTo>
                  <a:pt x="396430" y="0"/>
                </a:lnTo>
                <a:lnTo>
                  <a:pt x="394144" y="7988"/>
                </a:lnTo>
                <a:lnTo>
                  <a:pt x="391858" y="15811"/>
                </a:lnTo>
                <a:lnTo>
                  <a:pt x="389572" y="23368"/>
                </a:lnTo>
                <a:lnTo>
                  <a:pt x="387286" y="30480"/>
                </a:lnTo>
                <a:lnTo>
                  <a:pt x="361378" y="30480"/>
                </a:lnTo>
                <a:lnTo>
                  <a:pt x="361378" y="158597"/>
                </a:lnTo>
                <a:lnTo>
                  <a:pt x="349186" y="158597"/>
                </a:lnTo>
                <a:lnTo>
                  <a:pt x="349186" y="187642"/>
                </a:lnTo>
                <a:lnTo>
                  <a:pt x="407187" y="187642"/>
                </a:lnTo>
                <a:lnTo>
                  <a:pt x="396824" y="196507"/>
                </a:lnTo>
                <a:lnTo>
                  <a:pt x="386346" y="204787"/>
                </a:lnTo>
                <a:lnTo>
                  <a:pt x="375589" y="212509"/>
                </a:lnTo>
                <a:lnTo>
                  <a:pt x="364426" y="219646"/>
                </a:lnTo>
                <a:lnTo>
                  <a:pt x="362902" y="212026"/>
                </a:lnTo>
                <a:lnTo>
                  <a:pt x="362902" y="204406"/>
                </a:lnTo>
                <a:lnTo>
                  <a:pt x="361378" y="198310"/>
                </a:lnTo>
                <a:lnTo>
                  <a:pt x="353085" y="203454"/>
                </a:lnTo>
                <a:lnTo>
                  <a:pt x="346519" y="207454"/>
                </a:lnTo>
                <a:lnTo>
                  <a:pt x="341655" y="210312"/>
                </a:lnTo>
                <a:lnTo>
                  <a:pt x="338518" y="212026"/>
                </a:lnTo>
                <a:lnTo>
                  <a:pt x="338518" y="85445"/>
                </a:lnTo>
                <a:lnTo>
                  <a:pt x="286702" y="85445"/>
                </a:lnTo>
                <a:lnTo>
                  <a:pt x="286702" y="122021"/>
                </a:lnTo>
                <a:lnTo>
                  <a:pt x="304990" y="122021"/>
                </a:lnTo>
                <a:lnTo>
                  <a:pt x="304990" y="236410"/>
                </a:lnTo>
                <a:lnTo>
                  <a:pt x="301942" y="244030"/>
                </a:lnTo>
                <a:lnTo>
                  <a:pt x="295846" y="250126"/>
                </a:lnTo>
                <a:lnTo>
                  <a:pt x="317182" y="274612"/>
                </a:lnTo>
                <a:lnTo>
                  <a:pt x="324853" y="267474"/>
                </a:lnTo>
                <a:lnTo>
                  <a:pt x="333946" y="259892"/>
                </a:lnTo>
                <a:lnTo>
                  <a:pt x="344182" y="252031"/>
                </a:lnTo>
                <a:lnTo>
                  <a:pt x="355282" y="244030"/>
                </a:lnTo>
                <a:lnTo>
                  <a:pt x="359854" y="248602"/>
                </a:lnTo>
                <a:lnTo>
                  <a:pt x="365950" y="257746"/>
                </a:lnTo>
                <a:lnTo>
                  <a:pt x="381711" y="246888"/>
                </a:lnTo>
                <a:lnTo>
                  <a:pt x="385356" y="244030"/>
                </a:lnTo>
                <a:lnTo>
                  <a:pt x="397052" y="234886"/>
                </a:lnTo>
                <a:lnTo>
                  <a:pt x="412102" y="221742"/>
                </a:lnTo>
                <a:lnTo>
                  <a:pt x="414286" y="219646"/>
                </a:lnTo>
                <a:lnTo>
                  <a:pt x="426999" y="207454"/>
                </a:lnTo>
                <a:lnTo>
                  <a:pt x="426999" y="239458"/>
                </a:lnTo>
                <a:lnTo>
                  <a:pt x="422427" y="244030"/>
                </a:lnTo>
                <a:lnTo>
                  <a:pt x="401091" y="244030"/>
                </a:lnTo>
                <a:lnTo>
                  <a:pt x="391858" y="242506"/>
                </a:lnTo>
                <a:lnTo>
                  <a:pt x="393242" y="250558"/>
                </a:lnTo>
                <a:lnTo>
                  <a:pt x="394906" y="258749"/>
                </a:lnTo>
                <a:lnTo>
                  <a:pt x="396608" y="267474"/>
                </a:lnTo>
                <a:lnTo>
                  <a:pt x="397954" y="276110"/>
                </a:lnTo>
                <a:lnTo>
                  <a:pt x="407746" y="276110"/>
                </a:lnTo>
                <a:lnTo>
                  <a:pt x="416521" y="275945"/>
                </a:lnTo>
                <a:lnTo>
                  <a:pt x="424408" y="275488"/>
                </a:lnTo>
                <a:lnTo>
                  <a:pt x="431571" y="274612"/>
                </a:lnTo>
                <a:lnTo>
                  <a:pt x="440715" y="274612"/>
                </a:lnTo>
                <a:lnTo>
                  <a:pt x="460146" y="244030"/>
                </a:lnTo>
                <a:lnTo>
                  <a:pt x="460248" y="242506"/>
                </a:lnTo>
                <a:lnTo>
                  <a:pt x="460438" y="239458"/>
                </a:lnTo>
                <a:lnTo>
                  <a:pt x="460527" y="207454"/>
                </a:lnTo>
                <a:lnTo>
                  <a:pt x="460527" y="141833"/>
                </a:lnTo>
                <a:lnTo>
                  <a:pt x="460527" y="126593"/>
                </a:lnTo>
                <a:lnTo>
                  <a:pt x="465315" y="142354"/>
                </a:lnTo>
                <a:lnTo>
                  <a:pt x="470242" y="157695"/>
                </a:lnTo>
                <a:lnTo>
                  <a:pt x="474891" y="172745"/>
                </a:lnTo>
                <a:lnTo>
                  <a:pt x="478815" y="187642"/>
                </a:lnTo>
                <a:lnTo>
                  <a:pt x="509295" y="176974"/>
                </a:lnTo>
                <a:close/>
              </a:path>
              <a:path w="1136650" h="281305">
                <a:moveTo>
                  <a:pt x="564261" y="54864"/>
                </a:moveTo>
                <a:lnTo>
                  <a:pt x="544347" y="54864"/>
                </a:lnTo>
                <a:lnTo>
                  <a:pt x="544347" y="4572"/>
                </a:lnTo>
                <a:lnTo>
                  <a:pt x="510819" y="4572"/>
                </a:lnTo>
                <a:lnTo>
                  <a:pt x="510819" y="54864"/>
                </a:lnTo>
                <a:lnTo>
                  <a:pt x="466623" y="54864"/>
                </a:lnTo>
                <a:lnTo>
                  <a:pt x="466623" y="91541"/>
                </a:lnTo>
                <a:lnTo>
                  <a:pt x="510819" y="91541"/>
                </a:lnTo>
                <a:lnTo>
                  <a:pt x="510819" y="234886"/>
                </a:lnTo>
                <a:lnTo>
                  <a:pt x="506247" y="239458"/>
                </a:lnTo>
                <a:lnTo>
                  <a:pt x="471195" y="239458"/>
                </a:lnTo>
                <a:lnTo>
                  <a:pt x="473227" y="247738"/>
                </a:lnTo>
                <a:lnTo>
                  <a:pt x="474814" y="256463"/>
                </a:lnTo>
                <a:lnTo>
                  <a:pt x="476135" y="265468"/>
                </a:lnTo>
                <a:lnTo>
                  <a:pt x="477291" y="274612"/>
                </a:lnTo>
                <a:lnTo>
                  <a:pt x="515391" y="274612"/>
                </a:lnTo>
                <a:lnTo>
                  <a:pt x="542950" y="247738"/>
                </a:lnTo>
                <a:lnTo>
                  <a:pt x="543064" y="246888"/>
                </a:lnTo>
                <a:lnTo>
                  <a:pt x="543115" y="246532"/>
                </a:lnTo>
                <a:lnTo>
                  <a:pt x="544017" y="240042"/>
                </a:lnTo>
                <a:lnTo>
                  <a:pt x="544093" y="237934"/>
                </a:lnTo>
                <a:lnTo>
                  <a:pt x="544195" y="234886"/>
                </a:lnTo>
                <a:lnTo>
                  <a:pt x="544347" y="230314"/>
                </a:lnTo>
                <a:lnTo>
                  <a:pt x="544347" y="91541"/>
                </a:lnTo>
                <a:lnTo>
                  <a:pt x="564261" y="91541"/>
                </a:lnTo>
                <a:lnTo>
                  <a:pt x="564261" y="54864"/>
                </a:lnTo>
                <a:close/>
              </a:path>
              <a:path w="1136650" h="281305">
                <a:moveTo>
                  <a:pt x="794473" y="117449"/>
                </a:moveTo>
                <a:lnTo>
                  <a:pt x="789901" y="110350"/>
                </a:lnTo>
                <a:lnTo>
                  <a:pt x="783043" y="100685"/>
                </a:lnTo>
                <a:lnTo>
                  <a:pt x="773861" y="88671"/>
                </a:lnTo>
                <a:lnTo>
                  <a:pt x="762469" y="74777"/>
                </a:lnTo>
                <a:lnTo>
                  <a:pt x="736561" y="93065"/>
                </a:lnTo>
                <a:lnTo>
                  <a:pt x="742594" y="101904"/>
                </a:lnTo>
                <a:lnTo>
                  <a:pt x="749325" y="112306"/>
                </a:lnTo>
                <a:lnTo>
                  <a:pt x="756932" y="124142"/>
                </a:lnTo>
                <a:lnTo>
                  <a:pt x="765517" y="137261"/>
                </a:lnTo>
                <a:lnTo>
                  <a:pt x="794473" y="117449"/>
                </a:lnTo>
                <a:close/>
              </a:path>
              <a:path w="1136650" h="281305">
                <a:moveTo>
                  <a:pt x="838771" y="137261"/>
                </a:moveTo>
                <a:lnTo>
                  <a:pt x="765517" y="137261"/>
                </a:lnTo>
                <a:lnTo>
                  <a:pt x="695413" y="137261"/>
                </a:lnTo>
                <a:lnTo>
                  <a:pt x="695413" y="172402"/>
                </a:lnTo>
                <a:lnTo>
                  <a:pt x="792949" y="172402"/>
                </a:lnTo>
                <a:lnTo>
                  <a:pt x="784720" y="183311"/>
                </a:lnTo>
                <a:lnTo>
                  <a:pt x="776185" y="193357"/>
                </a:lnTo>
                <a:lnTo>
                  <a:pt x="759421" y="212026"/>
                </a:lnTo>
                <a:lnTo>
                  <a:pt x="737514" y="199072"/>
                </a:lnTo>
                <a:lnTo>
                  <a:pt x="727062" y="192747"/>
                </a:lnTo>
                <a:lnTo>
                  <a:pt x="716749" y="186118"/>
                </a:lnTo>
                <a:lnTo>
                  <a:pt x="695413" y="213550"/>
                </a:lnTo>
                <a:lnTo>
                  <a:pt x="744372" y="245948"/>
                </a:lnTo>
                <a:lnTo>
                  <a:pt x="769353" y="262890"/>
                </a:lnTo>
                <a:lnTo>
                  <a:pt x="794473" y="280708"/>
                </a:lnTo>
                <a:lnTo>
                  <a:pt x="818857" y="250126"/>
                </a:lnTo>
                <a:lnTo>
                  <a:pt x="811771" y="245554"/>
                </a:lnTo>
                <a:lnTo>
                  <a:pt x="797001" y="236410"/>
                </a:lnTo>
                <a:lnTo>
                  <a:pt x="789901" y="231838"/>
                </a:lnTo>
                <a:lnTo>
                  <a:pt x="817727" y="199834"/>
                </a:lnTo>
                <a:lnTo>
                  <a:pt x="838771" y="172402"/>
                </a:lnTo>
                <a:lnTo>
                  <a:pt x="838771" y="137261"/>
                </a:lnTo>
                <a:close/>
              </a:path>
              <a:path w="1136650" h="281305">
                <a:moveTo>
                  <a:pt x="852487" y="85445"/>
                </a:moveTo>
                <a:lnTo>
                  <a:pt x="832434" y="70573"/>
                </a:lnTo>
                <a:lnTo>
                  <a:pt x="813536" y="53390"/>
                </a:lnTo>
                <a:lnTo>
                  <a:pt x="805167" y="44196"/>
                </a:lnTo>
                <a:lnTo>
                  <a:pt x="795820" y="33934"/>
                </a:lnTo>
                <a:lnTo>
                  <a:pt x="779233" y="12192"/>
                </a:lnTo>
                <a:lnTo>
                  <a:pt x="785329" y="3048"/>
                </a:lnTo>
                <a:lnTo>
                  <a:pt x="747229" y="3048"/>
                </a:lnTo>
                <a:lnTo>
                  <a:pt x="733755" y="27952"/>
                </a:lnTo>
                <a:lnTo>
                  <a:pt x="718273" y="50152"/>
                </a:lnTo>
                <a:lnTo>
                  <a:pt x="700481" y="69786"/>
                </a:lnTo>
                <a:lnTo>
                  <a:pt x="680085" y="86969"/>
                </a:lnTo>
                <a:lnTo>
                  <a:pt x="680085" y="79349"/>
                </a:lnTo>
                <a:lnTo>
                  <a:pt x="680085" y="48768"/>
                </a:lnTo>
                <a:lnTo>
                  <a:pt x="690841" y="48768"/>
                </a:lnTo>
                <a:lnTo>
                  <a:pt x="690841" y="16764"/>
                </a:lnTo>
                <a:lnTo>
                  <a:pt x="646696" y="16764"/>
                </a:lnTo>
                <a:lnTo>
                  <a:pt x="646696" y="196773"/>
                </a:lnTo>
                <a:lnTo>
                  <a:pt x="619125" y="201358"/>
                </a:lnTo>
                <a:lnTo>
                  <a:pt x="619125" y="167830"/>
                </a:lnTo>
                <a:lnTo>
                  <a:pt x="646557" y="167830"/>
                </a:lnTo>
                <a:lnTo>
                  <a:pt x="646557" y="196773"/>
                </a:lnTo>
                <a:lnTo>
                  <a:pt x="646696" y="196773"/>
                </a:lnTo>
                <a:lnTo>
                  <a:pt x="646696" y="16764"/>
                </a:lnTo>
                <a:lnTo>
                  <a:pt x="646557" y="16764"/>
                </a:lnTo>
                <a:lnTo>
                  <a:pt x="646557" y="48768"/>
                </a:lnTo>
                <a:lnTo>
                  <a:pt x="646557" y="79349"/>
                </a:lnTo>
                <a:lnTo>
                  <a:pt x="646557" y="108305"/>
                </a:lnTo>
                <a:lnTo>
                  <a:pt x="646557" y="137261"/>
                </a:lnTo>
                <a:lnTo>
                  <a:pt x="619125" y="137261"/>
                </a:lnTo>
                <a:lnTo>
                  <a:pt x="619125" y="108305"/>
                </a:lnTo>
                <a:lnTo>
                  <a:pt x="646557" y="108305"/>
                </a:lnTo>
                <a:lnTo>
                  <a:pt x="646557" y="79349"/>
                </a:lnTo>
                <a:lnTo>
                  <a:pt x="619125" y="79349"/>
                </a:lnTo>
                <a:lnTo>
                  <a:pt x="619125" y="48768"/>
                </a:lnTo>
                <a:lnTo>
                  <a:pt x="646557" y="48768"/>
                </a:lnTo>
                <a:lnTo>
                  <a:pt x="646557" y="16764"/>
                </a:lnTo>
                <a:lnTo>
                  <a:pt x="574929" y="16764"/>
                </a:lnTo>
                <a:lnTo>
                  <a:pt x="574929" y="48768"/>
                </a:lnTo>
                <a:lnTo>
                  <a:pt x="585597" y="48768"/>
                </a:lnTo>
                <a:lnTo>
                  <a:pt x="585597" y="205930"/>
                </a:lnTo>
                <a:lnTo>
                  <a:pt x="576453" y="205930"/>
                </a:lnTo>
                <a:lnTo>
                  <a:pt x="571881" y="207454"/>
                </a:lnTo>
                <a:lnTo>
                  <a:pt x="577977" y="244030"/>
                </a:lnTo>
                <a:lnTo>
                  <a:pt x="646557" y="231838"/>
                </a:lnTo>
                <a:lnTo>
                  <a:pt x="646557" y="279184"/>
                </a:lnTo>
                <a:lnTo>
                  <a:pt x="680085" y="279184"/>
                </a:lnTo>
                <a:lnTo>
                  <a:pt x="680085" y="231838"/>
                </a:lnTo>
                <a:lnTo>
                  <a:pt x="680085" y="225742"/>
                </a:lnTo>
                <a:lnTo>
                  <a:pt x="684657" y="224218"/>
                </a:lnTo>
                <a:lnTo>
                  <a:pt x="689317" y="224218"/>
                </a:lnTo>
                <a:lnTo>
                  <a:pt x="693889" y="222694"/>
                </a:lnTo>
                <a:lnTo>
                  <a:pt x="695325" y="201358"/>
                </a:lnTo>
                <a:lnTo>
                  <a:pt x="695820" y="196773"/>
                </a:lnTo>
                <a:lnTo>
                  <a:pt x="696569" y="190690"/>
                </a:lnTo>
                <a:lnTo>
                  <a:pt x="696937" y="187642"/>
                </a:lnTo>
                <a:lnTo>
                  <a:pt x="690841" y="189166"/>
                </a:lnTo>
                <a:lnTo>
                  <a:pt x="684657" y="189166"/>
                </a:lnTo>
                <a:lnTo>
                  <a:pt x="680085" y="190690"/>
                </a:lnTo>
                <a:lnTo>
                  <a:pt x="680085" y="167830"/>
                </a:lnTo>
                <a:lnTo>
                  <a:pt x="680085" y="137261"/>
                </a:lnTo>
                <a:lnTo>
                  <a:pt x="680085" y="108305"/>
                </a:lnTo>
                <a:lnTo>
                  <a:pt x="680085" y="88671"/>
                </a:lnTo>
                <a:lnTo>
                  <a:pt x="682167" y="93065"/>
                </a:lnTo>
                <a:lnTo>
                  <a:pt x="684644" y="98488"/>
                </a:lnTo>
                <a:lnTo>
                  <a:pt x="693242" y="116776"/>
                </a:lnTo>
                <a:lnTo>
                  <a:pt x="696937" y="125069"/>
                </a:lnTo>
                <a:lnTo>
                  <a:pt x="715759" y="107950"/>
                </a:lnTo>
                <a:lnTo>
                  <a:pt x="733132" y="88671"/>
                </a:lnTo>
                <a:lnTo>
                  <a:pt x="733272" y="88493"/>
                </a:lnTo>
                <a:lnTo>
                  <a:pt x="734390" y="86969"/>
                </a:lnTo>
                <a:lnTo>
                  <a:pt x="748804" y="67373"/>
                </a:lnTo>
                <a:lnTo>
                  <a:pt x="762469" y="44196"/>
                </a:lnTo>
                <a:lnTo>
                  <a:pt x="779030" y="66255"/>
                </a:lnTo>
                <a:lnTo>
                  <a:pt x="796582" y="86575"/>
                </a:lnTo>
                <a:lnTo>
                  <a:pt x="815022" y="105156"/>
                </a:lnTo>
                <a:lnTo>
                  <a:pt x="834199" y="122021"/>
                </a:lnTo>
                <a:lnTo>
                  <a:pt x="852487" y="85445"/>
                </a:lnTo>
                <a:close/>
              </a:path>
              <a:path w="1136650" h="281305">
                <a:moveTo>
                  <a:pt x="959167" y="21336"/>
                </a:moveTo>
                <a:lnTo>
                  <a:pt x="925639" y="21336"/>
                </a:lnTo>
                <a:lnTo>
                  <a:pt x="925639" y="51816"/>
                </a:lnTo>
                <a:lnTo>
                  <a:pt x="925639" y="190690"/>
                </a:lnTo>
                <a:lnTo>
                  <a:pt x="902779" y="190690"/>
                </a:lnTo>
                <a:lnTo>
                  <a:pt x="902779" y="51816"/>
                </a:lnTo>
                <a:lnTo>
                  <a:pt x="925639" y="51816"/>
                </a:lnTo>
                <a:lnTo>
                  <a:pt x="925639" y="21336"/>
                </a:lnTo>
                <a:lnTo>
                  <a:pt x="869251" y="21336"/>
                </a:lnTo>
                <a:lnTo>
                  <a:pt x="869251" y="236410"/>
                </a:lnTo>
                <a:lnTo>
                  <a:pt x="902779" y="236410"/>
                </a:lnTo>
                <a:lnTo>
                  <a:pt x="902779" y="221170"/>
                </a:lnTo>
                <a:lnTo>
                  <a:pt x="959167" y="221170"/>
                </a:lnTo>
                <a:lnTo>
                  <a:pt x="959167" y="190690"/>
                </a:lnTo>
                <a:lnTo>
                  <a:pt x="959167" y="51816"/>
                </a:lnTo>
                <a:lnTo>
                  <a:pt x="959167" y="21336"/>
                </a:lnTo>
                <a:close/>
              </a:path>
              <a:path w="1136650" h="281305">
                <a:moveTo>
                  <a:pt x="1136142" y="100685"/>
                </a:moveTo>
                <a:lnTo>
                  <a:pt x="1020216" y="100685"/>
                </a:lnTo>
                <a:lnTo>
                  <a:pt x="1020216" y="54864"/>
                </a:lnTo>
                <a:lnTo>
                  <a:pt x="1047089" y="52298"/>
                </a:lnTo>
                <a:lnTo>
                  <a:pt x="1075093" y="49149"/>
                </a:lnTo>
                <a:lnTo>
                  <a:pt x="1104277" y="45440"/>
                </a:lnTo>
                <a:lnTo>
                  <a:pt x="1134618" y="41148"/>
                </a:lnTo>
                <a:lnTo>
                  <a:pt x="1120800" y="3048"/>
                </a:lnTo>
                <a:lnTo>
                  <a:pt x="1087970" y="9359"/>
                </a:lnTo>
                <a:lnTo>
                  <a:pt x="1053553" y="14668"/>
                </a:lnTo>
                <a:lnTo>
                  <a:pt x="1017727" y="19126"/>
                </a:lnTo>
                <a:lnTo>
                  <a:pt x="980592" y="22860"/>
                </a:lnTo>
                <a:lnTo>
                  <a:pt x="980490" y="137261"/>
                </a:lnTo>
                <a:lnTo>
                  <a:pt x="978293" y="168935"/>
                </a:lnTo>
                <a:lnTo>
                  <a:pt x="971410" y="199834"/>
                </a:lnTo>
                <a:lnTo>
                  <a:pt x="959942" y="228409"/>
                </a:lnTo>
                <a:lnTo>
                  <a:pt x="943927" y="254698"/>
                </a:lnTo>
                <a:lnTo>
                  <a:pt x="955408" y="262216"/>
                </a:lnTo>
                <a:lnTo>
                  <a:pt x="964895" y="268693"/>
                </a:lnTo>
                <a:lnTo>
                  <a:pt x="972680" y="274307"/>
                </a:lnTo>
                <a:lnTo>
                  <a:pt x="979068" y="279184"/>
                </a:lnTo>
                <a:lnTo>
                  <a:pt x="997077" y="246913"/>
                </a:lnTo>
                <a:lnTo>
                  <a:pt x="1009929" y="212217"/>
                </a:lnTo>
                <a:lnTo>
                  <a:pt x="1017651" y="175539"/>
                </a:lnTo>
                <a:lnTo>
                  <a:pt x="1020216" y="137261"/>
                </a:lnTo>
                <a:lnTo>
                  <a:pt x="1059840" y="137261"/>
                </a:lnTo>
                <a:lnTo>
                  <a:pt x="1059840" y="274612"/>
                </a:lnTo>
                <a:lnTo>
                  <a:pt x="1099464" y="274612"/>
                </a:lnTo>
                <a:lnTo>
                  <a:pt x="1099464" y="137261"/>
                </a:lnTo>
                <a:lnTo>
                  <a:pt x="1136142" y="137261"/>
                </a:lnTo>
                <a:lnTo>
                  <a:pt x="1136142" y="100685"/>
                </a:lnTo>
                <a:close/>
              </a:path>
            </a:pathLst>
          </a:custGeom>
          <a:solidFill>
            <a:srgbClr val="11182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397174" y="935069"/>
            <a:ext cx="294640" cy="108585"/>
            <a:chOff x="9397174" y="935069"/>
            <a:chExt cx="294640" cy="108585"/>
          </a:xfrm>
        </p:grpSpPr>
        <p:sp>
          <p:nvSpPr>
            <p:cNvPr id="4" name="object 4"/>
            <p:cNvSpPr/>
            <p:nvPr/>
          </p:nvSpPr>
          <p:spPr>
            <a:xfrm>
              <a:off x="9397174" y="935735"/>
              <a:ext cx="93345" cy="107950"/>
            </a:xfrm>
            <a:custGeom>
              <a:avLst/>
              <a:gdLst/>
              <a:ahLst/>
              <a:cxnLst/>
              <a:rect l="l" t="t" r="r" b="b"/>
              <a:pathLst>
                <a:path w="93345" h="107950">
                  <a:moveTo>
                    <a:pt x="61048" y="74015"/>
                  </a:moveTo>
                  <a:lnTo>
                    <a:pt x="25908" y="46583"/>
                  </a:lnTo>
                  <a:lnTo>
                    <a:pt x="19812" y="42011"/>
                  </a:lnTo>
                  <a:lnTo>
                    <a:pt x="16764" y="40487"/>
                  </a:lnTo>
                  <a:lnTo>
                    <a:pt x="13716" y="34391"/>
                  </a:lnTo>
                  <a:lnTo>
                    <a:pt x="13716" y="25247"/>
                  </a:lnTo>
                  <a:lnTo>
                    <a:pt x="15240" y="22199"/>
                  </a:lnTo>
                  <a:lnTo>
                    <a:pt x="19812" y="19151"/>
                  </a:lnTo>
                  <a:lnTo>
                    <a:pt x="22860" y="16103"/>
                  </a:lnTo>
                  <a:lnTo>
                    <a:pt x="27432" y="14579"/>
                  </a:lnTo>
                  <a:lnTo>
                    <a:pt x="33528" y="14579"/>
                  </a:lnTo>
                  <a:lnTo>
                    <a:pt x="41033" y="15125"/>
                  </a:lnTo>
                  <a:lnTo>
                    <a:pt x="47510" y="16675"/>
                  </a:lnTo>
                  <a:lnTo>
                    <a:pt x="53124" y="19075"/>
                  </a:lnTo>
                  <a:lnTo>
                    <a:pt x="58000" y="22199"/>
                  </a:lnTo>
                  <a:lnTo>
                    <a:pt x="58000" y="6959"/>
                  </a:lnTo>
                  <a:lnTo>
                    <a:pt x="45808" y="3911"/>
                  </a:lnTo>
                  <a:lnTo>
                    <a:pt x="35052" y="3911"/>
                  </a:lnTo>
                  <a:lnTo>
                    <a:pt x="0" y="22199"/>
                  </a:lnTo>
                  <a:lnTo>
                    <a:pt x="0" y="35915"/>
                  </a:lnTo>
                  <a:lnTo>
                    <a:pt x="1524" y="42011"/>
                  </a:lnTo>
                  <a:lnTo>
                    <a:pt x="4572" y="45059"/>
                  </a:lnTo>
                  <a:lnTo>
                    <a:pt x="7620" y="49631"/>
                  </a:lnTo>
                  <a:lnTo>
                    <a:pt x="13716" y="54203"/>
                  </a:lnTo>
                  <a:lnTo>
                    <a:pt x="24384" y="60299"/>
                  </a:lnTo>
                  <a:lnTo>
                    <a:pt x="32004" y="63347"/>
                  </a:lnTo>
                  <a:lnTo>
                    <a:pt x="36576" y="66395"/>
                  </a:lnTo>
                  <a:lnTo>
                    <a:pt x="42760" y="69443"/>
                  </a:lnTo>
                  <a:lnTo>
                    <a:pt x="44284" y="70967"/>
                  </a:lnTo>
                  <a:lnTo>
                    <a:pt x="45808" y="74015"/>
                  </a:lnTo>
                  <a:lnTo>
                    <a:pt x="47332" y="75539"/>
                  </a:lnTo>
                  <a:lnTo>
                    <a:pt x="47332" y="81635"/>
                  </a:lnTo>
                  <a:lnTo>
                    <a:pt x="46139" y="87934"/>
                  </a:lnTo>
                  <a:lnTo>
                    <a:pt x="42367" y="92773"/>
                  </a:lnTo>
                  <a:lnTo>
                    <a:pt x="35725" y="95872"/>
                  </a:lnTo>
                  <a:lnTo>
                    <a:pt x="25908" y="96964"/>
                  </a:lnTo>
                  <a:lnTo>
                    <a:pt x="21336" y="96964"/>
                  </a:lnTo>
                  <a:lnTo>
                    <a:pt x="12192" y="93916"/>
                  </a:lnTo>
                  <a:lnTo>
                    <a:pt x="6096" y="92392"/>
                  </a:lnTo>
                  <a:lnTo>
                    <a:pt x="3048" y="89344"/>
                  </a:lnTo>
                  <a:lnTo>
                    <a:pt x="0" y="87820"/>
                  </a:lnTo>
                  <a:lnTo>
                    <a:pt x="0" y="101536"/>
                  </a:lnTo>
                  <a:lnTo>
                    <a:pt x="1524" y="104584"/>
                  </a:lnTo>
                  <a:lnTo>
                    <a:pt x="6096" y="104584"/>
                  </a:lnTo>
                  <a:lnTo>
                    <a:pt x="10668" y="106108"/>
                  </a:lnTo>
                  <a:lnTo>
                    <a:pt x="16764" y="107632"/>
                  </a:lnTo>
                  <a:lnTo>
                    <a:pt x="25908" y="107632"/>
                  </a:lnTo>
                  <a:lnTo>
                    <a:pt x="61048" y="89344"/>
                  </a:lnTo>
                  <a:lnTo>
                    <a:pt x="61048" y="74015"/>
                  </a:lnTo>
                  <a:close/>
                </a:path>
                <a:path w="93345" h="107950">
                  <a:moveTo>
                    <a:pt x="92773" y="0"/>
                  </a:moveTo>
                  <a:lnTo>
                    <a:pt x="79057" y="0"/>
                  </a:lnTo>
                  <a:lnTo>
                    <a:pt x="79057" y="106680"/>
                  </a:lnTo>
                  <a:lnTo>
                    <a:pt x="92773" y="106680"/>
                  </a:lnTo>
                  <a:lnTo>
                    <a:pt x="92773" y="0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10045" y="935069"/>
              <a:ext cx="181451" cy="10829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744933" y="938117"/>
            <a:ext cx="120650" cy="104139"/>
            <a:chOff x="9744933" y="938117"/>
            <a:chExt cx="120650" cy="10413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4933" y="939641"/>
              <a:ext cx="64008" cy="10220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828752" y="938117"/>
              <a:ext cx="36830" cy="104139"/>
            </a:xfrm>
            <a:custGeom>
              <a:avLst/>
              <a:gdLst/>
              <a:ahLst/>
              <a:cxnLst/>
              <a:rect l="l" t="t" r="r" b="b"/>
              <a:pathLst>
                <a:path w="36829" h="104140">
                  <a:moveTo>
                    <a:pt x="36575" y="103727"/>
                  </a:moveTo>
                  <a:lnTo>
                    <a:pt x="22859" y="103727"/>
                  </a:lnTo>
                  <a:lnTo>
                    <a:pt x="22859" y="18288"/>
                  </a:lnTo>
                  <a:lnTo>
                    <a:pt x="21335" y="19812"/>
                  </a:lnTo>
                  <a:lnTo>
                    <a:pt x="18287" y="21336"/>
                  </a:lnTo>
                  <a:lnTo>
                    <a:pt x="9143" y="27432"/>
                  </a:lnTo>
                  <a:lnTo>
                    <a:pt x="4571" y="28956"/>
                  </a:lnTo>
                  <a:lnTo>
                    <a:pt x="0" y="28956"/>
                  </a:lnTo>
                  <a:lnTo>
                    <a:pt x="0" y="16764"/>
                  </a:lnTo>
                  <a:lnTo>
                    <a:pt x="6095" y="15240"/>
                  </a:lnTo>
                  <a:lnTo>
                    <a:pt x="10667" y="13716"/>
                  </a:lnTo>
                  <a:lnTo>
                    <a:pt x="16763" y="9144"/>
                  </a:lnTo>
                  <a:lnTo>
                    <a:pt x="22859" y="6096"/>
                  </a:lnTo>
                  <a:lnTo>
                    <a:pt x="32003" y="0"/>
                  </a:lnTo>
                  <a:lnTo>
                    <a:pt x="36575" y="0"/>
                  </a:lnTo>
                  <a:lnTo>
                    <a:pt x="36575" y="103727"/>
                  </a:lnTo>
                  <a:close/>
                </a:path>
              </a:pathLst>
            </a:custGeom>
            <a:solidFill>
              <a:srgbClr val="2326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9722" y="1295019"/>
            <a:ext cx="147923" cy="16630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3177" y="1295019"/>
            <a:ext cx="149447" cy="1495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5204" y="1298066"/>
            <a:ext cx="129635" cy="14497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561427" y="4579429"/>
            <a:ext cx="880110" cy="232410"/>
            <a:chOff x="4561427" y="4579429"/>
            <a:chExt cx="880110" cy="232410"/>
          </a:xfrm>
        </p:grpSpPr>
        <p:sp>
          <p:nvSpPr>
            <p:cNvPr id="13" name="object 13"/>
            <p:cNvSpPr/>
            <p:nvPr/>
          </p:nvSpPr>
          <p:spPr>
            <a:xfrm>
              <a:off x="4561421" y="4590199"/>
              <a:ext cx="169545" cy="217170"/>
            </a:xfrm>
            <a:custGeom>
              <a:avLst/>
              <a:gdLst/>
              <a:ahLst/>
              <a:cxnLst/>
              <a:rect l="l" t="t" r="r" b="b"/>
              <a:pathLst>
                <a:path w="169545" h="217170">
                  <a:moveTo>
                    <a:pt x="16926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60960" y="38100"/>
                  </a:lnTo>
                  <a:lnTo>
                    <a:pt x="60960" y="217170"/>
                  </a:lnTo>
                  <a:lnTo>
                    <a:pt x="106781" y="217170"/>
                  </a:lnTo>
                  <a:lnTo>
                    <a:pt x="106781" y="38100"/>
                  </a:lnTo>
                  <a:lnTo>
                    <a:pt x="169265" y="38100"/>
                  </a:lnTo>
                  <a:lnTo>
                    <a:pt x="169265" y="0"/>
                  </a:lnTo>
                  <a:close/>
                </a:path>
              </a:pathLst>
            </a:custGeom>
            <a:solidFill>
              <a:srgbClr val="1F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6594" y="4579429"/>
              <a:ext cx="144875" cy="22726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28956" y="4649628"/>
              <a:ext cx="137201" cy="16163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05780" y="4649629"/>
              <a:ext cx="146399" cy="15706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90375" y="4579429"/>
              <a:ext cx="150971" cy="227266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5525166" y="4591621"/>
            <a:ext cx="607060" cy="219710"/>
            <a:chOff x="5525166" y="4591621"/>
            <a:chExt cx="607060" cy="219710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25166" y="4591621"/>
              <a:ext cx="335565" cy="21964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89688" y="4652677"/>
              <a:ext cx="146399" cy="15859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080283" y="4591621"/>
              <a:ext cx="52069" cy="219710"/>
            </a:xfrm>
            <a:custGeom>
              <a:avLst/>
              <a:gdLst/>
              <a:ahLst/>
              <a:cxnLst/>
              <a:rect l="l" t="t" r="r" b="b"/>
              <a:pathLst>
                <a:path w="52070" h="219710">
                  <a:moveTo>
                    <a:pt x="44291" y="149542"/>
                  </a:moveTo>
                  <a:lnTo>
                    <a:pt x="7620" y="149542"/>
                  </a:lnTo>
                  <a:lnTo>
                    <a:pt x="1524" y="0"/>
                  </a:lnTo>
                  <a:lnTo>
                    <a:pt x="50387" y="0"/>
                  </a:lnTo>
                  <a:lnTo>
                    <a:pt x="44291" y="149542"/>
                  </a:lnTo>
                  <a:close/>
                </a:path>
                <a:path w="52070" h="219710">
                  <a:moveTo>
                    <a:pt x="35052" y="219646"/>
                  </a:moveTo>
                  <a:lnTo>
                    <a:pt x="19812" y="219646"/>
                  </a:lnTo>
                  <a:lnTo>
                    <a:pt x="12192" y="216598"/>
                  </a:lnTo>
                  <a:lnTo>
                    <a:pt x="7620" y="212026"/>
                  </a:lnTo>
                  <a:lnTo>
                    <a:pt x="1524" y="207454"/>
                  </a:lnTo>
                  <a:lnTo>
                    <a:pt x="0" y="201358"/>
                  </a:lnTo>
                  <a:lnTo>
                    <a:pt x="0" y="187642"/>
                  </a:lnTo>
                  <a:lnTo>
                    <a:pt x="1524" y="181546"/>
                  </a:lnTo>
                  <a:lnTo>
                    <a:pt x="7620" y="178498"/>
                  </a:lnTo>
                  <a:lnTo>
                    <a:pt x="12192" y="173926"/>
                  </a:lnTo>
                  <a:lnTo>
                    <a:pt x="18288" y="170878"/>
                  </a:lnTo>
                  <a:lnTo>
                    <a:pt x="33528" y="170878"/>
                  </a:lnTo>
                  <a:lnTo>
                    <a:pt x="39624" y="173926"/>
                  </a:lnTo>
                  <a:lnTo>
                    <a:pt x="44291" y="178498"/>
                  </a:lnTo>
                  <a:lnTo>
                    <a:pt x="50387" y="183070"/>
                  </a:lnTo>
                  <a:lnTo>
                    <a:pt x="51911" y="187642"/>
                  </a:lnTo>
                  <a:lnTo>
                    <a:pt x="51911" y="201358"/>
                  </a:lnTo>
                  <a:lnTo>
                    <a:pt x="50387" y="207454"/>
                  </a:lnTo>
                  <a:lnTo>
                    <a:pt x="45815" y="212026"/>
                  </a:lnTo>
                  <a:lnTo>
                    <a:pt x="39624" y="216598"/>
                  </a:lnTo>
                  <a:lnTo>
                    <a:pt x="35052" y="219646"/>
                  </a:lnTo>
                  <a:close/>
                </a:path>
              </a:pathLst>
            </a:custGeom>
            <a:solidFill>
              <a:srgbClr val="1F28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142981" y="7288720"/>
            <a:ext cx="233267" cy="74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213</Words>
  <Application>Microsoft Office PowerPoint</Application>
  <PresentationFormat>自定义</PresentationFormat>
  <Paragraphs>12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2" baseType="lpstr"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Vibe ç¼Œç€†ç¼Œè¾‚åŽ¨ï¼„çfl¨äº”ç¼Œè¾‚å™„æ¼flè¿łé¡¹çł® _YouWare</dc:title>
  <dc:creator>èµµæµ·ç¿fl</dc:creator>
  <cp:lastModifiedBy>稷康 张</cp:lastModifiedBy>
  <cp:revision>6</cp:revision>
  <dcterms:created xsi:type="dcterms:W3CDTF">2026-01-04T01:48:00Z</dcterms:created>
  <dcterms:modified xsi:type="dcterms:W3CDTF">2026-01-04T11:48:08Z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2026-01-05T08:00:00Z</vt:filetime>
  </property>
  <property fmtid="{D5CDD505-2E9C-101B-9397-08002B2CF9AE}" pid="3" name="LastSaved">
    <vt:filetime>2026-01-05T08:00:00Z</vt:filetime>
  </property>
  <property fmtid="{D5CDD505-2E9C-101B-9397-08002B2CF9AE}" pid="4" name="Producer">
    <vt:lpwstr>Microsoft: Print To PDF</vt:lpwstr>
  </property>
  <property fmtid="{D5CDD505-2E9C-101B-9397-08002B2CF9AE}" pid="5" name="KSOProductBuildVer">
    <vt:lpwstr>2052-12.1.0.24034</vt:lpwstr>
  </property>
  <property fmtid="{D5CDD505-2E9C-101B-9397-08002B2CF9AE}" pid="6" name="ICV">
    <vt:lpwstr>9E3BAEE84D4249F1BF9FF2C40AD703E7_13</vt:lpwstr>
  </property>
</Properties>
</file>